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Phoenix, Arizona: Steps &amp; Legal Help (2026). Full guide: https://www.wreckmatch.com/blog/truck-accident-in-phoenix-arizona-steps-legal-help-2026.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Phoenix, Arizona,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Arizona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Arizona.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Phoenix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Arizona fast facts: 2-year statute of limitations · Pure comparative fault rule · 25/50/15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Arizona,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Arizona follows the Pure comparative rule for fault allocation. Pure comparative negligence reduces your recovery in proportion to your share of fault, but never bars it. A driver found 30% responsible can still recover 70% of damages. The minimum liability insurance every driver must carry in Arizona is 25/50/15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Arizona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Arizona, deadlines and insurance rules can ch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Phoenix, Arizona: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Arizona · 2026-06-05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Phoenix, Arizona,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Phoenix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Arizona are not outgunned. This guide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Phoenix?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Arizona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Arizona.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Arizona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Arizona,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Arizona?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Arizona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https://www.wreckmatch.com/blog/truck-accident-in-phoenix-arizona-steps-legal-help-2026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https://www.wreckmatch.com/blog/truck-accident-in-phoenix-arizona-steps-legal-help-2026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Phoenix, Arizona: Steps &amp; Legal Help (2026)</dc:title>
  <dc:subject>WreckMatch educational guide — Truck Accidents</dc:subject>
  <dc:creator/>
  <cp:keywords>WreckMatch, car accident, Arizona, Truck Accidents, truck accident in phoenix arizona steps legal help 2026, personal injury, attorney matching</cp:keywords>
  <dc:description>Gold-tier presentation summary for https://www.wreckmatch.com/blog/truck-accident-in-phoenix-arizona-steps-legal-help-2026.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