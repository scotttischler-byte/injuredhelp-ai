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7 Costly Car Accident Mistakes in Denver, Colorado (2026). Full guide: https://www.wreckmatch.com/blog/7-costly-car-accident-mistakes-in-denver-colorado-2026.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Denver, Colorado,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Colorado.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Denver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Colorado fast facts: 2-year statute of limitations · Modified 50% fault rule · 25/50/15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Colorado follows the Modified 50% rule for fault allocation. Modified 50%-bar comparative negligence reduces your recovery by your share of fault, but cuts you off completely once your fault reaches 50% or more. Insurers will often push to inch your share above the threshold during recorded statements. The minimum liability insurance every driver must carry in Colorado is 25/50/15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Colorado is an at-fault state. The at-fault driver's liability insurance is the primary source of recovery, and you can pursue compensation for medical bills, lost wages, and pain and suffering once liab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Denver, car accident cases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Witnes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7 Costly Car Accident Mistakes in Denver, Colorado (2026)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Colorado · Colorado · 2026-06-02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Denver, Colorado,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Denver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Colorado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Denver?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Colorado.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Colorado legal context for car accident cases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Colorado,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car accident case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car accident case claim in Colorado?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Colorado sets a 2-year statute of limitations for most personal-injury lawsuits arising from a car accident case,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at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car accident cases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serv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https://www.wreckmatch.com/blog/7-costly-car-accident-mistakes-in-denver-colorado-2026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https://www.wreckmatch.com/blog/7-costly-car-accident-mistakes-in-denver-colorado-2026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7 Costly Car Accident Mistakes in Denver, Colorado (2026)</dc:title>
  <dc:subject>WreckMatch educational guide — Colorado</dc:subject>
  <dc:creator/>
  <cp:keywords>WreckMatch, car accident, Colorado, Colorado, 7 costly car accident mistakes in denver colorado 2026, personal injury, attorney matching</cp:keywords>
  <dc:description>Gold-tier presentation summary for https://www.wreckmatch.com/blog/7-costly-car-accident-mistakes-in-denver-colorado-2026.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