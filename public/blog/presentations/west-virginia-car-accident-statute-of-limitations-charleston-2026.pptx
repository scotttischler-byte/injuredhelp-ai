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West Virginia Car Accident Statute of Limitations — Charleston (2026). Full guide: https://www.wreckmatch.com/blog/west-virginia-car-accident-statute-of-limitations-charleston-2026.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Charleston, West Virginia,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West Virginia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West Virginia.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Charleston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West Virginia fast facts: 2-year statute of limitations · Modified 50%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West Virginia,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West Virginia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West Virginia is 25/50/25 (bodily injury per person / per accident / property damage). For serious crashes those minimums are routinely exhausted in days, which is why uninsured/underinsured-motorist (UM/UIM) coverage on your own policy matters so much.</a:t>
            </a:r>
          </a:p>
          <a:p/>
          <a:p>
            <a:r>
              <a:t>West Virginia is an at-fault state. The at-fault driver's liability insurance is the primary source of recovery, and you can pursue compensation for medical bills, lost wages, and pain and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Charleston, filing-deadline situations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West Virginia Car Accident Statute of Limitations — Charleston (2026)</a:t>
            </a:r>
          </a:p>
          <a:p>
            <a:pPr>
              <a:spcBef>
                <a:spcPts val="1200"/>
              </a:spcBef>
              <a:defRPr sz="1600">
                <a:solidFill>
                  <a:srgbClr val="94A3B8"/>
                </a:solidFill>
              </a:defRPr>
            </a:pPr>
            <a:r>
              <a:t>West Virginia · West Virginia · 2026-06-04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Charleston, West Virginia,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West Virginia are not outgunned. This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West Virginia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West Virginia.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West Virginia legal context for filing-deadline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West Virginia,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filing-deadline situation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filing-deadline situation claim in West Virginia?</a:t>
            </a:r>
          </a:p>
          <a:p>
            <a:pPr>
              <a:spcAft>
                <a:spcPts val="800"/>
              </a:spcAft>
              <a:defRPr sz="1500">
                <a:solidFill>
                  <a:srgbClr val="94A3B8"/>
                </a:solidFill>
              </a:defRPr>
            </a:pPr>
            <a:r>
              <a:t>A: West Virginia sets a 2-year statute of limitations for most personal-injury lawsuits arising from a filing-deadline situation, running from the date of the crash. Notice-of-claim deadlines against government vehicles are usually much shorter — sometimes 60 to 180 days — and minors and incapacitated plaintiffs may have tolled deadlines. Treat the headline number as a ceiling, not a target: file or </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filing-deadline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https://www.wreckmatch.com/blog/west-virginia-car-accident-statute-of-limitations-charleston-2026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https://www.wreckmatch.com/blog/west-virginia-car-accident-statute-of-limitations-charleston-2026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West Virginia Car Accident Statute of Limitations — Charleston (2026)</dc:title>
  <dc:subject>WreckMatch educational guide — West Virginia</dc:subject>
  <dc:creator/>
  <cp:keywords>WreckMatch, car accident, West Virginia, West Virginia, west virginia car accident statute of limitations charleston 2026, personal injury, attorney matching</cp:keywords>
  <dc:description>Gold-tier presentation summary for https://www.wreckmatch.com/blog/west-virginia-car-accident-statute-of-limitations-charleston-2026.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