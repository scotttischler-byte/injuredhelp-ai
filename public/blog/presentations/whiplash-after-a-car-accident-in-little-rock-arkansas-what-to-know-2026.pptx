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Whiplash After a Car Accident in Little Rock, Arkansas — What to Know (2026). Full guide: https://www.wreckmatch.com/blog/whiplash-after-a-car-accident-in-little-rock-arkansas-what-to-know-2026.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Little Rock, Arkansas,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Little Rock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Arkansas fast facts: 3-year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Arkansas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Arkansas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Little Rock, whiplash and soft-tissue injury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Whiplash After a Car Accident in Little Rock, Arkansas — What to Know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Arkansas · Arkansas · 2026-06-06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Little Rock, Arkansas,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Little Rock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Little Rock?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legal context for whiplash and soft-tissue 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whiplash and soft-tissue injury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whiplash and soft-tissue injury case claim in Arkansas?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Arkansas sets a 3-year statute of limitations for most personal-injury lawsuits arising from a whiplash and soft-tissue 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whiplash and soft-tissue 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https://www.wreckmatch.com/blog/whiplash-after-a-car-accident-in-little-rock-arkansas-what-to-know-2026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https://www.wreckmatch.com/blog/whiplash-after-a-car-accident-in-little-rock-arkansas-what-to-know-2026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Whiplash After a Car Accident in Little Rock, Arkansas — What to Know (2026)</dc:title>
  <dc:subject>WreckMatch educational guide — Arkansas</dc:subject>
  <dc:creator/>
  <cp:keywords>WreckMatch, car accident, Arkansas, Arkansas, whiplash after a car accident in little rock arkansas what to know 2026, personal injury, attorney matching</cp:keywords>
  <dc:description>Gold-tier presentation summary for https://www.wreckmatch.com/blog/whiplash-after-a-car-accident-in-little-rock-arkansas-what-to-know-2026.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