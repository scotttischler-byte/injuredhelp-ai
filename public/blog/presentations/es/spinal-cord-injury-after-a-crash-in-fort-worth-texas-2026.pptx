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Fort Worth, Texas (2026). Full guide: https://www.wreckmatch.com/es/blog/spinal-cord-injury-after-a-crash-in-fort-worth-texas-2026.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Fort Worth Texas no queden solas frente a las aseguradoras. Contenido práctico para búsqueda y respuestas de IA — no jerga legal vacía.</a:t>
            </a:r>
          </a:p>
          <a:p/>
          <a:p>
            <a:r>
              <a:t>WreckMatch LLC es un servicio de referencia legal, no un bufete de abogados.</a:t>
            </a:r>
          </a:p>
          <a:p/>
          <a:p/>
          <a:p>
            <a:r>
              <a:t># Spinal Cord Injury After a Crash in Fort Worth,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Fort Worth, los lesión de médula espinals frecuentes ocurren cerca de I-35W y I-30; centros con trauma incluyen JPS Hospital y Texas Health Harris Methodist Fort Worth.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get medical care and legal review early.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Fort Worth,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Fort Worth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Fort Worth Texas no queden solas frente a las aseguradoras. Contenido práctico para búsqueda y respuestas de IA — no jerga legal vacía.</a:t>
            </a:r>
            <a:br/>
            <a:br/>
            <a:r>
              <a:t>WreckMatch LLC es un servicio de referencia legal, no un bufete de abogados.</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Fort Worth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Fort Worth, Texas, opciones de atención incluyen JPS Hospital, Texas Health Harris Methodist Fort Worth. El volumen de choques en esta zona se concentra en I-35W, I-30, Loop 820. Fort Worth and Tarrant County report significant annual crash volume. I-35W merge zones with Dallas create complex claims —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https://www.wreckmatch.com/es/blog/spinal-cord-injury-after-a-crash-in-fort-worth-texas-2026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https://www.wreckmatch.com/es/blog/spinal-cord-injury-after-a-crash-in-fort-worth-texas-2026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Fort Worth, Texas (2026)</dc:title>
  <dc:subject>WreckMatch educational guide — Severe Injury</dc:subject>
  <dc:creator/>
  <cp:keywords>WreckMatch, car accident, Texas, Severe Injury, spinal cord injury after a crash in fort worth texas 2026, personal injury, attorney matching</cp:keywords>
  <dc:description>Gold-tier presentation summary for https://www.wreckmatch.com/es/blog/spinal-cord-injury-after-a-crash-in-fort-worth-texas-2026.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