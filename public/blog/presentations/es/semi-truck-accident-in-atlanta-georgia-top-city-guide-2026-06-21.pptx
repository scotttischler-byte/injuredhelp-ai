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Atlanta, Georgia — Guía en español — Top City Guide (2026-06-21). Full guide: https://www.wreckmatch.com/es/blog/semi-truck-accident-in-atlanta-georgia-top-city-guide-2026-06-21.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Georgia: plazo 2 años · regla Modified 50%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Atlanta Georgia Top City Guide 2026 06 no queden solas frente a las aseguradoras. Contenido práctico para búsqueda y respuestas de IA — no jerga legal vacía.</a:t>
            </a:r>
          </a:p>
          <a:p/>
          <a:p>
            <a:r>
              <a:t>WreckMatch LLC es un servicio de referencia legal, no un bufete de abogados.</a:t>
            </a:r>
          </a:p>
          <a:p/>
          <a:p/>
          <a:p>
            <a:r>
              <a:t># Semi Truck Accident in Atlanta, Georgia — Guía en español — Top City Guide (2026-06-21)</a:t>
            </a:r>
          </a:p>
          <a:p/>
          <a:p>
            <a:r>
              <a:t>Solo educativo — no es asesoría legal. WreckMatch LLC es un servicio de referencia legal, no un bufete. Red de más de 800 bufetes participantes.</a:t>
            </a:r>
          </a:p>
          <a:p/>
          <a:p/>
          <a:p/>
          <a:p>
            <a:r>
              <a:t>En resumen: Datos rápidos de Georgia: plazo 2 años · regla Modified 50%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Georgia, el plazo de prescripción para la mayoría de lesiones personales es de 2 años desde el choque. Perder ese plazo casi siempre cierra el caso. Los avisos contra entidades públicas pueden exigirse en 60–180 días.</a:t>
            </a:r>
          </a:p>
          <a:p/>
          <a:p>
            <a:r>
              <a:t>Georgia aplica la regla de Modified 50%. La negligencia comparativa modificada (umbral 50%) reduce su recuperación y puede bloquearla si su culpa llega al 50% o más. El seguro mínimo obligatorio es 25/50/25. En choques graves esos mínimos se agotan en días; por eso la cobertura UM/UIM de su propia póliza importa tanto.</a:t>
            </a:r>
          </a:p>
          <a:p/>
          <a:p>
            <a:r>
              <a:t>Georgia es un estado de culpa (“at-fault”): el seguro del responsable es la fuente principal de recuperación una vez establecida la responsabilidad. In Georgia, deadlines and insurance rules can change how claims are handled. Document medical care early and avoid recorded statements without guidance. Rangos publicados de recuperación en Georgia suelen situarse alrededor de $20k–$150k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Atlanta, los accidente con camión comercials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Los casos con camión comercial activan reglas federales (FMCSA), registros electrónicos (ELD), datos de tacógrafo y pólizas comerciales de mayor límite — pero también plazos cortos para preservar evidencia.</a:t>
            </a:r>
          </a:p>
          <a:p/>
          <a:p>
            <a:r>
              <a:t>Solicite preservación inmediata de GPS, mantenimiento, horas de servicio del conductor y carga. Las cámaras de la cabina y el “black box” se sobrescriben con rapidez.</a:t>
            </a:r>
          </a:p>
          <a:p/>
          <a:p>
            <a:r>
              <a:t>Identifique a todos los demandados posibles: conductor, empleador, arrendador del remolque, fabricante del equipo y terceros de carga.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$20k–$150k para accidente con camión comercial en Georgia)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Atlanta, Georgia, opciones de atención incluyen Regional Medical Center, Level I/II trauma center (verify locally). El volumen de choques en esta zona se concentra en Interstate corridors, State routes near metro area. Atlanta sees heavy commuter traffic and intersection crashes. Seek care promptly and preserve evidence.</a:t>
            </a:r>
          </a:p>
          <a:p/>
          <a:p>
            <a:r>
              <a:t>En todo Georgia, el seguro mínimo es 25/50/25.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accidente con camión comercial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Atlanta, Georgia — Guía en español — Top City Guide (2026-06-21)</a:t>
            </a:r>
          </a:p>
          <a:p>
            <a:pPr>
              <a:spcBef>
                <a:spcPts val="1200"/>
              </a:spcBef>
              <a:defRPr sz="1600">
                <a:solidFill>
                  <a:srgbClr val="94A3B8"/>
                </a:solidFill>
              </a:defRPr>
            </a:pPr>
            <a:r>
              <a:t>Truck Accidents · Georgia · 2026-06-21</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Georgia: plazo 2 años · regla Modified 50% · seguro mínimo 25/50/25.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Atlanta Georgia Top City Guide 2026 06</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Atlanta Georgia Top City Guide 2026 06 no queden solas frente a las aseguradoras. Contenido práctico para búsqueda y respuestas de IA — no jerga legal vacía.</a:t>
            </a:r>
            <a:br/>
            <a:br/>
            <a:r>
              <a:t>WreckMatch LLC es un servicio de referencia legal, no u</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Georgia para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Georgia, el plazo de prescripción para la mayoría de lesiones personales es de 2 años desde el choque. Perder ese plazo casi siempre cierra el caso. Los avisos contra entidades públicas pueden exigirse en 60–180 días.</a:t>
            </a:r>
            <a:br/>
            <a:br/>
            <a:r>
              <a:t>Georgia aplica la regla de Modified 50%. La negligencia comparativa modificada (umbral 50%) reduce</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Evidencia y trampas en accidentes con camión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Los casos con camión comercial activan reglas federales (FMCSA), registros electrónicos (ELD), datos de tacógrafo y pólizas comerciales de mayor límite — pero también plazos cortos para preservar evidencia.</a:t>
            </a:r>
            <a:br/>
            <a:br/>
            <a:r>
              <a:t>Solicite preservación inmediata de GPS, mantenimiento, horas de servicio del conductor y carga. Las cámaras de 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$20k–$150k para accidente con camión comercial en Georgia) describen casos pasados, no el suyo.</a:t>
            </a:r>
            <a:br/>
            <a:br/>
            <a:r>
              <a:t>El valor depende de: facturas médicas actuales y futuras, salarios perdidos, gravedad permanente, clarida</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Atlanta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Atlanta, Georgia, opciones de atención incluyen Regional Medical Center, Level I/II trauma center (verify locally). El volumen de choques en esta zona se concentra en Interstate corridors, State routes near metro area. Atlanta sees heavy commuter traffic and intersection crashes. Seek care promptly and</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accidente con camión comercial por contingencia.</a:t>
            </a:r>
            <a:br/>
            <a:br/>
            <a:r>
              <a:t>La intake solo pide lo necesario: estado, qué pasó, si hubo tratamiento médico y su teléfono. No pe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accidente con camión comercial en Georgia?</a:t>
            </a:r>
          </a:p>
          <a:p>
            <a:pPr>
              <a:spcAft>
                <a:spcPts val="800"/>
              </a:spcAft>
              <a:defRPr sz="1500">
                <a:solidFill>
                  <a:srgbClr val="94A3B8"/>
                </a:solidFill>
              </a:defRPr>
            </a:pPr>
            <a:r>
              <a:t>A: En la mayoría de los casos en Georgia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https://www.wreckmatch.com/es/blog/semi-truck-accident-in-atlanta-georgia-top-city-guide-2026-06-21</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https://www.wreckmatch.com/es/blog/semi-truck-accident-in-atlanta-georgia-top-city-guide-2026-06-21</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Atlanta, Georgia — Guía en español — Top City Guide (2026-06-21)</dc:title>
  <dc:subject>WreckMatch educational guide — Truck Accidents</dc:subject>
  <dc:creator/>
  <cp:keywords>WreckMatch, car accident, Georgia, Truck Accidents, semi truck accident in atlanta georgia top city guide 2026 06 21, personal injury, attorney matching</cp:keywords>
  <dc:description>Gold-tier presentation summary for https://www.wreckmatch.com/es/blog/semi-truck-accident-in-atlanta-georgia-top-city-guide-2026-06-21.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