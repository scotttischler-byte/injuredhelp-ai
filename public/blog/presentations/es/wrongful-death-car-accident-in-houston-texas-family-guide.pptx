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Houston, Texas — Guía en español — Family Guide. Full guide: https://www.wreckmatch.com/es/blog/wrongful-death-car-accident-in-houston-texas-family-guide.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Houston,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caso por muerte injustas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Houston, Texas — Guía en español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Family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https://www.wreckmatch.com/es/blog/wrongful-death-car-accident-in-houston-texas-family-guide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https://www.wreckmatch.com/es/blog/wrongful-death-car-accident-in-houston-texas-family-guide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Houston, Texas — Guía en español — Family Guide</dc:title>
  <dc:subject>WreckMatch educational guide — Wrongful Death</dc:subject>
  <dc:creator/>
  <cp:keywords>WreckMatch, car accident, Texas, Wrongful Death, wrongful death car accident in houston texas family guide, personal injury, attorney matching</cp:keywords>
  <dc:description>Gold-tier presentation summary for https://www.wreckmatch.com/es/blog/wrongful-death-car-accident-in-houston-texas-family-guide.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