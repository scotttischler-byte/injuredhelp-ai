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Austin, Texas? (2026). Full guide: https://www.wreckmatch.com/es/blog/do-i-need-a-truck-accident-lawyer-in-austin-texas-2026.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Austin Texas no queden solas frente a las aseguradoras. Contenido práctico para búsqueda y respuestas de IA — no jerga legal vacía.</a:t>
            </a:r>
          </a:p>
          <a:p/>
          <a:p>
            <a:r>
              <a:t>WreckMatch LLC es un servicio de referencia legal, no un bufete de abogados.</a:t>
            </a:r>
          </a:p>
          <a:p/>
          <a:p/>
          <a:p>
            <a:r>
              <a:t># Do I Need a Truck Accident Lawyer in Austin,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Austin, los accidente con camión comercials frecuentes ocurren cerca de I-35 y MoPac (Loop 1); centros con trauma incluyen Dell Seton Medical Center y St. David's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serious injury crashes — document conditions and seek care quickly.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Austin, Texas? (2026)</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Austin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Austin Texas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https://www.wreckmatch.com/es/blog/do-i-need-a-truck-accident-lawyer-in-austin-texas-2026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https://www.wreckmatch.com/es/blog/do-i-need-a-truck-accident-lawyer-in-austin-texas-2026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Austin, Texas? (2026)</dc:title>
  <dc:subject>WreckMatch educational guide — Truck Accidents</dc:subject>
  <dc:creator/>
  <cp:keywords>WreckMatch, car accident, Texas, Truck Accidents, do i need a truck accident lawyer in austin texas 2026, personal injury, attorney matching</cp:keywords>
  <dc:description>Gold-tier presentation summary for https://www.wreckmatch.com/es/blog/do-i-need-a-truck-accident-lawyer-in-austin-texas-2026.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