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Oregon — Guía en español — Top City Guide (2026-07-15). Full guide: https://www.wreckmatch.com/es/blog/semi-truck-accident-in-portland-oregon-top-city-guide-2026-07-15.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Oregon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Portland, Oregon — Guía en español — Top City Guide (2026-07-15)</a:t>
            </a:r>
          </a:p>
          <a:p/>
          <a:p>
            <a:r>
              <a:t>Solo educativo — no es asesoría legal. WreckMatch LLC es un servicio de referencia legal, no un bufete. Red de más de 800 bufetes participantes.</a:t>
            </a:r>
          </a:p>
          <a:p/>
          <a:p/>
          <a:p/>
          <a:p>
            <a:r>
              <a:t>En resumen: 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Oregon, el plazo de prescripción para la mayoría de lesiones personales es de 2 años desde el choque. Perder ese plazo casi siempre cierra el caso. Los avisos contra entidades públicas pueden exigirse en 60–180 días.</a:t>
            </a:r>
          </a:p>
          <a:p/>
          <a:p>
            <a:r>
              <a:t>Oregon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Oregon es un estado de culpa (“at-fault”): el seguro del responsable es la fuente principal de recuperación una vez establecida la responsabilidad. In Oregon, deadlines and insurance rules can change how claims are handled. Document medical care early and avoid recorded statements without guidance. Rangos publicados de recuperación en Oregon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accidente con camión comercial en Oregon)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Oregon,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Oregon — Guía en español — Top City Guide (2026-07-15)</a:t>
            </a:r>
          </a:p>
          <a:p>
            <a:pPr>
              <a:spcBef>
                <a:spcPts val="1200"/>
              </a:spcBef>
              <a:defRPr sz="1600">
                <a:solidFill>
                  <a:srgbClr val="94A3B8"/>
                </a:solidFill>
              </a:defRPr>
            </a:pPr>
            <a:r>
              <a:t>Truck Accidents · Oregon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Oregon: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Oregon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Oregon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Oregon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Oregon, el plazo de prescripción para la mayoría de lesiones personales es de 2 años desde el choque. Perder ese plazo casi siempre cierra el caso. Los avisos contra entidades públicas pueden exigirse en 60–180 días.</a:t>
            </a:r>
            <a:br/>
            <a:br/>
            <a:r>
              <a:t>Oregon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accidente con camión comercial en Oregon)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Oregon?</a:t>
            </a:r>
          </a:p>
          <a:p>
            <a:pPr>
              <a:spcAft>
                <a:spcPts val="800"/>
              </a:spcAft>
              <a:defRPr sz="1500">
                <a:solidFill>
                  <a:srgbClr val="94A3B8"/>
                </a:solidFill>
              </a:defRPr>
            </a:pPr>
            <a:r>
              <a:t>A: En la mayoría de los casos en Oregon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https://www.wreckmatch.com/es/blog/semi-truck-accident-in-portland-oregon-top-city-guide-2026-07-15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https://www.wreckmatch.com/es/blog/semi-truck-accident-in-portland-oregon-top-city-guide-2026-07-15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Oregon — Guía en español — Top City Guide (2026-07-15)</dc:title>
  <dc:subject>WreckMatch educational guide — Truck Accidents</dc:subject>
  <dc:creator/>
  <cp:keywords>WreckMatch, car accident, Oregon, Truck Accidents, semi truck accident in portland oregon top city guide 2026 07 15, personal injury, attorney matching</cp:keywords>
  <dc:description>Gold-tier presentation summary for https://www.wreckmatch.com/es/blog/semi-truck-accident-in-portland-oregon-top-city-guide-2026-07-15.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