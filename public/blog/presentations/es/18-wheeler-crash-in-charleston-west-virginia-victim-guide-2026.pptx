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18-Wheeler Crash in Charleston, West Virginia — Guía en español — Victim Guide (2026). Full guide: https://www.wreckmatch.com/es/blog/18-wheeler-crash-in-charleston-west-virginia-victim-guide-2026.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West Virginia Victim Guide no queden solas frente a las aseguradoras. Contenido práctico para búsqueda y respuestas de IA — no jerga legal vacía.</a:t>
            </a:r>
          </a:p>
          <a:p/>
          <a:p>
            <a:r>
              <a:t>WreckMatch LLC es un servicio de referencia legal, no un bufete de abogados.</a:t>
            </a:r>
          </a:p>
          <a:p/>
          <a:p/>
          <a:p>
            <a:r>
              <a:t># 18-Wheeler Crash in Charleston, West Virginia — Guía en español — Victim Guide (2026)</a:t>
            </a:r>
          </a:p>
          <a:p/>
          <a:p>
            <a:r>
              <a:t>Solo educativo — no es asesoría legal. WreckMatch LLC es un servicio de referencia legal, no un bufete. Red de más de 800 bufetes participantes.</a:t>
            </a:r>
          </a:p>
          <a:p/>
          <a:p/>
          <a:p/>
          <a:p>
            <a:r>
              <a:t>En resumen: 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West Virginia, el plazo de prescripción para la mayoría de lesiones personales es de 2 años desde el choque. Perder ese plazo casi siempre cierra el caso. Los avisos contra entidades públicas pueden exigirse en 60–180 días.</a:t>
            </a:r>
          </a:p>
          <a:p/>
          <a:p>
            <a:r>
              <a:t>West Virginia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West Virginia es un estado de culpa (“at-fault”): el seguro del responsable es la fuente principal de recuperación una vez establecida la responsabilidad. In West Virginia, deadlines and insurance rules can change how claims are handled. Document medical care early and avoid recorded statements without guidance. Rangos publicados de recuperación en West Virginia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accidente con camión comercial en West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West Virginia,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18-Wheeler Crash in Charleston, West Virginia — Guía en español — Victim Guide (2026)</a:t>
            </a:r>
          </a:p>
          <a:p>
            <a:pPr>
              <a:spcBef>
                <a:spcPts val="1200"/>
              </a:spcBef>
              <a:defRPr sz="1600">
                <a:solidFill>
                  <a:srgbClr val="94A3B8"/>
                </a:solidFill>
              </a:defRPr>
            </a:pPr>
            <a:r>
              <a:t>Truck Accidents · West Virginia · 2026-06-11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West Virginia: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West Virginia Victim Guide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West Virginia Victim Guide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West Virginia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West Virginia, el plazo de prescripción para la mayoría de lesiones personales es de 2 años desde el choque. Perder ese plazo casi siempre cierra el caso. Los avisos contra entidades públicas pueden exigirse en 60–180 días.</a:t>
            </a:r>
            <a:br/>
            <a:br/>
            <a:r>
              <a:t>West Virginia aplica la regla de Modified 50%.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accidente con camión comercial en West Virginia)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West Virginia?</a:t>
            </a:r>
          </a:p>
          <a:p>
            <a:pPr>
              <a:spcAft>
                <a:spcPts val="800"/>
              </a:spcAft>
              <a:defRPr sz="1500">
                <a:solidFill>
                  <a:srgbClr val="94A3B8"/>
                </a:solidFill>
              </a:defRPr>
            </a:pPr>
            <a:r>
              <a:t>A: En la mayoría de los casos en West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https://www.wreckmatch.com/es/blog/18-wheeler-crash-in-charleston-west-virginia-victim-guide-2026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https://www.wreckmatch.com/es/blog/18-wheeler-crash-in-charleston-west-virginia-victim-guide-2026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18-Wheeler Crash in Charleston, West Virginia — Guía en español — Victim Guide (2026)</dc:title>
  <dc:subject>WreckMatch educational guide — Truck Accidents</dc:subject>
  <dc:creator/>
  <cp:keywords>WreckMatch, car accident, West Virginia, Truck Accidents, 18 wheeler crash in charleston west virginia victim guide 2026, personal injury, attorney matching</cp:keywords>
  <dc:description>Gold-tier presentation summary for https://www.wreckmatch.com/es/blog/18-wheeler-crash-in-charleston-west-virginia-victim-guide-2026.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