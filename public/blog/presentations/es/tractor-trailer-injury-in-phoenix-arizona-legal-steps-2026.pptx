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Phoenix, Arizona: Legal Steps (2026). Full guide: https://www.wreckmatch.com/es/blog/tractor-trailer-injury-in-phoenix-arizona-legal-steps-2026.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Arizona: plazo 2 años · regla Pure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Phoenix Arizona Legal Steps no queden solas frente a las aseguradoras. Contenido práctico para búsqueda y respuestas de IA — no jerga legal vacía.</a:t>
            </a:r>
          </a:p>
          <a:p/>
          <a:p>
            <a:r>
              <a:t>WreckMatch LLC es un servicio de referencia legal, no un bufete de abogados.</a:t>
            </a:r>
          </a:p>
          <a:p/>
          <a:p/>
          <a:p>
            <a:r>
              <a:t># Tractor-Trailer Injury in Phoenix, Arizona: Legal Steps (2026)</a:t>
            </a:r>
          </a:p>
          <a:p/>
          <a:p>
            <a:r>
              <a:t>Solo educativo — no es asesoría legal. WreckMatch LLC es un servicio de referencia legal, no un bufete. Red de más de 800 bufetes participantes.</a:t>
            </a:r>
          </a:p>
          <a:p/>
          <a:p/>
          <a:p/>
          <a:p>
            <a:r>
              <a:t>En resumen: Datos rápidos de Arizona: plazo 2 años · regla Pure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Arizona, el plazo de prescripción para la mayoría de lesiones personales es de 2 años desde el choque. Perder ese plazo casi siempre cierra el caso. Los avisos contra entidades públicas pueden exigirse en 60–180 días.</a:t>
            </a:r>
          </a:p>
          <a:p/>
          <a:p>
            <a:r>
              <a:t>Arizona aplica la regla de Pure comparative. La negligencia comparativa pura reduce su recuperación según su porcentaje de culpa, pero no la elimina por completo. El seguro mínimo obligatorio es 25/50/15. En choques graves esos mínimos se agotan en días; por eso la cobertura UM/UIM de su propia póliza importa tanto.</a:t>
            </a:r>
          </a:p>
          <a:p/>
          <a:p>
            <a:r>
              <a:t>Arizona es un estado de culpa (“at-fault”): el seguro del responsable es la fuente principal de recuperación una vez establecida la responsabilidad. In Arizona, deadlines and insurance rules can change how claims are handled. Document medical care early and avoid recorded statements without guidance. Rangos publicados de recuperación en Arizona suelen situarse alrededor de $20k–$110k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Phoenix,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$20k–$110k para accidente con camión comercial en Arizona)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Phoenix, Arizona, opciones de atención incluyen Regional Medical Center, Level I/II trauma center (verify locally). El volumen de choques en esta zona se concentra en Interstate corridors, State routes near metro area. Phoenix sees heavy commuter traffic and intersection crashes. Seek care promptly and preserve evidence.</a:t>
            </a:r>
          </a:p>
          <a:p/>
          <a:p>
            <a:r>
              <a:t>En todo Arizona,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Phoenix, Arizona: Legal Steps (2026)</a:t>
            </a:r>
          </a:p>
          <a:p>
            <a:pPr>
              <a:spcBef>
                <a:spcPts val="1200"/>
              </a:spcBef>
              <a:defRPr sz="1600">
                <a:solidFill>
                  <a:srgbClr val="94A3B8"/>
                </a:solidFill>
              </a:defRPr>
            </a:pPr>
            <a:r>
              <a:t>Truck Accidents · Arizona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Arizona: plazo 2 años · regla Pure comparative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Phoenix Arizona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Phoenix Arizona Legal Steps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Arizona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Arizona, el plazo de prescripción para la mayoría de lesiones personales es de 2 años desde el choque. Perder ese plazo casi siempre cierra el caso. Los avisos contra entidades públicas pueden exigirse en 60–180 días.</a:t>
            </a:r>
            <a:br/>
            <a:br/>
            <a:r>
              <a:t>Arizona aplica la regla de Pure comparative. La negligencia comparativa pura reduce su recuperació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$20k–$110k para accidente con camión comercial en Arizona)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Phoenix, Arizona, opciones de atención incluyen Regional Medical Center, Level I/II trauma center (verify locally). El volumen de choques en esta zona se concentra en Interstate corridors, State routes near metro area. Phoenix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Arizona?</a:t>
            </a:r>
          </a:p>
          <a:p>
            <a:pPr>
              <a:spcAft>
                <a:spcPts val="800"/>
              </a:spcAft>
              <a:defRPr sz="1500">
                <a:solidFill>
                  <a:srgbClr val="94A3B8"/>
                </a:solidFill>
              </a:defRPr>
            </a:pPr>
            <a:r>
              <a:t>A: En la mayoría de los casos en Arizona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https://www.wreckmatch.com/es/blog/tractor-trailer-injury-in-phoenix-arizona-legal-steps-2026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https://www.wreckmatch.com/es/blog/tractor-trailer-injury-in-phoenix-arizona-legal-steps-2026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Phoenix, Arizona: Legal Steps (2026)</dc:title>
  <dc:subject>WreckMatch educational guide — Truck Accidents</dc:subject>
  <dc:creator/>
  <cp:keywords>WreckMatch, car accident, Arizona, Truck Accidents, tractor trailer injury in phoenix arizona legal steps 2026, personal injury, attorney matching</cp:keywords>
  <dc:description>Gold-tier presentation summary for https://www.wreckmatch.com/es/blog/tractor-trailer-injury-in-phoenix-arizona-legal-steps-2026.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