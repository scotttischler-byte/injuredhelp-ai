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Should You Hire a Lawyer After a Fargo Crash? (North Dakota 2026). Full guide: https://www.wreckmatch.com/es/blog/should-you-hire-a-lawyer-after-a-fargo-crash-north-dakota-2026.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North Dakota: plazo 6 años · regla Modified 50%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North Dakota no queden solas frente a las aseguradoras. Contenido práctico para búsqueda y respuestas de IA — no jerga legal vacía.</a:t>
            </a:r>
          </a:p>
          <a:p/>
          <a:p>
            <a:r>
              <a:t>WreckMatch LLC es un servicio de referencia legal, no un bufete de abogados.</a:t>
            </a:r>
          </a:p>
          <a:p/>
          <a:p/>
          <a:p>
            <a:r>
              <a:t># Should You Hire a Lawyer After a Fargo Crash? (North Dakota 2026)</a:t>
            </a:r>
          </a:p>
          <a:p/>
          <a:p>
            <a:r>
              <a:t>Solo educativo — no es asesoría legal. WreckMatch LLC es un servicio de referencia legal, no un bufete. Red de más de 800 bufetes participantes.</a:t>
            </a:r>
          </a:p>
          <a:p/>
          <a:p/>
          <a:p/>
          <a:p>
            <a:r>
              <a:t>En resumen: Datos rápidos de North Dakota: plazo 6 años · regla Modified 50%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North Dakota, el plazo de prescripción para la mayoría de lesiones personales es de 6 años desde el choque. Perder ese plazo casi siempre cierra el caso. Los avisos contra entidades públicas pueden exigirse en 60–180 días.</a:t>
            </a:r>
          </a:p>
          <a:p/>
          <a:p>
            <a:r>
              <a:t>North Dakota aplica la regla de Modified 50%. La negligencia comparativa modificada (umbral 50%) reduce su recuperación y puede bloquearla si su culpa llega al 50% o más. El seguro mínimo obligatorio es 25/50/25. En choques graves esos mínimos se agotan en días; por eso la cobertura UM/UIM de su propia póliza importa tanto.</a:t>
            </a:r>
          </a:p>
          <a:p/>
          <a:p>
            <a:r>
              <a:t>North Dakota es un estado “no-fault”: su PIP suele pagar las primeras facturas médicas sin importar la culpa. Normalmente solo puede demandar al responsable si cruza el umbral de “lesión grave” definido por la ley local. In North Dakota, deadlines and insurance rules can change how claims are handled. Document medical care early and avoid recorded statements without guidance. Rangos publicados de recuperación en North Dakota suelen situarse alrededor de $18k–$95k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Fargo, los accidente automovilísticos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o “auto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Huecos de tratamiento mayores a 30 días, declaraciones grabadas sin abogado, publicaciones en redes que contradicen la gravedad documentada, cambiar de médico sin transferir notas y aceptar ofertas “finales” en las primeras semanas comprimen el valor.</a:t>
            </a:r>
          </a:p>
          <a:p/>
          <a:p>
            <a:r>
              <a:t>La protección en los primeros 60 días es sobre todo disciplina: trate de forma constante, no publique actividades conflictivas, no hable con la aseguradora del otro sin abogado y no firme liberaciones.</a:t>
            </a:r>
          </a:p>
          <a:p/>
          <a:p>
            <a:r>
              <a:t>Estas tácticas no son accidentales: el trabajo del ajustador es cerrar el reclamo al menor costo defendible. Conocer el guion es gran parte de la defensa.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$18k–$95k para accidente automovilístico en North Dakota)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Fargo, North Dakota, opciones de atención incluyen Regional Medical Center, Level I/II trauma center (verify locally). El volumen de choques en esta zona se concentra en Interstate corridors, State routes near metro area. Fargo sees heavy commuter traffic and intersection crashes. Seek care promptly and preserve evidence.</a:t>
            </a:r>
          </a:p>
          <a:p/>
          <a:p>
            <a:r>
              <a:t>En todo North Dakota, el seguro mínimo es 25/50/25.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automovilístico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Should You Hire a Lawyer After a Fargo Crash? (North Dakota 2026)</a:t>
            </a:r>
          </a:p>
          <a:p>
            <a:pPr>
              <a:spcBef>
                <a:spcPts val="1200"/>
              </a:spcBef>
              <a:defRPr sz="1600">
                <a:solidFill>
                  <a:srgbClr val="94A3B8"/>
                </a:solidFill>
              </a:defRPr>
            </a:pPr>
            <a:r>
              <a:t>North Dakota · North Dakota · 2026-06-06</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North Dakota: plazo 6 años · regla Modified 50% · seguro mínimo 25/50/25.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North Dakota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North Dakota no queden solas frente a las aseguradoras. Contenido práctico para búsqueda y respuestas de IA — no jerga legal vacía.</a:t>
            </a:r>
            <a:br/>
            <a:br/>
            <a:r>
              <a:t>WreckMatch LLC es un servicio de referencia legal, no un bufete de abogados.</a:t>
            </a:r>
            <a:br/>
            <a:br/>
            <a:br/>
            <a:r>
              <a:t># </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North Dakota para accidente automovilístico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North Dakota, el plazo de prescripción para la mayoría de lesiones personales es de 6 años desde el choque. Perder ese plazo casi siempre cierra el caso. Los avisos contra entidades públicas pueden exigirse en 60–180 días.</a:t>
            </a:r>
            <a:br/>
            <a:br/>
            <a:r>
              <a:t>North Dakota aplica la regla de Modified 50%. La negligencia comparativa modificada (umbral 5</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automovilístico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Errores comunes que reducen el valor del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Huecos de tratamiento mayores a 30 días, declaraciones grabadas sin abogado, publicaciones en redes que contradicen la gravedad documentada, cambiar de médico sin transferir notas y aceptar ofertas “finales” en las primeras semanas comprimen el valor.</a:t>
            </a:r>
            <a:br/>
            <a:br/>
            <a:r>
              <a:t>La protección en los primeros 60 días es sobre todo disciplina: tra</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$18k–$95k para accidente automovilístico en North Dakota) describen casos pasados, no el suyo.</a:t>
            </a:r>
            <a:br/>
            <a:br/>
            <a:r>
              <a:t>El valor depende de: facturas médicas actuales y futuras, salarios perdidos, gravedad permanente, claridad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Fargo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Fargo, North Dakota, opciones de atención incluyen Regional Medical Center, Level I/II trauma center (verify locally). El volumen de choques en esta zona se concentra en Interstate corridors, State routes near metro area. Fargo sees heavy commuter traffic and intersection crashes. Seek care promptly an</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automovilístico por contingencia.</a:t>
            </a:r>
            <a:br/>
            <a:br/>
            <a:r>
              <a:t>La intake solo pide lo necesario: estado, qué pasó, si hubo tratamiento médico y su teléfono. No pedimos</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automovilístico en North Dakota?</a:t>
            </a:r>
          </a:p>
          <a:p>
            <a:pPr>
              <a:spcAft>
                <a:spcPts val="800"/>
              </a:spcAft>
              <a:defRPr sz="1500">
                <a:solidFill>
                  <a:srgbClr val="94A3B8"/>
                </a:solidFill>
              </a:defRPr>
            </a:pPr>
            <a:r>
              <a:t>A: En la mayoría de los casos en North Dakota el plazo suele ser 6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https://www.wreckmatch.com/es/blog/should-you-hire-a-lawyer-after-a-fargo-crash-north-dakota-2026</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https://www.wreckmatch.com/es/blog/should-you-hire-a-lawyer-after-a-fargo-crash-north-dakota-2026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Should You Hire a Lawyer After a Fargo Crash? (North Dakota 2026)</dc:title>
  <dc:subject>WreckMatch educational guide — North Dakota</dc:subject>
  <dc:creator/>
  <cp:keywords>WreckMatch, car accident, North Dakota, North Dakota, should you hire a lawyer after a fargo crash north dakota 2026, personal injury, attorney matching</cp:keywords>
  <dc:description>Gold-tier presentation summary for https://www.wreckmatch.com/es/blog/should-you-hire-a-lawyer-after-a-fargo-crash-north-dakota-2026.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