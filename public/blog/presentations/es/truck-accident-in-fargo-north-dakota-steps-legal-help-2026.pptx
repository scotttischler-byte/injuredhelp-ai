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Truck Accident in Fargo, North Dakota: Steps &amp; Legal Help (2026). Full guide: https://www.wreckmatch.com/es/blog/truck-accident-in-fargo-north-dakota-steps-legal-help-2026.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Fargo North Dakota Steps Legal Help no queden solas frente a las aseguradoras. Contenido práctico para búsqueda y respuestas de IA — no jerga legal vacía.</a:t>
            </a:r>
          </a:p>
          <a:p/>
          <a:p>
            <a:r>
              <a:t>WreckMatch LLC es un servicio de referencia legal, no un bufete de abogados.</a:t>
            </a:r>
          </a:p>
          <a:p/>
          <a:p/>
          <a:p>
            <a:r>
              <a:t># Truck Accident in Fargo, North Dakota: Steps &amp; Legal Help (2026)</a:t>
            </a:r>
          </a:p>
          <a:p/>
          <a:p>
            <a:r>
              <a:t>Solo educativo — no es asesoría legal. WreckMatch LLC es un servicio de referencia legal, no un bufete. Red de más de 800 bufetes participantes.</a:t>
            </a:r>
          </a:p>
          <a:p/>
          <a:p/>
          <a:p/>
          <a:p>
            <a:r>
              <a:t>En resumen: 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Dakota, el plazo de prescripción para la mayoría de lesiones personales es de 6 años desde el choque. Perder ese plazo casi siempre cierra el caso. Los avisos contra entidades públicas pueden exigirse en 60–180 días.</a:t>
            </a:r>
          </a:p>
          <a:p/>
          <a:p>
            <a:r>
              <a:t>North Dakota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North Dakota es un estado “no-fault”: su PIP suele pagar las primeras facturas médicas sin importar la culpa. Normalmente solo puede demandar al responsable si cruza el umbral de “lesión grave” definido por la ley local. In North Dakota, deadlines and insurance rules can change how claims are handled. Document medical care early and avoid recorded statements without guidance. Rangos publicados de recuperación en North Dakota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Fargo,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North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and preserve evidence.</a:t>
            </a:r>
          </a:p>
          <a:p/>
          <a:p>
            <a:r>
              <a:t>En todo North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Truck Accident in Fargo, North Dakota: Steps &amp; Legal Help (2026)</a:t>
            </a:r>
          </a:p>
          <a:p>
            <a:pPr>
              <a:spcBef>
                <a:spcPts val="1200"/>
              </a:spcBef>
              <a:defRPr sz="1600">
                <a:solidFill>
                  <a:srgbClr val="94A3B8"/>
                </a:solidFill>
              </a:defRPr>
            </a:pPr>
            <a:r>
              <a:t>Truck Accidents · North Dakota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Dakota: plazo 6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Fargo North Dakota Steps Legal Help</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Fargo North Dakota Steps Legal Help no queden solas frente a las aseguradoras. Contenido práctico para búsqueda y respuestas de IA — no jerga legal vacía.</a:t>
            </a:r>
            <a:br/>
            <a:br/>
            <a:r>
              <a:t>WreckMatch LLC es un servicio de referencia legal, no un 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Dakota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Dakota, el plazo de prescripción para la mayoría de lesiones personales es de 6 años desde el choque. Perder ese plazo casi siempre cierra el caso. Los avisos contra entidades públicas pueden exigirse en 60–180 días.</a:t>
            </a:r>
            <a:br/>
            <a:br/>
            <a:r>
              <a:t>North Dakota aplica la regla de Modified 50%.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North Dakota)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North Dakota?</a:t>
            </a:r>
          </a:p>
          <a:p>
            <a:pPr>
              <a:spcAft>
                <a:spcPts val="800"/>
              </a:spcAft>
              <a:defRPr sz="1500">
                <a:solidFill>
                  <a:srgbClr val="94A3B8"/>
                </a:solidFill>
              </a:defRPr>
            </a:pPr>
            <a:r>
              <a:t>A: En la mayoría de los casos en North Dakota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https://www.wreckmatch.com/es/blog/truck-accident-in-fargo-north-dakota-steps-legal-help-2026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https://www.wreckmatch.com/es/blog/truck-accident-in-fargo-north-dakota-steps-legal-help-2026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Truck Accident in Fargo, North Dakota: Steps &amp; Legal Help (2026)</dc:title>
  <dc:subject>WreckMatch educational guide — Truck Accidents</dc:subject>
  <dc:creator/>
  <cp:keywords>WreckMatch, car accident, North Dakota, Truck Accidents, truck accident in fargo north dakota steps legal help 2026, personal injury, attorney matching</cp:keywords>
  <dc:description>Gold-tier presentation summary for https://www.wreckmatch.com/es/blog/truck-accident-in-fargo-north-dakota-steps-legal-help-2026.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