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Little Rock, Arkansas: Steps &amp; Legal Help (2026). Full guide: https://www.wreckmatch.com/es/blog/truck-accident-in-little-rock-arkansas-steps-legal-help-2026.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Little Rock Arkansas Steps Legal Help no queden solas frente a las aseguradoras. Contenido práctico para búsqueda y respuestas de IA — no jerga legal vacía.</a:t>
            </a:r>
          </a:p>
          <a:p/>
          <a:p>
            <a:r>
              <a:t>WreckMatch LLC es un servicio de referencia legal, no un bufete de abogados.</a:t>
            </a:r>
          </a:p>
          <a:p/>
          <a:p/>
          <a:p>
            <a:r>
              <a:t># Truck Accident in Little Rock, Arkansas: Steps &amp; Legal Help (2026)</a:t>
            </a:r>
          </a:p>
          <a:p/>
          <a:p>
            <a:r>
              <a:t>Solo educativo — no es asesoría legal. WreckMatch LLC es un servicio de referencia legal, no un bufete. Red de más de 800 bufetes participantes.</a:t>
            </a:r>
          </a:p>
          <a:p/>
          <a:p/>
          <a:p/>
          <a:p>
            <a:r>
              <a:t>En resumen: 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Arkansas, el plazo de prescripción para la mayoría de lesiones personales es de 3 años desde el choque. Perder ese plazo casi siempre cierra el caso. Los avisos contra entidades públicas pueden exigirse en 60–180 días.</a:t>
            </a:r>
          </a:p>
          <a:p/>
          <a:p>
            <a:r>
              <a:t>Arkansas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Arkansas es un estado de culpa (“at-fault”): el seguro del responsable es la fuente principal de recuperación una vez establecida la responsabilidad. In Arkansas, deadlines and insurance rules can change how claims are handled. Document medical care early and avoid recorded statements without guidance. Rangos publicados de recuperación en Arkansas suelen situarse alrededor de $17k–$90k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Little Rock,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$17k–$90k para accidente con camión comercial en Arkansas)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promptly and preserve evidence.</a:t>
            </a:r>
          </a:p>
          <a:p/>
          <a:p>
            <a:r>
              <a:t>En todo Arkansas,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Little Rock, Arkansas: Steps &amp; Legal Help (2026)</a:t>
            </a:r>
          </a:p>
          <a:p>
            <a:pPr>
              <a:spcBef>
                <a:spcPts val="1200"/>
              </a:spcBef>
              <a:defRPr sz="1600">
                <a:solidFill>
                  <a:srgbClr val="94A3B8"/>
                </a:solidFill>
              </a:defRPr>
            </a:pPr>
            <a:r>
              <a:t>Truck Accidents · Arkansas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Arkansas: plazo 3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Little Rock Arkansas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Little Rock Arkansas Steps Legal Help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Arkansas, el plazo de prescripción para la mayoría de lesiones personales es de 3 años desde el choque. Perder ese plazo casi siempre cierra el caso. Los avisos contra entidades públicas pueden exigirse en 60–180 días.</a:t>
            </a:r>
            <a:br/>
            <a:br/>
            <a:r>
              <a:t>Arkansas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$17k–$90k para accidente con camión comercial en Arkansas)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Little Rock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Arkansas?</a:t>
            </a:r>
          </a:p>
          <a:p>
            <a:pPr>
              <a:spcAft>
                <a:spcPts val="800"/>
              </a:spcAft>
              <a:defRPr sz="1500">
                <a:solidFill>
                  <a:srgbClr val="94A3B8"/>
                </a:solidFill>
              </a:defRPr>
            </a:pPr>
            <a:r>
              <a:t>A: En la mayoría de los casos en Arkansas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https://www.wreckmatch.com/es/blog/truck-accident-in-little-rock-arkansas-steps-legal-help-2026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https://www.wreckmatch.com/es/blog/truck-accident-in-little-rock-arkansas-steps-legal-help-2026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Little Rock, Arkansas: Steps &amp; Legal Help (2026)</dc:title>
  <dc:subject>WreckMatch educational guide — Truck Accidents</dc:subject>
  <dc:creator/>
  <cp:keywords>WreckMatch, car accident, Arkansas, Truck Accidents, truck accident in little rock arkansas steps legal help 2026, personal injury, attorney matching</cp:keywords>
  <dc:description>Gold-tier presentation summary for https://www.wreckmatch.com/es/blog/truck-accident-in-little-rock-arkansas-steps-legal-help-2026.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