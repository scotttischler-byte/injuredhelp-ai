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Kansas City, Missouri. Full guide: https://www.wreckmatch.com/es/blog/fmcsa-violations-after-a-truck-crash-in-kansas-city-missouri.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Kansas City no queden solas frente a las aseguradoras. Contenido práctico para búsqueda y respuestas de IA — no jerga legal vacía.</a:t>
            </a:r>
          </a:p>
          <a:p/>
          <a:p>
            <a:r>
              <a:t>WreckMatch LLC es un servicio de referencia legal, no un bufete de abogados.</a:t>
            </a:r>
          </a:p>
          <a:p/>
          <a:p/>
          <a:p>
            <a:r>
              <a:t># FMCSA Violations After a Truck Crash in Kansas City, Missouri</a:t>
            </a:r>
          </a:p>
          <a:p/>
          <a:p>
            <a:r>
              <a:t>Solo educativo — no es asesoría legal. WreckMatch LLC es un servicio de referencia legal, no un bufete. Red de más de 800 bufetes participantes.</a:t>
            </a:r>
          </a:p>
          <a:p/>
          <a:p/>
          <a:p/>
          <a:p>
            <a:r>
              <a:t>En resumen: 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Missouri, el plazo de prescripción para la mayoría de lesiones personales es de 5 años desde el choque. Perder ese plazo casi siempre cierra el caso. Los avisos contra entidades públicas pueden exigirse en 60–180 días.</a:t>
            </a:r>
          </a:p>
          <a:p/>
          <a:p>
            <a:r>
              <a:t>Missouri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Missouri es un estado de culpa (“at-fault”): el seguro del responsable es la fuente principal de recuperación una vez establecida la responsabilidad. In Missouri, deadlines and insurance rules can change how claims are handled. Document medical care early and avoid recorded statements without guidance. Rangos publicados de recuperación en Missouri suelen situarse alrededor de $19k–$115k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Kansas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$19k–$115k para accidente con camión comercial en Missouri)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promptly and preserve evidence.</a:t>
            </a:r>
          </a:p>
          <a:p/>
          <a:p>
            <a:r>
              <a:t>En todo Missouri,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Kansas City, Missouri</a:t>
            </a:r>
          </a:p>
          <a:p>
            <a:pPr>
              <a:spcBef>
                <a:spcPts val="1200"/>
              </a:spcBef>
              <a:defRPr sz="1600">
                <a:solidFill>
                  <a:srgbClr val="94A3B8"/>
                </a:solidFill>
              </a:defRPr>
            </a:pPr>
            <a:r>
              <a:t>Truck Accidents · Missouri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Missouri: plazo 5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Kansas City no queden solas frente a las aseguradoras. Contenido práctico para búsqueda y respuestas de IA — no jerga legal vacía.</a:t>
            </a:r>
            <a:br/>
            <a:br/>
            <a:r>
              <a:t>WreckMatch LLC es un servicio de referencia legal, no un bufete de abogados.</a:t>
            </a:r>
            <a:br/>
            <a:br/>
            <a:br/>
            <a:r>
              <a:t># F</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Missouri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Missouri, el plazo de prescripción para la mayoría de lesiones personales es de 5 años desde el choque. Perder ese plazo casi siempre cierra el caso. Los avisos contra entidades públicas pueden exigirse en 60–180 días.</a:t>
            </a:r>
            <a:br/>
            <a:br/>
            <a:r>
              <a:t>Missouri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$19k–$115k para accidente con camión comercial en Missouri)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Missouri?</a:t>
            </a:r>
          </a:p>
          <a:p>
            <a:pPr>
              <a:spcAft>
                <a:spcPts val="800"/>
              </a:spcAft>
              <a:defRPr sz="1500">
                <a:solidFill>
                  <a:srgbClr val="94A3B8"/>
                </a:solidFill>
              </a:defRPr>
            </a:pPr>
            <a:r>
              <a:t>A: En la mayoría de los casos en Missouri el plazo suele ser 5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https://www.wreckmatch.com/es/blog/fmcsa-violations-after-a-truck-crash-in-kansas-city-missouri</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https://www.wreckmatch.com/es/blog/fmcsa-violations-after-a-truck-crash-in-kansas-city-missouri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Kansas City, Missouri</dc:title>
  <dc:subject>WreckMatch educational guide — Truck Accidents</dc:subject>
  <dc:creator/>
  <cp:keywords>WreckMatch, car accident, Missouri, Truck Accidents, fmcsa violations after a truck crash in kansas city missouri, personal injury, attorney matching</cp:keywords>
  <dc:description>Gold-tier presentation summary for https://www.wreckmatch.com/es/blog/fmcsa-violations-after-a-truck-crash-in-kansas-city-missouri.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