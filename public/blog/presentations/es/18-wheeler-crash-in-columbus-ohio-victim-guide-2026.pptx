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Columbus, Ohio — Guía en español — Victim Guide (2026). Full guide: https://www.wreckmatch.com/es/blog/18-wheeler-crash-in-columbus-ohio-victim-guide-2026.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Columbus Ohio Victim Guide no queden solas frente a las aseguradoras. Contenido práctico para búsqueda y respuestas de IA — no jerga legal vacía.</a:t>
            </a:r>
          </a:p>
          <a:p/>
          <a:p>
            <a:r>
              <a:t>WreckMatch LLC es un servicio de referencia legal, no un bufete de abogados.</a:t>
            </a:r>
          </a:p>
          <a:p/>
          <a:p/>
          <a:p>
            <a:r>
              <a:t># 18-Wheeler Crash in Columbus, Ohio — Guía en español — Victim Guide (2026)</a:t>
            </a:r>
          </a:p>
          <a:p/>
          <a:p>
            <a:r>
              <a:t>Solo educativo — no es asesoría legal. WreckMatch LLC es un servicio de referencia legal, no un bufete. Red de más de 800 bufetes participantes.</a:t>
            </a:r>
          </a:p>
          <a:p/>
          <a:p/>
          <a:p/>
          <a:p>
            <a:r>
              <a:t>En resumen: 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Ohio, el plazo de prescripción para la mayoría de lesiones personales es de 2 años desde el choque. Perder ese plazo casi siempre cierra el caso. Los avisos contra entidades públicas pueden exigirse en 60–180 días.</a:t>
            </a:r>
          </a:p>
          <a:p/>
          <a:p>
            <a:r>
              <a:t>Ohio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Ohio es un estado de culpa (“at-fault”): el seguro del responsable es la fuente principal de recuperación una vez establecida la responsabilidad. In Ohio, deadlines and insurance rules can change how claims are handled. Document medical care early and avoid recorded statements without guidance. Rangos publicados de recuperación en Ohio suelen situarse alrededor de $19k–$120k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Columbus,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$19k–$120k para accidente con camión comercial en Ohio)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preserve evidence.</a:t>
            </a:r>
          </a:p>
          <a:p/>
          <a:p>
            <a:r>
              <a:t>En todo Ohio,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Columbus, Ohio — Guía en español — Victim Guide (2026)</a:t>
            </a:r>
          </a:p>
          <a:p>
            <a:pPr>
              <a:spcBef>
                <a:spcPts val="1200"/>
              </a:spcBef>
              <a:defRPr sz="1600">
                <a:solidFill>
                  <a:srgbClr val="94A3B8"/>
                </a:solidFill>
              </a:defRPr>
            </a:pPr>
            <a:r>
              <a:t>Truck Accidents · Ohio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Ohio: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Columbus Ohio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Columbus Ohio Victim Guide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Ohio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Ohio, el plazo de prescripción para la mayoría de lesiones personales es de 2 años desde el choque. Perder ese plazo casi siempre cierra el caso. Los avisos contra entidades públicas pueden exigirse en 60–180 días.</a:t>
            </a:r>
            <a:br/>
            <a:br/>
            <a:r>
              <a:t>Ohio aplica la regla de Modified 51%. La negligencia comparativa modificada (umbral 51%) permite recu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$19k–$120k para accidente con camión comercial en Ohio)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Ohio?</a:t>
            </a:r>
          </a:p>
          <a:p>
            <a:pPr>
              <a:spcAft>
                <a:spcPts val="800"/>
              </a:spcAft>
              <a:defRPr sz="1500">
                <a:solidFill>
                  <a:srgbClr val="94A3B8"/>
                </a:solidFill>
              </a:defRPr>
            </a:pPr>
            <a:r>
              <a:t>A: En la mayoría de los casos en Ohio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https://www.wreckmatch.com/es/blog/18-wheeler-crash-in-columbus-ohio-victim-guide-2026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https://www.wreckmatch.com/es/blog/18-wheeler-crash-in-columbus-ohio-victim-guide-2026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Columbus, Ohio — Guía en español — Victim Guide (2026)</dc:title>
  <dc:subject>WreckMatch educational guide — Truck Accidents</dc:subject>
  <dc:creator/>
  <cp:keywords>WreckMatch, car accident, Ohio, Truck Accidents, 18 wheeler crash in columbus ohio victim guide 2026, personal injury, attorney matching</cp:keywords>
  <dc:description>Gold-tier presentation summary for https://www.wreckmatch.com/es/blog/18-wheeler-crash-in-columbus-ohio-victim-guide-2026.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