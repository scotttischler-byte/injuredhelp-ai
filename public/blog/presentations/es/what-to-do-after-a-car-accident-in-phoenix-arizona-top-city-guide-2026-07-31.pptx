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Phoenix, Arizona — Guía en español — Top City Guide (2026-07-31). Full guide: https://www.wreckmatch.com/es/blog/what-to-do-after-a-car-accident-in-phoenix-arizona-top-city-guide-2026-07-31.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Arizona: plazo 2 años · regla Pure comparative · seguro mínimo 25/50/15.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Phoenix Arizona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Phoenix, Arizona — Guía en español — Top City Guide (2026-07-31)</a:t>
            </a:r>
          </a:p>
          <a:p/>
          <a:p>
            <a:r>
              <a:t>Solo educativo — no es asesoría legal. WreckMatch LLC es un servicio de referencia legal, no un bufete. Red de más de 800 bufetes participantes.</a:t>
            </a:r>
          </a:p>
          <a:p/>
          <a:p/>
          <a:p/>
          <a:p>
            <a:r>
              <a:t>En resumen: Datos rápidos de Arizona: plazo 2 años · regla Pure comparative · seguro mínimo 25/50/15.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Arizona, el plazo de prescripción para la mayoría de lesiones personales es de 2 años desde el choque. Perder ese plazo casi siempre cierra el caso. Los avisos contra entidades públicas pueden exigirse en 60–180 días.</a:t>
            </a:r>
          </a:p>
          <a:p/>
          <a:p>
            <a:r>
              <a:t>Arizona aplica la regla de Pure comparative. La negligencia comparativa pura reduce su recuperación según su porcentaje de culpa, pero no la elimina por completo. El seguro mínimo obligatorio es 25/50/15. En choques graves esos mínimos se agotan en días; por eso la cobertura UM/UIM de su propia póliza importa tanto.</a:t>
            </a:r>
          </a:p>
          <a:p/>
          <a:p>
            <a:r>
              <a:t>Arizona es un estado de culpa (“at-fault”): el seguro del responsable es la fuente principal de recuperación una vez establecida la responsabilidad. In Arizona, deadlines and insurance rules can change how claims are handled. Document medical care early and avoid recorded statements without guidance. Rangos publicados de recuperación en Arizona suelen situarse alrededor de $20k–$110k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Phoenix,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$20k–$110k para situación después del choque en Arizona)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Phoenix, Arizona, opciones de atención incluyen Regional Medical Center, Level I/II trauma center (verify locally). El volumen de choques en esta zona se concentra en Interstate corridors, State routes near metro area. Phoenix sees heavy commuter traffic and intersection crashes. Seek care promptly and preserve evidence.</a:t>
            </a:r>
          </a:p>
          <a:p/>
          <a:p>
            <a:r>
              <a:t>En todo Arizona, el seguro mínimo es 25/50/15.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Phoenix, Arizona — Guía en español — Top City Guide (2026-07-31)</a:t>
            </a:r>
          </a:p>
          <a:p>
            <a:pPr>
              <a:spcBef>
                <a:spcPts val="1200"/>
              </a:spcBef>
              <a:defRPr sz="1600">
                <a:solidFill>
                  <a:srgbClr val="94A3B8"/>
                </a:solidFill>
              </a:defRPr>
            </a:pPr>
            <a:r>
              <a:t>Arizona · Arizona · 2026-07-31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Arizona: plazo 2 años · regla Pure comparative · seguro mínimo 25/50/15.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Phoenix Arizona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Phoenix Arizona Top City Guide 2026 07 no queden solas frente a las aseguradoras. Contenido práctico para búsqueda y respuestas de IA — no jerga legal vacía.</a:t>
            </a:r>
            <a:br/>
            <a:br/>
            <a:r>
              <a:t>WreckMatch LLC es un servicio de referencia legal, no u</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Arizona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Arizona, el plazo de prescripción para la mayoría de lesiones personales es de 2 años desde el choque. Perder ese plazo casi siempre cierra el caso. Los avisos contra entidades públicas pueden exigirse en 60–180 días.</a:t>
            </a:r>
            <a:br/>
            <a:br/>
            <a:r>
              <a:t>Arizona aplica la regla de Pure comparative. La negligencia comparativa pura reduce su recuperació</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$20k–$110k para situación después del choque en Arizona) describen casos pasados, no el suyo.</a:t>
            </a:r>
            <a:br/>
            <a:br/>
            <a:r>
              <a:t>El valor depende de: facturas médicas actuales y futuras, salarios perdidos, gravedad permanente, claridad </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Phoenix</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Phoenix, Arizona, opciones de atención incluyen Regional Medical Center, Level I/II trauma center (verify locally). El volumen de choques en esta zona se concentra en Interstate corridors, State routes near metro area. Phoenix sees heavy commuter traffic and intersection crashes. Seek care promptly and</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Arizona?</a:t>
            </a:r>
          </a:p>
          <a:p>
            <a:pPr>
              <a:spcAft>
                <a:spcPts val="800"/>
              </a:spcAft>
              <a:defRPr sz="1500">
                <a:solidFill>
                  <a:srgbClr val="94A3B8"/>
                </a:solidFill>
              </a:defRPr>
            </a:pPr>
            <a:r>
              <a:t>A: En la mayoría de los casos en Arizona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https://www.wreckmatch.com/es/blog/what-to-do-after-a-car-accident-in-phoenix-arizona-top-city-guide-2026-07-31</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https://www.wreckmatch.com/es/blog/what-to-do-after-a-car-accident-in-phoenix-arizona-top-city-guide-2026-07-31</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Phoenix, Arizona — Guía en español — Top City Guide (2026-07-31)</dc:title>
  <dc:subject>WreckMatch educational guide — Arizona</dc:subject>
  <dc:creator/>
  <cp:keywords>WreckMatch, car accident, Arizona, Arizona, what to do after a car accident in phoenix arizona top city guide 2026 07 31, personal injury, attorney matching</cp:keywords>
  <dc:description>Gold-tier presentation summary for https://www.wreckmatch.com/es/blog/what-to-do-after-a-car-accident-in-phoenix-arizona-top-city-guide-2026-07-31.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