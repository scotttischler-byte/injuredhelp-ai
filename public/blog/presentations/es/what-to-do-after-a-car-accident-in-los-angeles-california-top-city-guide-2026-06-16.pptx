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Los Angeles, California — Guía en español — Top City Guide (2026-06-16). Full guide: https://www.wreckmatch.com/es/blog/what-to-do-after-a-car-accident-in-los-angeles-california-top-city-guide-2026-06-16.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Los Angeles California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Los Angeles, California — Guía en español — Top City Guide (2026-06-16)</a:t>
            </a:r>
          </a:p>
          <a:p/>
          <a:p>
            <a:r>
              <a:t>Solo educativo — no es asesoría legal. WreckMatch LLC es un servicio de referencia legal, no un bufete. Red de más de 800 bufetes participantes.</a:t>
            </a:r>
          </a:p>
          <a:p/>
          <a:p/>
          <a:p/>
          <a:p>
            <a:r>
              <a:t>En resumen: 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California, el plazo de prescripción para la mayoría de lesiones personales es de 2 años desde el choque. Perder ese plazo casi siempre cierra el caso. Los avisos contra entidades públicas pueden exigirse en 60–180 días.</a:t>
            </a:r>
          </a:p>
          <a:p/>
          <a:p>
            <a:r>
              <a:t>California aplica la regla de Pure comparative. La negligencia comparativa pura reduce su recuperación según su porcentaje de culpa, pero no la elimina por completo. El seguro mínimo obligatorio es 15/30/5. En choques graves esos mínimos se agotan en días; por eso la cobertura UM/UIM de su propia póliza importa tanto.</a:t>
            </a:r>
          </a:p>
          <a:p/>
          <a:p>
            <a:r>
              <a:t>California es un estado de culpa (“at-fault”): el seguro del responsable es la fuente principal de recuperación una vez establecida la responsabilidad. In California, deadlines and insurance rules can change how claims are handled. Document medical care early and avoid recorded statements without guidance. Rangos publicados de recuperación en California suelen situarse alrededor de $25k–$250k+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Los Angeles,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$25k–$250k+ para situación después del choque en California)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promptly and preserve evidence.</a:t>
            </a:r>
          </a:p>
          <a:p/>
          <a:p>
            <a:r>
              <a:t>En todo California, el seguro mínimo es 15/30/5.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Los Angeles, California — Guía en español — Top City Guide (2026-06-16)</a:t>
            </a:r>
          </a:p>
          <a:p>
            <a:pPr>
              <a:spcBef>
                <a:spcPts val="1200"/>
              </a:spcBef>
              <a:defRPr sz="1600">
                <a:solidFill>
                  <a:srgbClr val="94A3B8"/>
                </a:solidFill>
              </a:defRPr>
            </a:pPr>
            <a:r>
              <a:t>California · California · 2026-06-16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California: plazo 2 años · regla Pure comparative · seguro mínimo 15/30/5.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Los Angeles California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Los Angeles California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California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California, el plazo de prescripción para la mayoría de lesiones personales es de 2 años desde el choque. Perder ese plazo casi siempre cierra el caso. Los avisos contra entidades públicas pueden exigirse en 60–180 días.</a:t>
            </a:r>
            <a:br/>
            <a:br/>
            <a:r>
              <a:t>California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$25k–$250k+ para situación después del choque en California)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California?</a:t>
            </a:r>
          </a:p>
          <a:p>
            <a:pPr>
              <a:spcAft>
                <a:spcPts val="800"/>
              </a:spcAft>
              <a:defRPr sz="1500">
                <a:solidFill>
                  <a:srgbClr val="94A3B8"/>
                </a:solidFill>
              </a:defRPr>
            </a:pPr>
            <a:r>
              <a:t>A: En la mayoría de los casos en California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https://www.wreckmatch.com/es/blog/what-to-do-after-a-car-accident-in-los-angeles-california-top-city-guide-2026-06-16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https://www.wreckmatch.com/es/blog/what-to-do-after-a-car-accident-in-los-angeles-california-top-city-guide-2026-06-16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Los Angeles, California — Guía en español — Top City Guide (2026-06-16)</dc:title>
  <dc:subject>WreckMatch educational guide — California</dc:subject>
  <dc:creator/>
  <cp:keywords>WreckMatch, car accident, California, California, what to do after a car accident in los angeles california top city guide 2026 06 16, personal injury, attorney matching</cp:keywords>
  <dc:description>Gold-tier presentation summary for https://www.wreckmatch.com/es/blog/what-to-do-after-a-car-accident-in-los-angeles-california-top-city-guide-2026-06-16.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