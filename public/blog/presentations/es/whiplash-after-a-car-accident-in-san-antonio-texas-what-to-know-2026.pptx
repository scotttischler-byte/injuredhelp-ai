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Whiplash After a Car Accident in San Antonio, Texas — Guía en español — What to Know (2026). Full guide: https://www.wreckmatch.com/es/blog/whiplash-after-a-car-accident-in-san-antonio-texas-what-to-know-2026.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Texas: plazo 2 años · regla Modified 51% · seguro mínimo 30/60/25.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San Antonio Texas What To Know no queden solas frente a las aseguradoras. Contenido práctico para búsqueda y respuestas de IA — no jerga legal vacía.</a:t>
            </a:r>
          </a:p>
          <a:p/>
          <a:p>
            <a:r>
              <a:t>WreckMatch LLC es un servicio de referencia legal, no un bufete de abogados.</a:t>
            </a:r>
          </a:p>
          <a:p/>
          <a:p/>
          <a:p>
            <a:r>
              <a:t># Whiplash After a Car Accident in San Antonio, Texas — Guía en español — What to Know (2026)</a:t>
            </a:r>
          </a:p>
          <a:p/>
          <a:p>
            <a:r>
              <a:t>Solo educativo — no es asesoría legal. WreckMatch LLC es un servicio de referencia legal, no un bufete. Red de más de 800 bufetes participantes.</a:t>
            </a:r>
          </a:p>
          <a:p/>
          <a:p/>
          <a:p/>
          <a:p>
            <a:r>
              <a:t>En resumen: Datos rápidos de Texas: plazo 2 años · regla Modified 51% · seguro mínimo 30/60/25.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Texas, el plazo de prescripción para la mayoría de lesiones personales es de 2 años desde el choque. Perder ese plazo casi siempre cierra el caso. Los avisos contra entidades públicas pueden exigirse en 60–180 días.</a:t>
            </a:r>
          </a:p>
          <a:p/>
          <a:p>
            <a:r>
              <a:t>Texas aplica la regla de Modified 51%. La negligencia comparativa modificada (umbral 51%) permite recuperar si su culpa es 50% o menos; por encima del 51% pierde el caso. El seguro mínimo obligatorio es 30/60/25. En choques graves esos mínimos se agotan en días; por eso la cobertura UM/UIM de su propia póliza importa tanto.</a:t>
            </a:r>
          </a:p>
          <a:p/>
          <a:p>
            <a:r>
              <a:t>Texas es un estado de culpa (“at-fault”): el seguro del responsable es la fuente principal de recuperación una vez establecida la responsabilidad. In Texas, deadlines and insurance rules can change how claims are handled. Document medical care early and avoid recorded statements without guidance. Rangos publicados de recuperación en Texas suelen situarse alrededor de $22k–$180k — describen casos pasados, no una promesa para el suyo.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San Antonio, los latigazo cervical y lesión de tejidos blandoss frecuentes ocurren cerca de I-35 y Loop 410; centros con trauma incluyen University Hospital y Methodist Hospital.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“autorización médica” amplia sin abogado.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latigazo cervical y lesión de tejidos blandos,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$22k–$180k para latigazo cervical y lesión de tejidos blandos en Texas)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San Antonio, Texas, opciones de atención incluyen University Hospital, Methodist Hospital, Baptist Medical Center. El volumen de choques en esta zona se concentra en I-35, Loop 410, US-281. San Antonio sees roughly 39,000 reported crashes annually. I-35 and Loop 410 intersection collisions are frequent — document the scene and get medical care promptly.</a:t>
            </a:r>
          </a:p>
          <a:p/>
          <a:p>
            <a:r>
              <a:t>En todo Texas, el seguro mínimo es 30/60/25.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latigazo cervical y lesión de tejidos blandos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Whiplash After a Car Accident in San Antonio, Texas — Guía en español — What to Know (2026)</a:t>
            </a:r>
          </a:p>
          <a:p>
            <a:pPr>
              <a:spcBef>
                <a:spcPts val="1200"/>
              </a:spcBef>
              <a:defRPr sz="1600">
                <a:solidFill>
                  <a:srgbClr val="94A3B8"/>
                </a:solidFill>
              </a:defRPr>
            </a:pPr>
            <a:r>
              <a:t>Texas · Texas · 2026-05-22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Texas: plazo 2 años · regla Modified 51% · seguro mínimo 30/60/25.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San Antonio Texas What To Know</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San Antonio Texas What To Know no queden solas frente a las aseguradoras. Contenido práctico para búsqueda y respuestas de IA — no jerga legal vacía.</a:t>
            </a:r>
            <a:br/>
            <a:br/>
            <a:r>
              <a:t>WreckMatch LLC es un servicio de referencia legal, no un bufete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Texas para latigazo cervical y lesión de tejidos blandos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Texas, el plazo de prescripción para la mayoría de lesiones personales es de 2 años desde el choque. Perder ese plazo casi siempre cierra el caso. Los avisos contra entidades públicas pueden exigirse en 60–180 días.</a:t>
            </a:r>
            <a:br/>
            <a:br/>
            <a:r>
              <a:t>Texas aplica la regla de Modified 51%. La negligencia comparativa modificada (umbral 51%) permite 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latigazo cervical y lesión de tejidos blandos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latigazo cervical y lesión de tejidos blandos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latigazo cervical y lesión de tejidos blandos,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$22k–$180k para latigazo cervical y lesión de tejidos blandos en Texas) describen casos pasados, no el suyo.</a:t>
            </a:r>
            <a:br/>
            <a:br/>
            <a:r>
              <a:t>El valor depende de: facturas médicas actuales y futuras, salarios perdidos, gravedad perman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San Antonio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San Antonio, Texas, opciones de atención incluyen University Hospital, Methodist Hospital, Baptist Medical Center. El volumen de choques en esta zona se concentra en I-35, Loop 410, US-281. San Antonio sees roughly 39,000 reported crashes annually. I-35 and Loop 410 intersection collisions are frequent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latigazo cervical y lesión de tejidos blandos por contingencia.</a:t>
            </a:r>
            <a:br/>
            <a:br/>
            <a:r>
              <a:t>La intake solo pide lo necesario: estado, qué pasó, si hubo tratamiento médico y su </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latigazo cervical y lesión de tejidos blandos en Texas?</a:t>
            </a:r>
          </a:p>
          <a:p>
            <a:pPr>
              <a:spcAft>
                <a:spcPts val="800"/>
              </a:spcAft>
              <a:defRPr sz="1500">
                <a:solidFill>
                  <a:srgbClr val="94A3B8"/>
                </a:solidFill>
              </a:defRPr>
            </a:pPr>
            <a:r>
              <a:t>A: En la mayoría de los casos en Texas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https://www.wreckmatch.com/es/blog/whiplash-after-a-car-accident-in-san-antonio-texas-what-to-know-2026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https://www.wreckmatch.com/es/blog/whiplash-after-a-car-accident-in-san-antonio-texas-what-to-know-2026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Whiplash After a Car Accident in San Antonio, Texas — Guía en español — What to Know (2026)</dc:title>
  <dc:subject>WreckMatch educational guide — Texas</dc:subject>
  <dc:creator/>
  <cp:keywords>WreckMatch, car accident, Texas, Texas, whiplash after a car accident in san antonio texas what to know 2026, personal injury, attorney matching</cp:keywords>
  <dc:description>Gold-tier presentation summary for https://www.wreckmatch.com/es/blog/whiplash-after-a-car-accident-in-san-antonio-texas-what-to-know-2026.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