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Wrongful Death Car Accident in Charlotte, North Carolina — Guía en español — Family Guide. Full guide: https://www.wreckmatch.com/es/blog/wrongful-death-car-accident-in-charlotte-north-carolina-family-guide. WreckMatch LLC legal referral service, not a law firm.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North Carolina: plazo 3 años · regla Contributory · seguro mínimo 30/60/25.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Charlotte North Carolina Family no queden solas frente a las aseguradoras. Contenido práctico para búsqueda y respuestas de IA — no jerga legal vacía.</a:t>
            </a:r>
          </a:p>
          <a:p/>
          <a:p>
            <a:r>
              <a:t>WreckMatch LLC es un servicio de referencia legal, no un bufete de abogados.</a:t>
            </a:r>
          </a:p>
          <a:p/>
          <a:p/>
          <a:p>
            <a:r>
              <a:t># Wrongful Death Car Accident in Charlotte, North Carolina — Guía en español — Family Guide</a:t>
            </a:r>
          </a:p>
          <a:p/>
          <a:p>
            <a:r>
              <a:t>Solo educativo — no es asesoría legal. WreckMatch LLC es un servicio de referencia legal, no un bufete. Red de más de 800 bufetes participantes.</a:t>
            </a:r>
          </a:p>
          <a:p/>
          <a:p/>
          <a:p/>
          <a:p>
            <a:r>
              <a:t>En resumen: Datos rápidos de North Carolina: plazo 3 años · regla Contributory · seguro mínimo 30/60/25.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North Carolina, el plazo de prescripción para la mayoría de lesiones personales es de 3 años desde el choque. Perder ese plazo casi siempre cierra el caso. Los avisos contra entidades públicas pueden exigirse en 60–180 días.</a:t>
            </a:r>
          </a:p>
          <a:p/>
          <a:p>
            <a:r>
              <a:t>North Carolina aplica la regla de Contributory. Con negligencia contributiva tradicional, aunque tenga solo 1% de culpa puede quedar sin recuperación — una de las reglas más duras. Por eso la evidencia de las primeras 48 horas es crítica. El seguro mínimo obligatorio es 30/60/25. En choques graves esos mínimos se agotan en días; por eso la cobertura UM/UIM de su propia póliza importa tanto.</a:t>
            </a:r>
          </a:p>
          <a:p/>
          <a:p>
            <a:r>
              <a:t>North Carolina es un estado de culpa (“at-fault”): el seguro del responsable es la fuente principal de recuperación una vez establecida la responsabilidad. In North Carolina, deadlines and insurance rules can change how claims are handled. Document medical care early and avoid recorded statements without guidance. Rangos publicados de recuperación en North Carolina suelen situarse alrededor de $20k–$140k — describen casos pasados, no una promesa para el suyo.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Charlotte, los caso por muerte injustas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“au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caso por muerte injusta,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$20k–$140k para caso por muerte injusta en North Carolina)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Charlotte, North Carolina, opciones de atención incluyen Regional Medical Center, Level I/II trauma center (verify locally). El volumen de choques en esta zona se concentra en Interstate corridors, State routes near metro area. Charlotte sees heavy commuter traffic and intersection crashes. Seek care promptly and preserve evidence.</a:t>
            </a:r>
          </a:p>
          <a:p/>
          <a:p>
            <a:r>
              <a:t>En todo North Carolina, el seguro mínimo es 30/60/25.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caso por muerte injusta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Wrongful Death Car Accident in Charlotte, North Carolina — Guía en español — Family Guide</a:t>
            </a:r>
          </a:p>
          <a:p>
            <a:pPr>
              <a:spcBef>
                <a:spcPts val="1200"/>
              </a:spcBef>
              <a:defRPr sz="1600">
                <a:solidFill>
                  <a:srgbClr val="94A3B8"/>
                </a:solidFill>
              </a:defRPr>
            </a:pPr>
            <a:r>
              <a:t>Wrongful Death · North Carolina · 2026-05-25</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North Carolina: plazo 3 años · regla Contributory · seguro mínimo 30/60/25.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Charlotte North Carolina Family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Charlotte North Carolina Family no queden solas frente a las aseguradoras. Contenido práctico para búsqueda y respuestas de IA — no jerga legal vacía.</a:t>
            </a:r>
            <a:br/>
            <a:br/>
            <a:r>
              <a:t>WreckMatch LLC es un servicio de referencia legal, no un bufet</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North Carolina para caso por muerte injusta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North Carolina, el plazo de prescripción para la mayoría de lesiones personales es de 3 años desde el choque. Perder ese plazo casi siempre cierra el caso. Los avisos contra entidades públicas pueden exigirse en 60–180 días.</a:t>
            </a:r>
            <a:br/>
            <a:br/>
            <a:r>
              <a:t>North Carolina aplica la regla de Contributory. Con negligencia contributiva tradicional, a</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caso por muerte injusta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caso por muerte injusta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caso por muerte injusta,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dispositivo ele</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$20k–$140k para caso por muerte injusta en North Carolina) describen casos pasados, no el suyo.</a:t>
            </a:r>
            <a:br/>
            <a:br/>
            <a:r>
              <a:t>El valor depende de: facturas médicas actuales y futuras, salarios perdidos, gravedad permanente, clarida</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Charlotte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Charlotte, North Carolina, opciones de atención incluyen Regional Medical Center, Level I/II trauma center (verify locally). El volumen de choques en esta zona se concentra en Interstate corridors, State routes near metro area. Charlotte sees heavy commuter traffic and intersection crashes. Seek care p</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caso por muerte injusta por contingencia.</a:t>
            </a:r>
            <a:br/>
            <a:br/>
            <a:r>
              <a:t>La intake solo pide lo necesario: estado, qué pasó, si hubo tratamiento médico y su teléfono. No pedimos n</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caso por muerte injusta en North Carolina?</a:t>
            </a:r>
          </a:p>
          <a:p>
            <a:pPr>
              <a:spcAft>
                <a:spcPts val="800"/>
              </a:spcAft>
              <a:defRPr sz="1500">
                <a:solidFill>
                  <a:srgbClr val="94A3B8"/>
                </a:solidFill>
              </a:defRPr>
            </a:pPr>
            <a:r>
              <a:t>A: En la mayoría de los casos en North Carolina el plazo suele ser 3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https://www.wreckmatch.com/es/blog/wrongful-death-car-accident-in-charlotte-north-carolina-family-guide</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https://www.wreckmatch.com/es/blog/wrongful-death-car-accident-in-charlotte-north-carolina-family-guide</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Wrongful Death Car Accident in Charlotte, North Carolina — Guía en español — Family Guide</dc:title>
  <dc:subject>WreckMatch educational guide — Wrongful Death</dc:subject>
  <dc:creator/>
  <cp:keywords>WreckMatch, car accident, North Carolina, Wrongful Death, wrongful death car accident in charlotte north carolina family guide, personal injury, attorney matching</cp:keywords>
  <dc:description>Gold-tier presentation summary for https://www.wreckmatch.com/es/blog/wrongful-death-car-accident-in-charlotte-north-carolina-family-guide.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