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Newark, New Jersey: Legal Steps (2026). Full guide: https://www.wreckmatch.com/es/blog/tractor-trailer-injury-in-newark-new-jersey-legal-steps-2026.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Newark New Jersey Legal Steps no queden solas frente a las aseguradoras. Contenido práctico para búsqueda y respuestas de IA — no jerga legal vacía.</a:t>
            </a:r>
          </a:p>
          <a:p/>
          <a:p>
            <a:r>
              <a:t>WreckMatch LLC es un servicio de referencia legal, no un bufete de abogados.</a:t>
            </a:r>
          </a:p>
          <a:p/>
          <a:p/>
          <a:p>
            <a:r>
              <a:t># Tractor-Trailer Injury in Newark, New Jersey: Legal Steps (2026)</a:t>
            </a:r>
          </a:p>
          <a:p/>
          <a:p>
            <a:r>
              <a:t>Solo educativo — no es asesoría legal. WreckMatch LLC es un servicio de referencia legal, no un bufete. Red de más de 800 bufetes participantes.</a:t>
            </a:r>
          </a:p>
          <a:p/>
          <a:p/>
          <a:p/>
          <a:p>
            <a:r>
              <a:t>En resumen: 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Jersey, el plazo de prescripción para la mayoría de lesiones personales es de 2 años desde el choque. Perder ese plazo casi siempre cierra el caso. Los avisos contra entidades públicas pueden exigirse en 60–180 días.</a:t>
            </a:r>
          </a:p>
          <a:p/>
          <a:p>
            <a:r>
              <a:t>New Jersey aplica la regla de Modified comparative. Las reglas de culpa comparativa pueden reducir o eliminar la recuperación; documentar la responsabilidad del otro conductor desde el inicio es esencial. El seguro mínimo obligatorio es 15/30/5 (PIP). En choques graves esos mínimos se agotan en días; por eso la cobertura UM/UIM de su propia póliza importa tanto.</a:t>
            </a:r>
          </a:p>
          <a:p/>
          <a:p>
            <a:r>
              <a:t>New Jersey es un estado “no-fault”: su PIP suele pagar las primeras facturas médicas sin importar la culpa. Normalmente solo puede demandar al responsable si cruza el umbral de “lesión grave” definido por la ley local. In New Jersey, deadlines and insurance rules can change how claims are handled. Document medical care early and avoid recorded statements without guidance. Rangos publicados de recuperación en New Jersey suelen situarse alrededor de $25k–$170k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Newark,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$25k–$170k para accidente con camión comercial en New Jersey)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and preserve evidence.</a:t>
            </a:r>
          </a:p>
          <a:p/>
          <a:p>
            <a:r>
              <a:t>En todo New Jersey,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Newark, New Jersey: Legal Steps (2026)</a:t>
            </a:r>
          </a:p>
          <a:p>
            <a:pPr>
              <a:spcBef>
                <a:spcPts val="1200"/>
              </a:spcBef>
              <a:defRPr sz="1600">
                <a:solidFill>
                  <a:srgbClr val="94A3B8"/>
                </a:solidFill>
              </a:defRPr>
            </a:pPr>
            <a:r>
              <a:t>Truck Accidents · New Jersey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Jersey: plazo 2 años · regla Modified comparative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Newark New Jersey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Newark New Jersey Legal Steps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Jersey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Jersey, el plazo de prescripción para la mayoría de lesiones personales es de 2 años desde el choque. Perder ese plazo casi siempre cierra el caso. Los avisos contra entidades públicas pueden exigirse en 60–180 días.</a:t>
            </a:r>
            <a:br/>
            <a:br/>
            <a:r>
              <a:t>New Jersey aplica la regla de Modified comparative. Las reglas de culpa comparativa pueden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$25k–$170k para accidente con camión comercial en New Jersey)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Jersey?</a:t>
            </a:r>
          </a:p>
          <a:p>
            <a:pPr>
              <a:spcAft>
                <a:spcPts val="800"/>
              </a:spcAft>
              <a:defRPr sz="1500">
                <a:solidFill>
                  <a:srgbClr val="94A3B8"/>
                </a:solidFill>
              </a:defRPr>
            </a:pPr>
            <a:r>
              <a:t>A: En la mayoría de los casos en New Jersey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https://www.wreckmatch.com/es/blog/tractor-trailer-injury-in-newark-new-jersey-legal-steps-2026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https://www.wreckmatch.com/es/blog/tractor-trailer-injury-in-newark-new-jersey-legal-steps-2026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Newark, New Jersey: Legal Steps (2026)</dc:title>
  <dc:subject>WreckMatch educational guide — Truck Accidents</dc:subject>
  <dc:creator/>
  <cp:keywords>WreckMatch, car accident, New Jersey, Truck Accidents, tractor trailer injury in newark new jersey legal steps 2026, personal injury, attorney matching</cp:keywords>
  <dc:description>Gold-tier presentation summary for https://www.wreckmatch.com/es/blog/tractor-trailer-injury-in-newark-new-jersey-legal-steps-2026.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