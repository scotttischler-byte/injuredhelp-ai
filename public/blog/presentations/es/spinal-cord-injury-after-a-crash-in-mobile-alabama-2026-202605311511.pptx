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Mobile, Alabama (2026). Full guide: https://www.wreckmatch.com/es/blog/spinal-cord-injury-after-a-crash-in-mobile-alabama-2026-202605311511.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Mobile Alabama 2026 no queden solas frente a las aseguradoras. Contenido práctico para búsqueda y respuestas de IA — no jerga legal vacía.</a:t>
            </a:r>
          </a:p>
          <a:p/>
          <a:p>
            <a:r>
              <a:t>WreckMatch LLC es un servicio de referencia legal, no un bufete de abogados.</a:t>
            </a:r>
          </a:p>
          <a:p/>
          <a:p/>
          <a:p>
            <a:r>
              <a:t># Spinal Cord Injury After a Crash in Mobile,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Mobile,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de médula espinal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Mobile,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Mobile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Mobile Alabama 2026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de médula espinal en Alabama)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Mobile, Alabama, opciones de atención incluyen Regional Medical Center, Level I/II trauma center (verify locally). El volumen de choques en esta zona se concentra en Interstate corridors, State routes near metro area. Mobile sees heavy commuter traffic and intersection crashes. Seek care promptly and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https://www.wreckmatch.com/es/blog/spinal-cord-injury-after-a-crash-in-mobile-alabama-2026-202605311511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https://www.wreckmatch.com/es/blog/spinal-cord-injury-after-a-crash-in-mobile-alabama-2026-202605311511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Mobile, Alabama (2026)</dc:title>
  <dc:subject>WreckMatch educational guide — Severe Injury</dc:subject>
  <dc:creator/>
  <cp:keywords>WreckMatch, car accident, Alabama, Severe Injury, spinal cord injury after a crash in mobile alabama 2026 202605311511, personal injury, attorney matching</cp:keywords>
  <dc:description>Gold-tier presentation summary for https://www.wreckmatch.com/es/blog/spinal-cord-injury-after-a-crash-in-mobile-alabama-2026-202605311511.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