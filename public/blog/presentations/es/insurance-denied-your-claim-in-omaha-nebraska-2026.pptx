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Insurance Denied Your Claim in Omaha? (Nebraska 2026). Full guide: https://www.wreckmatch.com/es/blog/insurance-denied-your-claim-in-omaha-nebraska-2026.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Omaha Nebraska no queden solas frente a las aseguradoras. Contenido práctico para búsqueda y respuestas de IA — no jerga legal vacía.</a:t>
            </a:r>
          </a:p>
          <a:p/>
          <a:p>
            <a:r>
              <a:t>WreckMatch LLC es un servicio de referencia legal, no un bufete de abogados.</a:t>
            </a:r>
          </a:p>
          <a:p/>
          <a:p/>
          <a:p>
            <a:r>
              <a:t># Insurance Denied Your Claim in Omaha? (Nebraska 2026)</a:t>
            </a:r>
          </a:p>
          <a:p/>
          <a:p>
            <a:r>
              <a:t>Solo educativo — no es asesoría legal. WreckMatch LLC es un servicio de referencia legal, no un bufete. Red de más de 800 bufetes participantes.</a:t>
            </a:r>
          </a:p>
          <a:p/>
          <a:p/>
          <a:p/>
          <a:p>
            <a:r>
              <a:t>En resumen: 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Nebraska, el plazo de prescripción para la mayoría de lesiones personales es de 4 años desde el choque. Perder ese plazo casi siempre cierra el caso. Los avisos contra entidades públicas pueden exigirse en 60–180 días.</a:t>
            </a:r>
          </a:p>
          <a:p/>
          <a:p>
            <a:r>
              <a:t>Nebraska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Nebraska es un estado de culpa (“at-fault”): el seguro del responsable es la fuente principal de recuperación una vez establecida la responsabilidad. In Nebraska, deadlines and insurance rules can change how claims are handled. Document medical care early and avoid recorded statements without guidance. Rangos publicados de recuperación en Nebraska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Omaha, los disputa con la aseguradoras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ajustadores usan software (Colossus, ClaimIQ u otros) que puntúa diagnósticos, frecuencia de tratamiento y el lenguaje del médico. “Esguince de cuello” vale menos que “hernia C5-C6 con radiculopatía” en el mismo paciente.</a:t>
            </a:r>
          </a:p>
          <a:p/>
          <a:p>
            <a:r>
              <a:t>Tácticas habituales: oferta inicial baja, declaración grabada temprana, autorización médica amplia y “anticipos” que luego se descuentan del acuerdo final.</a:t>
            </a:r>
          </a:p>
          <a:p/>
          <a:p>
            <a:r>
              <a:t>Documente pérdida no económica — sueño, eventos familiares, miedo a manejar — en notas y tratamiento constante.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disputa con la aseguradora en Nebraska)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preserve evidence.</a:t>
            </a:r>
          </a:p>
          <a:p/>
          <a:p>
            <a:r>
              <a:t>En todo Nebraska,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disputa con la aseguradora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Insurance Denied Your Claim in Omaha? (Nebraska 2026)</a:t>
            </a:r>
          </a:p>
          <a:p>
            <a:pPr>
              <a:spcBef>
                <a:spcPts val="1200"/>
              </a:spcBef>
              <a:defRPr sz="1600">
                <a:solidFill>
                  <a:srgbClr val="94A3B8"/>
                </a:solidFill>
              </a:defRPr>
            </a:pPr>
            <a:r>
              <a:t>Nebraska · Nebraska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Nebraska: plazo 4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Omaha Nebraska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Omaha Nebraska no queden solas frente a las aseguradoras. Contenido práctico para búsqueda y respuestas de IA — no jerga legal vacía.</a:t>
            </a:r>
            <a:br/>
            <a:br/>
            <a:r>
              <a:t>WreckMatch LLC es un servicio de referencia legal, no un bufete de abogados.</a:t>
            </a:r>
            <a:br/>
            <a:b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Nebraska para disputa con la aseguradora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Nebraska, el plazo de prescripción para la mayoría de lesiones personales es de 4 años desde el choque. Perder ese plazo casi siempre cierra el caso. Los avisos contra entidades públicas pueden exigirse en 60–180 días.</a:t>
            </a:r>
            <a:br/>
            <a:br/>
            <a:r>
              <a:t>Nebraska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disputa con la aseguradora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las aseguradoras evalúan su reclamo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ajustadores usan software (Colossus, ClaimIQ u otros) que puntúa diagnósticos, frecuencia de tratamiento y el lenguaje del médico. “Esguince de cuello” vale menos que “hernia C5-C6 con radiculopatía” en el mismo paciente.</a:t>
            </a:r>
            <a:br/>
            <a:br/>
            <a:r>
              <a:t>Tácticas habituales: oferta inicial baja, declaración grabada temprana, autorización médica 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disputa con la aseguradora en Nebraska)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disputa con la aseguradora por contingencia.</a:t>
            </a:r>
            <a:br/>
            <a:br/>
            <a:r>
              <a:t>La intake solo pide lo necesario: estado, qué pasó, si hubo tratamiento médico y su teléfono. No pedimo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disputa con la aseguradora en Nebraska?</a:t>
            </a:r>
          </a:p>
          <a:p>
            <a:pPr>
              <a:spcAft>
                <a:spcPts val="800"/>
              </a:spcAft>
              <a:defRPr sz="1500">
                <a:solidFill>
                  <a:srgbClr val="94A3B8"/>
                </a:solidFill>
              </a:defRPr>
            </a:pPr>
            <a:r>
              <a:t>A: En la mayoría de los casos en Nebraska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https://www.wreckmatch.com/es/blog/insurance-denied-your-claim-in-omaha-nebraska-2026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https://www.wreckmatch.com/es/blog/insurance-denied-your-claim-in-omaha-nebraska-2026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Insurance Denied Your Claim in Omaha? (Nebraska 2026)</dc:title>
  <dc:subject>WreckMatch educational guide — Nebraska</dc:subject>
  <dc:creator/>
  <cp:keywords>WreckMatch, car accident, Nebraska, Nebraska, insurance denied your claim in omaha nebraska 2026, personal injury, attorney matching</cp:keywords>
  <dc:description>Gold-tier presentation summary for https://www.wreckmatch.com/es/blog/insurance-denied-your-claim-in-omaha-nebraska-2026.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