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Des Moines, Iowa — Guía en español — Top City Guide (2026-07-26). Full guide: https://www.wreckmatch.com/es/blog/semi-truck-accident-in-des-moines-iowa-top-city-guide-2026-07-26.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Iowa: plazo 2 años · regla Modified comparative · seguro mínimo 20/40/15.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Des Moines Iowa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Des Moines, Iowa — Guía en español — Top City Guide (2026-07-26)</a:t>
            </a:r>
          </a:p>
          <a:p/>
          <a:p>
            <a:r>
              <a:t>Solo educativo — no es asesoría legal. WreckMatch LLC es un servicio de referencia legal, no un bufete. Red de más de 800 bufetes participantes.</a:t>
            </a:r>
          </a:p>
          <a:p/>
          <a:p/>
          <a:p/>
          <a:p>
            <a:r>
              <a:t>En resumen: Datos rápidos de Iowa: plazo 2 años · regla Modified comparative · seguro mínimo 20/40/15.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Iowa, el plazo de prescripción para la mayoría de lesiones personales es de 2 años desde el choque. Perder ese plazo casi siempre cierra el caso. Los avisos contra entidades públicas pueden exigirse en 60–180 días.</a:t>
            </a:r>
          </a:p>
          <a:p/>
          <a:p>
            <a:r>
              <a:t>Iowa aplica la regla de Modified comparative. Las reglas de culpa comparativa pueden reducir o eliminar la recuperación; documentar la responsabilidad del otro conductor desde el inicio es esencial. El seguro mínimo obligatorio es 20/40/15. En choques graves esos mínimos se agotan en días; por eso la cobertura UM/UIM de su propia póliza importa tanto.</a:t>
            </a:r>
          </a:p>
          <a:p/>
          <a:p>
            <a:r>
              <a:t>Iowa es un estado de culpa (“at-fault”): el seguro del responsable es la fuente principal de recuperación una vez establecida la responsabilidad. In Iowa, deadlines and insurance rules can change how claims are handled. Document medical care early and avoid recorded statements without guidance. Rangos publicados de recuperación en Iowa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Des Moines,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accidente con camión comercial en Iowa)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Des Moines, Iowa, opciones de atención incluyen Regional Medical Center, Level I/II trauma center (verify locally). El volumen de choques en esta zona se concentra en Interstate corridors, State routes near metro area. Des Moines sees heavy commuter traffic and intersection crashes. Seek care promptly and preserve evidence.</a:t>
            </a:r>
          </a:p>
          <a:p/>
          <a:p>
            <a:r>
              <a:t>En todo Iowa, el seguro mínimo es 20/40/15.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Des Moines, Iowa — Guía en español — Top City Guide (2026-07-26)</a:t>
            </a:r>
          </a:p>
          <a:p>
            <a:pPr>
              <a:spcBef>
                <a:spcPts val="1200"/>
              </a:spcBef>
              <a:defRPr sz="1600">
                <a:solidFill>
                  <a:srgbClr val="94A3B8"/>
                </a:solidFill>
              </a:defRPr>
            </a:pPr>
            <a:r>
              <a:t>Truck Accidents · Iowa · 2026-07-26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Iowa: plazo 2 años · regla Modified comparative · seguro mínimo 20/40/15.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Des Moines Iowa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Des Moines Iowa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Iowa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Iowa, el plazo de prescripción para la mayoría de lesiones personales es de 2 años desde el choque. Perder ese plazo casi siempre cierra el caso. Los avisos contra entidades públicas pueden exigirse en 60–180 días.</a:t>
            </a:r>
            <a:br/>
            <a:br/>
            <a:r>
              <a:t>Iowa aplica la regla de Modified comparative. Las reglas de culpa comparativa pueden reducir o elimin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accidente con camión comercial en Iowa)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Des Moines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Des Moines, Iowa, opciones de atención incluyen Regional Medical Center, Level I/II trauma center (verify locally). El volumen de choques en esta zona se concentra en Interstate corridors, State routes near metro area. Des Moines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Iowa?</a:t>
            </a:r>
          </a:p>
          <a:p>
            <a:pPr>
              <a:spcAft>
                <a:spcPts val="800"/>
              </a:spcAft>
              <a:defRPr sz="1500">
                <a:solidFill>
                  <a:srgbClr val="94A3B8"/>
                </a:solidFill>
              </a:defRPr>
            </a:pPr>
            <a:r>
              <a:t>A: En la mayoría de los casos en Iowa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https://www.wreckmatch.com/es/blog/semi-truck-accident-in-des-moines-iowa-top-city-guide-2026-07-26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https://www.wreckmatch.com/es/blog/semi-truck-accident-in-des-moines-iowa-top-city-guide-2026-07-26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Des Moines, Iowa — Guía en español — Top City Guide (2026-07-26)</dc:title>
  <dc:subject>WreckMatch educational guide — Truck Accidents</dc:subject>
  <dc:creator/>
  <cp:keywords>WreckMatch, car accident, Iowa, Truck Accidents, semi truck accident in des moines iowa top city guide 2026 07 26, personal injury, attorney matching</cp:keywords>
  <dc:description>Gold-tier presentation summary for https://www.wreckmatch.com/es/blog/semi-truck-accident-in-des-moines-iowa-top-city-guide-2026-07-26.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