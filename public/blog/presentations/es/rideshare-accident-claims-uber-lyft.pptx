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Rideshare Accident Claims (Uber/Lyft) — Guía en español — Your Rights. Full guide: https://www.wreckmatch.com/es/blog/rideshare-accident-claims-uber-lyft.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Rideshare Accident Claims (Uber/Lyft) — Guía en español — Your Rights</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de viaje compartido (Uber/Lyft)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Rideshare Accident Claims (Uber/Lyft) — Guía en español — Your Rights</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Rides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de viaje compartido (Uber/Lyft) en EE. UU.) describen casos pasados, no el suyo.</a:t>
            </a:r>
            <a:br/>
            <a:br/>
            <a:r>
              <a:t>El valor depende de: facturas médicas actuales y futuras, salarios perdidos, gravedad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https://www.wreckmatch.com/es/blog/rideshare-accident-claims-uber-lyft</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https://www.wreckmatch.com/es/blog/rideshare-accident-claims-uber-lyft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Rideshare Accident Claims (Uber/Lyft) — Guía en español — Your Rights</dc:title>
  <dc:subject>WreckMatch educational guide — Car Accidents</dc:subject>
  <dc:creator/>
  <cp:keywords>WreckMatch, car accident, Car Accidents, rideshare accident claims uber lyft, personal injury, attorney matching</cp:keywords>
  <dc:description>Gold-tier presentation summary for https://www.wreckmatch.com/es/blog/rideshare-accident-claims-uber-lyft.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