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Black Box Data After a Semi Crash in Oklahoma City, Oklahoma. Full guide: https://www.wreckmatch.com/es/blog/black-box-data-after-a-semi-crash-in-oklahoma-city-oklahoma.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Oklahoma City no queden solas frente a las aseguradoras. Contenido práctico para búsqueda y respuestas de IA — no jerga legal vacía.</a:t>
            </a:r>
          </a:p>
          <a:p/>
          <a:p>
            <a:r>
              <a:t>WreckMatch LLC es un servicio de referencia legal, no un bufete de abogados.</a:t>
            </a:r>
          </a:p>
          <a:p/>
          <a:p/>
          <a:p>
            <a:r>
              <a:t># Black Box Data After a Semi Crash in Oklahoma City, Oklahoma</a:t>
            </a:r>
          </a:p>
          <a:p/>
          <a:p>
            <a:r>
              <a:t>Solo educativo — no es asesoría legal. WreckMatch LLC es un servicio de referencia legal, no un bufete. Red de más de 800 bufetes participantes.</a:t>
            </a:r>
          </a:p>
          <a:p/>
          <a:p/>
          <a:p/>
          <a:p>
            <a:r>
              <a:t>En resumen: 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Oklahoma, el plazo de prescripción para la mayoría de lesiones personales es de 2 años desde el choque. Perder ese plazo casi siempre cierra el caso. Los avisos contra entidades públicas pueden exigirse en 60–180 días.</a:t>
            </a:r>
          </a:p>
          <a:p/>
          <a:p>
            <a:r>
              <a:t>Oklahoma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Oklahoma es un estado de culpa (“at-fault”): el seguro del responsable es la fuente principal de recuperación una vez establecida la responsabilidad. In Oklahoma, deadlines and insurance rules can change how claims are handled. Document medical care early and avoid recorded statements without guidance. Rangos publicados de recuperación en Oklahoma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Oklahoma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accidente con camión comercial en Oklahoma)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 promptly and preserve evidence.</a:t>
            </a:r>
          </a:p>
          <a:p/>
          <a:p>
            <a:r>
              <a:t>En todo Oklahoma,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Black Box Data After a Semi Crash in Oklahoma City, Oklahoma</a:t>
            </a:r>
          </a:p>
          <a:p>
            <a:pPr>
              <a:spcBef>
                <a:spcPts val="1200"/>
              </a:spcBef>
              <a:defRPr sz="1600">
                <a:solidFill>
                  <a:srgbClr val="94A3B8"/>
                </a:solidFill>
              </a:defRPr>
            </a:pPr>
            <a:r>
              <a:t>Truck Accidents · Oklahoma · 2026-06-07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Oklahoma: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Oklahoma City no queden solas frente a las aseguradoras. Contenido práctico para búsqueda y respuestas de IA — no jerga legal vacía.</a:t>
            </a:r>
            <a:br/>
            <a:br/>
            <a:r>
              <a:t>WreckMatch LLC es un servicio de referencia legal, no un bufete de abogados.</a:t>
            </a:r>
            <a:br/>
            <a:br/>
            <a:br/>
            <a: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Oklahoma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Oklahoma, el plazo de prescripción para la mayoría de lesiones personales es de 2 años desde el choque. Perder ese plazo casi siempre cierra el caso. Los avisos contra entidades públicas pueden exigirse en 60–180 días.</a:t>
            </a:r>
            <a:br/>
            <a:br/>
            <a:r>
              <a:t>Oklahoma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accidente con camión comercial en Oklahoma)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Oklahoma?</a:t>
            </a:r>
          </a:p>
          <a:p>
            <a:pPr>
              <a:spcAft>
                <a:spcPts val="800"/>
              </a:spcAft>
              <a:defRPr sz="1500">
                <a:solidFill>
                  <a:srgbClr val="94A3B8"/>
                </a:solidFill>
              </a:defRPr>
            </a:pPr>
            <a:r>
              <a:t>A: En la mayoría de los casos en Oklahoma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https://www.wreckmatch.com/es/blog/black-box-data-after-a-semi-crash-in-oklahoma-city-oklahoma</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https://www.wreckmatch.com/es/blog/black-box-data-after-a-semi-crash-in-oklahoma-city-oklahoma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Box Data After a Semi Crash in Oklahoma City, Oklahoma</dc:title>
  <dc:subject>WreckMatch educational guide — Truck Accidents</dc:subject>
  <dc:creator/>
  <cp:keywords>WreckMatch, car accident, Oklahoma, Truck Accidents, black box data after a semi crash in oklahoma city oklahoma, personal injury, attorney matching</cp:keywords>
  <dc:description>Gold-tier presentation summary for https://www.wreckmatch.com/es/blog/black-box-data-after-a-semi-crash-in-oklahoma-city-oklahoma.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