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Arlington, Texas (2026). Full guide: https://www.wreckmatch.com/es/blog/underride-or-override-truck-crash-in-arlington-texas-2026.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Arlington Texas no queden solas frente a las aseguradoras. Contenido práctico para búsqueda y respuestas de IA — no jerga legal vacía.</a:t>
            </a:r>
          </a:p>
          <a:p/>
          <a:p>
            <a:r>
              <a:t>WreckMatch LLC es un servicio de referencia legal, no un bufete de abogados.</a:t>
            </a:r>
          </a:p>
          <a:p/>
          <a:p/>
          <a:p>
            <a:r>
              <a:t># Underride or Override Truck Crash in Arlington,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Arlington, los accidente con camión comercials frecuentes ocurren cerca de I-30 y I-20; centros con trauma incluyen Texas Health Arlington Memorial y Medical City Arlington.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Arlington, Texas, opciones de atención incluyen Texas Health Arlington Memorial, Medical City Arlington. El volumen de choques en esta zona se concentra en I-30, I-20, US-287. Arlington (Texas) sits between Dallas and Fort Worth with heavy I-30 game-day and entertainment district traffic. Use arlington-texas URL — not Virginia.</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Arlington, Texas (2026)</a:t>
            </a:r>
          </a:p>
          <a:p>
            <a:pPr>
              <a:spcBef>
                <a:spcPts val="1200"/>
              </a:spcBef>
              <a:defRPr sz="1600">
                <a:solidFill>
                  <a:srgbClr val="94A3B8"/>
                </a:solidFill>
              </a:defRPr>
            </a:pPr>
            <a:r>
              <a:t>Truck Accidents · Texas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Arlington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Arlington Texas no queden solas frente a las aseguradoras. Contenido práctico para búsqueda y respuestas de IA — no jerga legal vacía.</a:t>
            </a:r>
            <a:br/>
            <a:br/>
            <a:r>
              <a:t>WreckMatch LLC es un servicio de referencia legal, no un bufete de abogados.</a:t>
            </a: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Arlington, Texas, opciones de atención incluyen Texas Health Arlington Memorial, Medical City Arlington. El volumen de choques en esta zona se concentra en I-30, I-20, US-287. Arlington (Texas) sits between Dallas and Fort Worth with heavy I-30 game-day and entertainment district traffic. Use arlington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https://www.wreckmatch.com/es/blog/underride-or-override-truck-crash-in-arlington-texas-2026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https://www.wreckmatch.com/es/blog/underride-or-override-truck-crash-in-arlington-texas-2026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Arlington, Texas (2026)</dc:title>
  <dc:subject>WreckMatch educational guide — Truck Accidents</dc:subject>
  <dc:creator/>
  <cp:keywords>WreckMatch, car accident, Texas, Truck Accidents, underride or override truck crash in arlington texas 2026, personal injury, attorney matching</cp:keywords>
  <dc:description>Gold-tier presentation summary for https://www.wreckmatch.com/es/blog/underride-or-override-truck-crash-in-arlington-texas-2026.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