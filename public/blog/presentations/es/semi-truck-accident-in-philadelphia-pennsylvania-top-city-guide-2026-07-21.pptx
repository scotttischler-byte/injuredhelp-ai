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Philadelphia, Pennsylvania — Guía en español — Top City Guide (2026-07-21). Full guide: https://www.wreckmatch.com/es/blog/semi-truck-accident-in-philadelphia-pennsylvania-top-city-guide-2026-07-21.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Philadelphia, Pennsylvania — Guía en español — Top City Guide (2026-07-21)</a:t>
            </a:r>
          </a:p>
          <a:p/>
          <a:p>
            <a:r>
              <a:t>Solo educativo — no es asesoría legal. WreckMatch LLC es un servicio de referencia legal, no un bufete. Red de más de 800 bufetes participantes.</a:t>
            </a:r>
          </a:p>
          <a:p/>
          <a:p/>
          <a:p/>
          <a:p>
            <a:r>
              <a:t>En resumen: Datos rápidos de Pennsylvania: plazo 2 años · regla Modified 51% · seguro mínimo 15/30/5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Pennsylvania, el plazo de prescripción para la mayoría de lesiones personales es de 2 años desde el choque. Perder ese plazo casi siempre cierra el caso. Los avisos contra entidades públicas pueden exigirse en 60–180 días.</a:t>
            </a:r>
          </a:p>
          <a:p/>
          <a:p>
            <a:r>
              <a:t>Pennsylvania aplica la regla de Modified 51%. La negligencia comparativa modificada (umbral 51%) permite recuperar si su culpa es 50% o menos; por encima del 51% pierde el caso. El seguro mínimo obligatorio es 15/30/5 (PIP). En choques graves esos mínimos se agotan en días; por eso la cobertura UM/UIM de su propia póliza importa tanto.</a:t>
            </a:r>
          </a:p>
          <a:p/>
          <a:p>
            <a:r>
              <a:t>Pennsylvania es un estado “no-fault”: su PIP suele pagar las primeras facturas médicas sin importar la culpa. Normalmente solo puede demandar al responsable si cruza el umbral de “lesión grave” definido por la ley local. In Pennsylvania, deadlines and insurance rules can change how claims are handled. Document medical care early and avoid recorded statements without guidance. Rangos publicados de recuperación en Pennsylvania suelen situarse alrededor de $22k–$150k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Philadelphia,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$22k–$150k para accidente con camión comercial en Pennsylvania)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care promptly and preserve evidence.</a:t>
            </a:r>
          </a:p>
          <a:p/>
          <a:p>
            <a:r>
              <a:t>En todo Pennsylvania, el seguro mínimo es 15/30/5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Philadelphia, Pennsylvania — Guía en español — Top City Guide (2026-07-21)</a:t>
            </a:r>
          </a:p>
          <a:p>
            <a:pPr>
              <a:spcBef>
                <a:spcPts val="1200"/>
              </a:spcBef>
              <a:defRPr sz="1600">
                <a:solidFill>
                  <a:srgbClr val="94A3B8"/>
                </a:solidFill>
              </a:defRPr>
            </a:pPr>
            <a:r>
              <a:t>Severe Injury · Pennsylvania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Pennsylvania: plazo 2 años · regla Modified 51% · seguro mínimo 15/30/5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Philadelphia Pennsylvania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Philadelphia Pennsylvania Top City Guide 2026 07 no queden solas frente a las aseguradoras. Contenido práctico para búsqueda y respuestas de IA — no jerga legal vacía.</a:t>
            </a:r>
            <a:br/>
            <a:br/>
            <a:r>
              <a:t>WreckMatch LLC es un servicio de referencia 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Pennsylvania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Pennsylvania, el plazo de prescripción para la mayoría de lesiones personales es de 2 años desde el choque. Perder ese plazo casi siempre cierra el caso. Los avisos contra entidades públicas pueden exigirse en 60–180 días.</a:t>
            </a:r>
            <a:br/>
            <a:br/>
            <a:r>
              <a:t>Pennsylvania aplica la regla de Modified 51%.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$22k–$150k para accidente con camión comercial en Pennsylvania)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Philadelphia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Philadelphia, Pennsylvania, opciones de atención incluyen Regional Medical Center, Level I/II trauma center (verify locally). El volumen de choques en esta zona se concentra en Interstate corridors, State routes near metro area. Philadelphia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Pennsylvania?</a:t>
            </a:r>
          </a:p>
          <a:p>
            <a:pPr>
              <a:spcAft>
                <a:spcPts val="800"/>
              </a:spcAft>
              <a:defRPr sz="1500">
                <a:solidFill>
                  <a:srgbClr val="94A3B8"/>
                </a:solidFill>
              </a:defRPr>
            </a:pPr>
            <a:r>
              <a:t>A: En la mayoría de los casos en Pennsylvania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https://www.wreckmatch.com/es/blog/semi-truck-accident-in-philadelphia-pennsylvania-top-city-guide-2026-07-21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https://www.wreckmatch.com/es/blog/semi-truck-accident-in-philadelphia-pennsylvania-top-city-guide-2026-07-21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Philadelphia, Pennsylvania — Guía en español — Top City Guide (2026-07-21)</dc:title>
  <dc:subject>WreckMatch educational guide — Severe Injury</dc:subject>
  <dc:creator/>
  <cp:keywords>WreckMatch, car accident, Pennsylvania, Severe Injury, semi truck accident in philadelphia pennsylvania top city guide 2026 07 21, personal injury, attorney matching</cp:keywords>
  <dc:description>Gold-tier presentation summary for https://www.wreckmatch.com/es/blog/semi-truck-accident-in-philadelphia-pennsylvania-top-city-guide-2026-07-21.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