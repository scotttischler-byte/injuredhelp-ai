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Plano, Texas (2026). Full guide: https://www.wreckmatch.com/es/blog/catastrophic-injury-car-crash-in-plano-texas-2026.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Plano Texas no queden solas frente a las aseguradoras. Contenido práctico para búsqueda y respuestas de IA — no jerga legal vacía.</a:t>
            </a:r>
          </a:p>
          <a:p/>
          <a:p>
            <a:r>
              <a:t>WreckMatch LLC es un servicio de referencia legal, no un bufete de abogados.</a:t>
            </a:r>
          </a:p>
          <a:p/>
          <a:p/>
          <a:p>
            <a:r>
              <a:t># Catastrophic Injury Car Crash in Plano,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Plano, los lesión catastróficas frecuentes ocurren cerca de US-75 (Central Expressway) y President George Bush Turnpike; centros con trauma incluyen Medical City Plano y Texas Health Presbyterian Plano.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catastrófica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Collin County claims often involve DFW multi-county liability.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Plano, Texas (2026)</a:t>
            </a:r>
          </a:p>
          <a:p>
            <a:pPr>
              <a:spcBef>
                <a:spcPts val="1200"/>
              </a:spcBef>
              <a:defRPr sz="1600">
                <a:solidFill>
                  <a:srgbClr val="94A3B8"/>
                </a:solidFill>
              </a:defRPr>
            </a:pPr>
            <a:r>
              <a:t>Catastrophic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Plano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Plano Texas no queden solas frente a las aseguradoras. Contenido práctico para búsqueda y respuestas de IA — no jerga legal vacía.</a:t>
            </a:r>
            <a:br/>
            <a:br/>
            <a:r>
              <a:t>WreckMatch LLC es un servicio de referencia legal, no un bufete de abogados.</a:t>
            </a:r>
            <a:br/>
            <a:br/>
            <a:br/>
            <a:r>
              <a:t>#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catastrófica en Texas)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https://www.wreckmatch.com/es/blog/catastrophic-injury-car-crash-in-plano-texas-2026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https://www.wreckmatch.com/es/blog/catastrophic-injury-car-crash-in-plano-texas-2026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Plano, Texas (2026)</dc:title>
  <dc:subject>WreckMatch educational guide — Catastrophic Injury</dc:subject>
  <dc:creator/>
  <cp:keywords>WreckMatch, car accident, Texas, Catastrophic Injury, catastrophic injury car crash in plano texas 2026, personal injury, attorney matching</cp:keywords>
  <dc:description>Gold-tier presentation summary for https://www.wreckmatch.com/es/blog/catastrophic-injury-car-crash-in-plano-texas-2026.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