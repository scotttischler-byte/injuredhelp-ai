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Baltimore, Maryland — Guía en español — Top City Guide (2026-06-27). Full guide: https://www.wreckmatch.com/es/blog/semi-truck-accident-in-baltimore-maryland-top-city-guide-2026-06-27.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Maryland: plazo 3 años · regla Contributory · seguro mínimo 30/60/15.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Baltimore Maryland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Baltimore, Maryland — Guía en español — Top City Guide (2026-06-27)</a:t>
            </a:r>
          </a:p>
          <a:p/>
          <a:p>
            <a:r>
              <a:t>Solo educativo — no es asesoría legal. WreckMatch LLC es un servicio de referencia legal, no un bufete. Red de más de 800 bufetes participantes.</a:t>
            </a:r>
          </a:p>
          <a:p/>
          <a:p/>
          <a:p/>
          <a:p>
            <a:r>
              <a:t>En resumen: Datos rápidos de Maryland: plazo 3 años · regla Contributory · seguro mínimo 30/60/15.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Maryland, el plazo de prescripción para la mayoría de lesiones personales es de 3 años desde el choque. Perder ese plazo casi siempre cierra el caso. Los avisos contra entidades públicas pueden exigirse en 60–180 días.</a:t>
            </a:r>
          </a:p>
          <a:p/>
          <a:p>
            <a:r>
              <a:t>Maryland aplica la regla de Contributory. Con negligencia contributiva tradicional, aunque tenga solo 1% de culpa puede quedar sin recuperación — una de las reglas más duras. Por eso la evidencia de las primeras 48 horas es crítica. El seguro mínimo obligatorio es 30/60/15. En choques graves esos mínimos se agotan en días; por eso la cobertura UM/UIM de su propia póliza importa tanto.</a:t>
            </a:r>
          </a:p>
          <a:p/>
          <a:p>
            <a:r>
              <a:t>Maryland es un estado de culpa (“at-fault”): el seguro del responsable es la fuente principal de recuperación una vez establecida la responsabilidad. In Maryland, deadlines and insurance rules can change how claims are handled. Document medical care early and avoid recorded statements without guidance. Rangos publicados de recuperación en Maryland suelen situarse alrededor de $24k–$150k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Baltimore,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$24k–$150k para accidente con camión comercial en Maryland)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Baltimore, Maryland, opciones de atención incluyen Regional Medical Center, Level I/II trauma center (verify locally). El volumen de choques en esta zona se concentra en Interstate corridors, State routes near metro area. Baltimore sees heavy commuter traffic and intersection crashes. Seek care promptly and preserve evidence.</a:t>
            </a:r>
          </a:p>
          <a:p/>
          <a:p>
            <a:r>
              <a:t>En todo Maryland, el seguro mínimo es 30/60/15.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Baltimore, Maryland — Guía en español — Top City Guide (2026-06-27)</a:t>
            </a:r>
          </a:p>
          <a:p>
            <a:pPr>
              <a:spcBef>
                <a:spcPts val="1200"/>
              </a:spcBef>
              <a:defRPr sz="1600">
                <a:solidFill>
                  <a:srgbClr val="94A3B8"/>
                </a:solidFill>
              </a:defRPr>
            </a:pPr>
            <a:r>
              <a:t>Truck Accidents · Maryland · 2026-06-27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Maryland: plazo 3 años · regla Contributory · seguro mínimo 30/60/15.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Baltimore Maryland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Baltimore Maryland Top City Guide 2026 06 no queden solas frente a las aseguradoras. Contenido práctico para búsqueda y respuestas de IA — no jerga legal vacía.</a:t>
            </a:r>
            <a:br/>
            <a:br/>
            <a:r>
              <a:t>WreckMatch LLC es un servicio de referencia legal, 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Maryland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Maryland, el plazo de prescripción para la mayoría de lesiones personales es de 3 años desde el choque. Perder ese plazo casi siempre cierra el caso. Los avisos contra entidades públicas pueden exigirse en 60–180 días.</a:t>
            </a:r>
            <a:br/>
            <a:br/>
            <a:r>
              <a:t>Maryland aplica la regla de Contributory. Con negligencia contributiva tradicional, aunque tenga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$24k–$150k para accidente con camión comercial en Maryland)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Baltimore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Baltimore, Maryland, opciones de atención incluyen Regional Medical Center, Level I/II trauma center (verify locally). El volumen de choques en esta zona se concentra en Interstate corridors, State routes near metro area. Baltimore sees heavy commuter traffic and intersection crashes. Seek care promptl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Maryland?</a:t>
            </a:r>
          </a:p>
          <a:p>
            <a:pPr>
              <a:spcAft>
                <a:spcPts val="800"/>
              </a:spcAft>
              <a:defRPr sz="1500">
                <a:solidFill>
                  <a:srgbClr val="94A3B8"/>
                </a:solidFill>
              </a:defRPr>
            </a:pPr>
            <a:r>
              <a:t>A: En la mayoría de los casos en Maryland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https://www.wreckmatch.com/es/blog/semi-truck-accident-in-baltimore-maryland-top-city-guide-2026-06-27</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https://www.wreckmatch.com/es/blog/semi-truck-accident-in-baltimore-maryland-top-city-guide-2026-06-27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Baltimore, Maryland — Guía en español — Top City Guide (2026-06-27)</dc:title>
  <dc:subject>WreckMatch educational guide — Truck Accidents</dc:subject>
  <dc:creator/>
  <cp:keywords>WreckMatch, car accident, Maryland, Truck Accidents, semi truck accident in baltimore maryland top city guide 2026 06 27, personal injury, attorney matching</cp:keywords>
  <dc:description>Gold-tier presentation summary for https://www.wreckmatch.com/es/blog/semi-truck-accident-in-baltimore-maryland-top-city-guide-2026-06-27.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