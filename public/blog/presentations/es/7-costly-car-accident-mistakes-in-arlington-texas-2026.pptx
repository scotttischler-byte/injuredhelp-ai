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Arlington, Texas (2026). Full guide: https://www.wreckmatch.com/es/blog/7-costly-car-accident-mistakes-in-arlington-texas-2026.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Arlington Texas no queden solas frente a las aseguradoras. Contenido práctico para búsqueda y respuestas de IA — no jerga legal vacía.</a:t>
            </a:r>
          </a:p>
          <a:p/>
          <a:p>
            <a:r>
              <a:t>WreckMatch LLC es un servicio de referencia legal, no un bufete de abogados.</a:t>
            </a:r>
          </a:p>
          <a:p/>
          <a:p/>
          <a:p>
            <a:r>
              <a:t># 7 Costly Car Accident Mistakes in Arlington,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Arlington, los accidente automovilísticos frecuentes ocurren cerca de I-30 y I-20; centros con trauma incluyen Texas Health Arlington Memorial y Medical City Arlington.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arlington-texas URL — not Virginia.</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Arlington,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Arlington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Arlington Texas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https://www.wreckmatch.com/es/blog/7-costly-car-accident-mistakes-in-arlington-texas-2026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https://www.wreckmatch.com/es/blog/7-costly-car-accident-mistakes-in-arlington-texas-2026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Arlington, Texas (2026)</dc:title>
  <dc:subject>WreckMatch educational guide — Texas</dc:subject>
  <dc:creator/>
  <cp:keywords>WreckMatch, car accident, Texas, Texas, 7 costly car accident mistakes in arlington texas 2026, personal injury, attorney matching</cp:keywords>
  <dc:description>Gold-tier presentation summary for https://www.wreckmatch.com/es/blog/7-costly-car-accident-mistakes-in-arlington-texas-2026.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