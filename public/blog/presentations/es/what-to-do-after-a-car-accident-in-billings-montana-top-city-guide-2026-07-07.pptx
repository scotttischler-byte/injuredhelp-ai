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Billings, Montana — Guía en español — Top City Guide (2026-07-07). Full guide: https://www.wreckmatch.com/es/blog/what-to-do-after-a-car-accident-in-billings-montana-top-city-guide-2026-07-07.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Billings Montana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Billings, Montana — Guía en español — Top City Guide (2026-07-07)</a:t>
            </a:r>
          </a:p>
          <a:p/>
          <a:p>
            <a:r>
              <a:t>Solo educativo — no es asesoría legal. WreckMatch LLC es un servicio de referencia legal, no un bufete. Red de más de 800 bufetes participantes.</a:t>
            </a:r>
          </a:p>
          <a:p/>
          <a:p/>
          <a:p/>
          <a:p>
            <a:r>
              <a:t>En resumen: Datos rápidos de Montana: plazo 3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Montana, el plazo de prescripción para la mayoría de lesiones personales es de 3 años desde el choque. Perder ese plazo casi siempre cierra el caso. Los avisos contra entidades públicas pueden exigirse en 60–180 días.</a:t>
            </a:r>
          </a:p>
          <a:p/>
          <a:p>
            <a:r>
              <a:t>Montana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Montana es un estado de culpa (“at-fault”): el seguro del responsable es la fuente principal de recuperación una vez establecida la responsabilidad. In Montana, deadlines and insurance rules can change how claims are handled. Document medical care early and avoid recorded statements without guidance. Rangos publicados de recuperación en Montana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Billings,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Montana)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and preserve evidence.</a:t>
            </a:r>
          </a:p>
          <a:p/>
          <a:p>
            <a:r>
              <a:t>En todo Montana,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Billings, Montana — Guía en español — Top City Guide (2026-07-07)</a:t>
            </a:r>
          </a:p>
          <a:p>
            <a:pPr>
              <a:spcBef>
                <a:spcPts val="1200"/>
              </a:spcBef>
              <a:defRPr sz="1600">
                <a:solidFill>
                  <a:srgbClr val="94A3B8"/>
                </a:solidFill>
              </a:defRPr>
            </a:pPr>
            <a:r>
              <a:t>Montana · Montana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Montana: plazo 3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Billings Montana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Billings Montana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Montana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Montana, el plazo de prescripción para la mayoría de lesiones personales es de 3 años desde el choque. Perder ese plazo casi siempre cierra el caso. Los avisos contra entidades públicas pueden exigirse en 60–180 días.</a:t>
            </a:r>
            <a:br/>
            <a:br/>
            <a:r>
              <a:t>Montana aplica la regla de Modified comparative. Las reglas de culpa comparativa pueden reducir o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Montana)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Billings, Montana, opciones de atención incluyen Regional Medical Center, Level I/II trauma center (verify locally). El volumen de choques en esta zona se concentra en Interstate corridors, State routes near metro area. Billings sees heavy commuter traffic and intersection crashes. Seek care promptly 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Montana?</a:t>
            </a:r>
          </a:p>
          <a:p>
            <a:pPr>
              <a:spcAft>
                <a:spcPts val="800"/>
              </a:spcAft>
              <a:defRPr sz="1500">
                <a:solidFill>
                  <a:srgbClr val="94A3B8"/>
                </a:solidFill>
              </a:defRPr>
            </a:pPr>
            <a:r>
              <a:t>A: En la mayoría de los casos en Montana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https://www.wreckmatch.com/es/blog/what-to-do-after-a-car-accident-in-billings-montana-top-city-guide-2026-07-07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https://www.wreckmatch.com/es/blog/what-to-do-after-a-car-accident-in-billings-montana-top-city-guide-2026-07-07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Billings, Montana — Guía en español — Top City Guide (2026-07-07)</dc:title>
  <dc:subject>WreckMatch educational guide — Montana</dc:subject>
  <dc:creator/>
  <cp:keywords>WreckMatch, car accident, Montana, Montana, what to do after a car accident in billings montana top city guide 2026 07 07, personal injury, attorney matching</cp:keywords>
  <dc:description>Gold-tier presentation summary for https://www.wreckmatch.com/es/blog/what-to-do-after-a-car-accident-in-billings-montana-top-city-guide-2026-07-07.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