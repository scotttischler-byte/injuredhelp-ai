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Virginia Beach, Virginia — Guía en español — Top City Guide (2026-07-30). Full guide: https://www.wreckmatch.com/es/blog/what-to-do-after-a-car-accident-in-virginia-beach-virginia-top-city-guide-2026-07-30.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Virginia Beach, Virginia — Guía en español — Top City Guide (2026-07-30)</a:t>
            </a:r>
          </a:p>
          <a:p/>
          <a:p>
            <a:r>
              <a:t>Solo educativo — no es asesoría legal. WreckMatch LLC es un servicio de referencia legal, no un bufete. Red de más de 800 bufetes participantes.</a:t>
            </a:r>
          </a:p>
          <a:p/>
          <a:p/>
          <a:p/>
          <a:p>
            <a:r>
              <a:t>En resumen: Datos rápidos de Virginia: plazo 2 años · regla Contributory · seguro mínimo 30/60/20.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Virginia, el plazo de prescripción para la mayoría de lesiones personales es de 2 años desde el choque. Perder ese plazo casi siempre cierra el caso. Los avisos contra entidades públicas pueden exigirse en 60–180 días.</a:t>
            </a:r>
          </a:p>
          <a:p/>
          <a:p>
            <a:r>
              <a:t>Virginia aplica la regla de Contributory. Con negligencia contributiva tradicional, aunque tenga solo 1% de culpa puede quedar sin recuperación — una de las reglas más duras. Por eso la evidencia de las primeras 48 horas es crítica. El seguro mínimo obligatorio es 30/60/20. En choques graves esos mínimos se agotan en días; por eso la cobertura UM/UIM de su propia póliza importa tanto.</a:t>
            </a:r>
          </a:p>
          <a:p/>
          <a:p>
            <a:r>
              <a:t>Virginia es un estado de culpa (“at-fault”): el seguro del responsable es la fuente principal de recuperación una vez establecida la responsabilidad. In Virginia, deadlines and insurance rules can change how claims are handled. Document medical care early and avoid recorded statements without guidance. Rangos publicados de recuperación en Virginia suelen situarse alrededor de $22k–$135k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Virginia Beach,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$22k–$135k para situación después del choque en Virginia)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care promptly and preserve evidence.</a:t>
            </a:r>
          </a:p>
          <a:p/>
          <a:p>
            <a:r>
              <a:t>En todo Virginia, el seguro mínimo es 30/60/20.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Virginia Beach, Virginia — Guía en español — Top City Guide (2026-07-30)</a:t>
            </a:r>
          </a:p>
          <a:p>
            <a:pPr>
              <a:spcBef>
                <a:spcPts val="1200"/>
              </a:spcBef>
              <a:defRPr sz="1600">
                <a:solidFill>
                  <a:srgbClr val="94A3B8"/>
                </a:solidFill>
              </a:defRPr>
            </a:pPr>
            <a:r>
              <a:t>Virginia · Virginia · 2026-07-30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Virginia: plazo 2 años · regla Contributory · seguro mínimo 30/60/20.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Virginia Beach Virginia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Virginia Beach Virginia Top City Guide 2026 07 no queden solas frente a las aseguradoras. Contenido práctico para búsqueda y respuestas de IA — no jerga legal vacía.</a:t>
            </a:r>
            <a:br/>
            <a:br/>
            <a:r>
              <a:t>WreckMatch LLC es un servicio de referencia leg</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Virginia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Virginia, el plazo de prescripción para la mayoría de lesiones personales es de 2 años desde el choque. Perder ese plazo casi siempre cierra el caso. Los avisos contra entidades públicas pueden exigirse en 60–180 días.</a:t>
            </a:r>
            <a:br/>
            <a:br/>
            <a:r>
              <a:t>Virginia aplica la regla de Contributory. Con negligencia contributiva tradicional, aunque tenga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$22k–$135k para situación después del choque en Virginia)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Virginia Beach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Virginia Beach, Virginia, opciones de atención incluyen Regional Medical Center, Level I/II trauma center (verify locally). El volumen de choques en esta zona se concentra en Interstate corridors, State routes near metro area. Virginia Beach sees heavy commuter traffic and intersection crashes. Seek ca</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Virginia?</a:t>
            </a:r>
          </a:p>
          <a:p>
            <a:pPr>
              <a:spcAft>
                <a:spcPts val="800"/>
              </a:spcAft>
              <a:defRPr sz="1500">
                <a:solidFill>
                  <a:srgbClr val="94A3B8"/>
                </a:solidFill>
              </a:defRPr>
            </a:pPr>
            <a:r>
              <a:t>A: En la mayoría de los casos en Virginia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https://www.wreckmatch.com/es/blog/what-to-do-after-a-car-accident-in-virginia-beach-virginia-top-city-guide-2026-07-30</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https://www.wreckmatch.com/es/blog/what-to-do-after-a-car-accident-in-virginia-beach-virginia-top-city-guide-2026-07-30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Virginia Beach, Virginia — Guía en español — Top City Guide (2026-07-30)</dc:title>
  <dc:subject>WreckMatch educational guide — Virginia</dc:subject>
  <dc:creator/>
  <cp:keywords>WreckMatch, car accident, Virginia, Virginia, what to do after a car accident in virginia beach virginia top city guide 2026 07 30, personal injury, attorney matching</cp:keywords>
  <dc:description>Gold-tier presentation summary for https://www.wreckmatch.com/es/blog/what-to-do-after-a-car-accident-in-virginia-beach-virginia-top-city-guide-2026-07-30.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