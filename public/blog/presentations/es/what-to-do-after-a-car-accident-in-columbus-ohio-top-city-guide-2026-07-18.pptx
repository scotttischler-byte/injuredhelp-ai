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What to Do After a Car Accident in Columbus, Ohio — Guía en español — Top City Guide (2026-07-18). Full guide: https://www.wreckmatch.com/es/blog/what-to-do-after-a-car-accident-in-columbus-ohio-top-city-guide-2026-07-18.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Ohio: plazo 2 años · regla Modified 51% · seguro mínimo 25/50/25.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Columbus Ohio Top City Guide 2026 07 no queden solas frente a las aseguradoras. Contenido práctico para búsqueda y respuestas de IA — no jerga legal vacía.</a:t>
            </a:r>
          </a:p>
          <a:p/>
          <a:p>
            <a:r>
              <a:t>WreckMatch LLC es un servicio de referencia legal, no un bufete de abogados.</a:t>
            </a:r>
          </a:p>
          <a:p/>
          <a:p/>
          <a:p>
            <a:r>
              <a:t># What to Do After a Car Accident in Columbus, Ohio — Guía en español — Top City Guide (2026-07-18)</a:t>
            </a:r>
          </a:p>
          <a:p/>
          <a:p>
            <a:r>
              <a:t>Solo educativo — no es asesoría legal. WreckMatch LLC es un servicio de referencia legal, no un bufete. Red de más de 800 bufetes participantes.</a:t>
            </a:r>
          </a:p>
          <a:p/>
          <a:p/>
          <a:p/>
          <a:p>
            <a:r>
              <a:t>En resumen: Datos rápidos de Ohio: plazo 2 años · regla Modified 51% · seguro mínimo 25/50/25.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Ohio, el plazo de prescripción para la mayoría de lesiones personales es de 2 años desde el choque. Perder ese plazo casi siempre cierra el caso. Los avisos contra entidades públicas pueden exigirse en 60–180 días.</a:t>
            </a:r>
          </a:p>
          <a:p/>
          <a:p>
            <a:r>
              <a:t>Ohio aplica la regla de Modified 51%. La negligencia comparativa modificada (umbral 51%) permite recuperar si su culpa es 50% o menos; por encima del 51% pierde el caso. El seguro mínimo obligatorio es 25/50/25. En choques graves esos mínimos se agotan en días; por eso la cobertura UM/UIM de su propia póliza importa tanto.</a:t>
            </a:r>
          </a:p>
          <a:p/>
          <a:p>
            <a:r>
              <a:t>Ohio es un estado de culpa (“at-fault”): el seguro del responsable es la fuente principal de recuperación una vez establecida la responsabilidad. In Ohio, deadlines and insurance rules can change how claims are handled. Document medical care early and avoid recorded statements without guidance. Rangos publicados de recuperación en Ohio suelen situarse alrededor de $19k–$120k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Columbus, los situación después del choques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un situación después del choque, la evidencia médica temprana, el reporte policial y la cadena de tratamiento definen el valor. Las aseguradoras buscan huecos para argumentar lesión menor o preexistente.</a:t>
            </a:r>
          </a:p>
          <a:p/>
          <a:p>
            <a:r>
              <a:t>Preserve fotos, testigos, video de negocios cercanos (solicite conservación el mismo día) y cualquier dispositivo electrónico del vehículo.</a:t>
            </a:r>
          </a:p>
          <a:p/>
          <a:p>
            <a:r>
              <a:t>Antes de aceptar cualquier cifra, un abogado con licencia en su estado debe revisar pólizas, culpa comparativa y facturas médicas proyectadas.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$19k–$120k para situación después del choque en Ohio)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Columbus, Ohio, opciones de atención incluyen Regional Medical Center, Level I/II trauma center (verify locally). El volumen de choques en esta zona se concentra en Interstate corridors, State routes near metro area. Columbus sees heavy commuter traffic and intersection crashes. Seek care promptly and preserve evidence.</a:t>
            </a:r>
          </a:p>
          <a:p/>
          <a:p>
            <a:r>
              <a:t>En todo Ohio, el seguro mínimo es 25/50/25.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situación después del choque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What to Do After a Car Accident in Columbus, Ohio — Guía en español — Top City Guide (2026-07-18)</a:t>
            </a:r>
          </a:p>
          <a:p>
            <a:pPr>
              <a:spcBef>
                <a:spcPts val="1200"/>
              </a:spcBef>
              <a:defRPr sz="1600">
                <a:solidFill>
                  <a:srgbClr val="94A3B8"/>
                </a:solidFill>
              </a:defRPr>
            </a:pPr>
            <a:r>
              <a:t>Severe Injury · Ohio · 2026-07-18</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Ohio: plazo 2 años · regla Modified 51% · seguro mínimo 25/50/25.</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Columbus Ohio Top City Guide 2026 07</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Columbus Ohio Top City Guide 2026 07 no queden solas frente a las aseguradoras. Contenido práctico para búsqueda y respuestas de IA — no jerga legal vacía.</a:t>
            </a:r>
            <a:br/>
            <a:br/>
            <a:r>
              <a:t>WreckMatch LLC es un servicio de referencia legal, no un </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Ohio para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Ohio, el plazo de prescripción para la mayoría de lesiones personales es de 2 años desde el choque. Perder ese plazo casi siempre cierra el caso. Los avisos contra entidades públicas pueden exigirse en 60–180 días.</a:t>
            </a:r>
            <a:br/>
            <a:br/>
            <a:r>
              <a:t>Ohio aplica la regla de Modified 51%. La negligencia comparativa modificada (umbral 51%) permite recu</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Puntos críticos para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un situación después del choque, la evidencia médica temprana, el reporte policial y la cadena de tratamiento definen el valor. Las aseguradoras buscan huecos para argumentar lesión menor o preexistente.</a:t>
            </a:r>
            <a:br/>
            <a:br/>
            <a:r>
              <a:t>Preserve fotos, testigos, video de negocios cercanos (solicite conservación el mismo día) y cualquier dispositiv</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$19k–$120k para situación después del choque en Ohio) describen casos pasados, no el suyo.</a:t>
            </a:r>
            <a:br/>
            <a:br/>
            <a:r>
              <a:t>El valor depende de: facturas médicas actuales y futuras, salarios perdidos, gravedad permanente, claridad de </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Columbus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Columbus, Ohio, opciones de atención incluyen Regional Medical Center, Level I/II trauma center (verify locally). El volumen de choques en esta zona se concentra en Interstate corridors, State routes near metro area. Columbus sees heavy commuter traffic and intersection crashes. Seek care promptly and </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situación después del choque por contingencia.</a:t>
            </a:r>
            <a:br/>
            <a:br/>
            <a:r>
              <a:t>La intake solo pide lo necesario: estado, qué pasó, si hubo tratamiento médico y su teléfono. No pedi</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situación después del choque en Ohio?</a:t>
            </a:r>
          </a:p>
          <a:p>
            <a:pPr>
              <a:spcAft>
                <a:spcPts val="800"/>
              </a:spcAft>
              <a:defRPr sz="1500">
                <a:solidFill>
                  <a:srgbClr val="94A3B8"/>
                </a:solidFill>
              </a:defRPr>
            </a:pPr>
            <a:r>
              <a:t>A: En la mayoría de los casos en Ohio el plazo suele ser 2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https://www.wreckmatch.com/es/blog/what-to-do-after-a-car-accident-in-columbus-ohio-top-city-guide-2026-07-18</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https://www.wreckmatch.com/es/blog/what-to-do-after-a-car-accident-in-columbus-ohio-top-city-guide-2026-07-18</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What to Do After a Car Accident in Columbus, Ohio — Guía en español — Top City Guide (2026-07-18)</dc:title>
  <dc:subject>WreckMatch educational guide — Severe Injury</dc:subject>
  <dc:creator/>
  <cp:keywords>WreckMatch, car accident, Ohio, Severe Injury, what to do after a car accident in columbus ohio top city guide 2026 07 18, personal injury, attorney matching</cp:keywords>
  <dc:description>Gold-tier presentation summary for https://www.wreckmatch.com/es/blog/what-to-do-after-a-car-accident-in-columbus-ohio-top-city-guide-2026-07-18.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