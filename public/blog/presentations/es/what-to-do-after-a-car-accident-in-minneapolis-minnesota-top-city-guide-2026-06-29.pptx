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Minneapolis, Minnesota — Guía en español — Top City Guide (2026-06-29). Full guide: https://www.wreckmatch.com/es/blog/what-to-do-after-a-car-accident-in-minneapolis-minnesota-top-city-guide-2026-06-29.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Minnesota: plazo 2 años · regla Modified comparative · seguro mínimo 30/60/10.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Minneapolis Minnesota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Minneapolis, Minnesota — Guía en español — Top City Guide (2026-06-29)</a:t>
            </a:r>
          </a:p>
          <a:p/>
          <a:p>
            <a:r>
              <a:t>Solo educativo — no es asesoría legal. WreckMatch LLC es un servicio de referencia legal, no un bufete. Red de más de 800 bufetes participantes.</a:t>
            </a:r>
          </a:p>
          <a:p/>
          <a:p/>
          <a:p/>
          <a:p>
            <a:r>
              <a:t>En resumen: Datos rápidos de Minnesota: plazo 2 años · regla Modified comparative · seguro mínimo 30/60/10.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Minnesota, el plazo de prescripción para la mayoría de lesiones personales es de 2 años desde el choque. Perder ese plazo casi siempre cierra el caso. Los avisos contra entidades públicas pueden exigirse en 60–180 días.</a:t>
            </a:r>
          </a:p>
          <a:p/>
          <a:p>
            <a:r>
              <a:t>Minnesota aplica la regla de Modified comparative. Las reglas de culpa comparativa pueden reducir o eliminar la recuperación; documentar la responsabilidad del otro conductor desde el inicio es esencial. El seguro mínimo obligatorio es 30/60/10. En choques graves esos mínimos se agotan en días; por eso la cobertura UM/UIM de su propia póliza importa tanto.</a:t>
            </a:r>
          </a:p>
          <a:p/>
          <a:p>
            <a:r>
              <a:t>Minnesota es un estado “no-fault”: su PIP suele pagar las primeras facturas médicas sin importar la culpa. Normalmente solo puede demandar al responsable si cruza el umbral de “lesión grave” definido por la ley local. In Minnesota, deadlines and insurance rules can change how claims are handled. Document medical care early and avoid recorded statements without guidance. Rangos publicados de recuperación en Minnesota suelen situarse alrededor de $22k–$125k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Minneapolis,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$22k–$125k para situación después del choque en Minnesota)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Minneapolis, Minnesota, opciones de atención incluyen Regional Medical Center, Level I/II trauma center (verify locally). El volumen de choques en esta zona se concentra en Interstate corridors, State routes near metro area. Minneapolis sees heavy commuter traffic and intersection crashes. Seek care promptly and preserve evidence.</a:t>
            </a:r>
          </a:p>
          <a:p/>
          <a:p>
            <a:r>
              <a:t>En todo Minnesota, el seguro mínimo es 30/60/10.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Minneapolis, Minnesota — Guía en español — Top City Guide (2026-06-29)</a:t>
            </a:r>
          </a:p>
          <a:p>
            <a:pPr>
              <a:spcBef>
                <a:spcPts val="1200"/>
              </a:spcBef>
              <a:defRPr sz="1600">
                <a:solidFill>
                  <a:srgbClr val="94A3B8"/>
                </a:solidFill>
              </a:defRPr>
            </a:pPr>
            <a:r>
              <a:t>Minnesota · Minnesota · 2026-06-29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Minnesota: plazo 2 años · regla Modified comparative · seguro mínimo 30/60/10.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Minneapolis Minnesota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Minneapolis Minnesota Top City Guide 2026 06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Minnesota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Minnesota, el plazo de prescripción para la mayoría de lesiones personales es de 2 años desde el choque. Perder ese plazo casi siempre cierra el caso. Los avisos contra entidades públicas pueden exigirse en 60–180 días.</a:t>
            </a:r>
            <a:br/>
            <a:br/>
            <a:r>
              <a:t>Minnesota aplica la regla de Modified comparative. Las reglas de culpa comparativa pueden reduci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$22k–$125k para situación después del choque en Minnesota)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Minneapolis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Minneapolis, Minnesota, opciones de atención incluyen Regional Medical Center, Level I/II trauma center (verify locally). El volumen de choques en esta zona se concentra en Interstate corridors, State routes near metro area. Minneapolis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Minnesota?</a:t>
            </a:r>
          </a:p>
          <a:p>
            <a:pPr>
              <a:spcAft>
                <a:spcPts val="800"/>
              </a:spcAft>
              <a:defRPr sz="1500">
                <a:solidFill>
                  <a:srgbClr val="94A3B8"/>
                </a:solidFill>
              </a:defRPr>
            </a:pPr>
            <a:r>
              <a:t>A: En la mayoría de los casos en Minnesota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https://www.wreckmatch.com/es/blog/what-to-do-after-a-car-accident-in-minneapolis-minnesota-top-city-guide-2026-06-29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https://www.wreckmatch.com/es/blog/what-to-do-after-a-car-accident-in-minneapolis-minnesota-top-city-guide-2026-06-29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Minneapolis, Minnesota — Guía en español — Top City Guide (2026-06-29)</dc:title>
  <dc:subject>WreckMatch educational guide — Minnesota</dc:subject>
  <dc:creator/>
  <cp:keywords>WreckMatch, car accident, Minnesota, Minnesota, what to do after a car accident in minneapolis minnesota top city guide 2026 06 29, personal injury, attorney matching</cp:keywords>
  <dc:description>Gold-tier presentation summary for https://www.wreckmatch.com/es/blog/what-to-do-after-a-car-accident-in-minneapolis-minnesota-top-city-guide-2026-06-29.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