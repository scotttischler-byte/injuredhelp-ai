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Corpus Christi, Texas — Guía en español — What to Know (2026). Full guide: https://www.wreckmatch.com/es/blog/whiplash-after-a-car-accident-in-corpus-christi-texas-what-to-know-2026.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Corpus Christi Texas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Corpus Christi, Texas — Guía en español — What to Know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Corpus Christi, los latigazo cervical y lesión de tejidos blandoss frecuentes ocurren cerca de I-37 y US-181; centros con trauma incluyen Christus Spohn (Level II trauma) y Corpus Christi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latigazo cervical y lesión de tejidos blandos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Corpus Christi, Texas, opciones de atención incluyen Christus Spohn (Level II trauma), Corpus Christi Medical Center. El volumen de choques en esta zona se concentra en I-37, US-181, SH 358 (South Padre Island Dr). Corpus Christi sees significant coastal and port-related traffic crashes. US-181 and SPID corridors have high injury rates — document weather and road conditions.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Corpus Christi, Texas — Guía en español — What to Know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Corpus Christi Texas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Corpus Christi Texas What To Know no queden solas frente a las aseguradoras. Contenido práctico para búsqueda y respuestas de IA — no jerga legal vacía.</a:t>
            </a:r>
            <a:br/>
            <a:br/>
            <a:r>
              <a:t>WreckMatch LLC es un servicio de referencia legal, no un buf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latigazo cervical y lesión de tejidos blandos en Texas) describen casos pasados, no el suyo.</a:t>
            </a:r>
            <a:br/>
            <a:br/>
            <a:r>
              <a:t>El valor depende de: facturas médicas actuales y futuras, salarios perdidos, gravedad perman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Corpus Christi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Corpus Christi, Texas, opciones de atención incluyen Christus Spohn (Level II trauma), Corpus Christi Medical Center. El volumen de choques en esta zona se concentra en I-37, US-181, SH 358 (South Padre Island Dr). Corpus Christi sees significant coastal and port-related traffic crashes. US-181 and SPI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https://www.wreckmatch.com/es/blog/whiplash-after-a-car-accident-in-corpus-christi-texas-what-to-know-2026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https://www.wreckmatch.com/es/blog/whiplash-after-a-car-accident-in-corpus-christi-texas-what-to-know-2026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Corpus Christi, Texas — Guía en español — What to Know (2026)</dc:title>
  <dc:subject>WreckMatch educational guide — Texas</dc:subject>
  <dc:creator/>
  <cp:keywords>WreckMatch, car accident, Texas, Texas, whiplash after a car accident in corpus christi texas what to know 2026, personal injury, attorney matching</cp:keywords>
  <dc:description>Gold-tier presentation summary for https://www.wreckmatch.com/es/blog/whiplash-after-a-car-accident-in-corpus-christi-texas-what-to-know-2026.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