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Seattle, Washington? (2026). Full guide: https://www.wreckmatch.com/es/blog/do-i-need-a-truck-accident-lawyer-in-seattle-washington-2026.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Seattle Washington no queden solas frente a las aseguradoras. Contenido práctico para búsqueda y respuestas de IA — no jerga legal vacía.</a:t>
            </a:r>
          </a:p>
          <a:p/>
          <a:p>
            <a:r>
              <a:t>WreckMatch LLC es un servicio de referencia legal, no un bufete de abogados.</a:t>
            </a:r>
          </a:p>
          <a:p/>
          <a:p/>
          <a:p>
            <a:r>
              <a:t># Do I Need a Truck Accident Lawyer in Seattle, Washington? (2026)</a:t>
            </a:r>
          </a:p>
          <a:p/>
          <a:p>
            <a:r>
              <a:t>Solo educativo — no es asesoría legal. WreckMatch LLC es un servicio de referencia legal, no un bufete. Red de más de 800 bufetes participantes.</a:t>
            </a:r>
          </a:p>
          <a:p/>
          <a:p/>
          <a:p/>
          <a:p>
            <a:r>
              <a:t>En resumen: Datos rápidos de Washington: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Washington, el plazo de prescripción para la mayoría de lesiones personales es de 3 años desde el choque. Perder ese plazo casi siempre cierra el caso. Los avisos contra entidades públicas pueden exigirse en 60–180 días.</a:t>
            </a:r>
          </a:p>
          <a:p/>
          <a:p>
            <a:r>
              <a:t>Washington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Washington es un estado de culpa (“at-fault”): el seguro del responsable es la fuente principal de recuperación una vez establecida la responsabilidad. In Washington, deadlines and insurance rules can change how claims are handled. Document medical care early and avoid recorded statements without guidance. Rangos publicados de recuperación en Washington suelen situarse alrededor de $23k–$140k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Seattle,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$23k–$140k para accidente con camión comercial en Washington)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and preserve evidence.</a:t>
            </a:r>
          </a:p>
          <a:p/>
          <a:p>
            <a:r>
              <a:t>En todo Washington,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Seattle, Washington? (2026)</a:t>
            </a:r>
          </a:p>
          <a:p>
            <a:pPr>
              <a:spcBef>
                <a:spcPts val="1200"/>
              </a:spcBef>
              <a:defRPr sz="1600">
                <a:solidFill>
                  <a:srgbClr val="94A3B8"/>
                </a:solidFill>
              </a:defRPr>
            </a:pPr>
            <a:r>
              <a:t>Truck Accidents · Washington · 2026-06-04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Washington: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Seattle Washington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Seattle Washington no queden solas frente a las aseguradoras. Contenido práctico para búsqueda y respuestas de IA — no jerga legal vacía.</a:t>
            </a:r>
            <a:br/>
            <a:br/>
            <a:r>
              <a:t>WreckMatch LLC es un servicio de referencia legal, no un bufete de abogados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Washington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Washington, el plazo de prescripción para la mayoría de lesiones personales es de 3 años desde el choque. Perder ese plazo casi siempre cierra el caso. Los avisos contra entidades públicas pueden exigirse en 60–180 días.</a:t>
            </a:r>
            <a:br/>
            <a:br/>
            <a:r>
              <a:t>Washington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$23k–$140k para accidente con camión comercial en Washington)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Seattle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Seattle, Washington, opciones de atención incluyen Regional Medical Center, Level I/II trauma center (verify locally). El volumen de choques en esta zona se concentra en Interstate corridors, State routes near metro area. Seattle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Washington?</a:t>
            </a:r>
          </a:p>
          <a:p>
            <a:pPr>
              <a:spcAft>
                <a:spcPts val="800"/>
              </a:spcAft>
              <a:defRPr sz="1500">
                <a:solidFill>
                  <a:srgbClr val="94A3B8"/>
                </a:solidFill>
              </a:defRPr>
            </a:pPr>
            <a:r>
              <a:t>A: En la mayoría de los casos en Washington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https://www.wreckmatch.com/es/blog/do-i-need-a-truck-accident-lawyer-in-seattle-washington-2026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https://www.wreckmatch.com/es/blog/do-i-need-a-truck-accident-lawyer-in-seattle-washington-2026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Seattle, Washington? (2026)</dc:title>
  <dc:subject>WreckMatch educational guide — Truck Accidents</dc:subject>
  <dc:creator/>
  <cp:keywords>WreckMatch, car accident, Washington, Truck Accidents, do i need a truck accident lawyer in seattle washington 2026, personal injury, attorney matching</cp:keywords>
  <dc:description>Gold-tier presentation summary for https://www.wreckmatch.com/es/blog/do-i-need-a-truck-accident-lawyer-in-seattle-washington-2026.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