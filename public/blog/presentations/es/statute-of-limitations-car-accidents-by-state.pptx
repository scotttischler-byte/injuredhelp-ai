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Statute of Limitations for Car Accidents by State. Full guide: https://www.wreckmatch.com/es/blog/statute-of-limitations-car-accidents-by-state.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Car accident in your area in your area, your state? your state's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Statute of Limitations for Car Accidents by State</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plazo legal para demandar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Statute of Limitations for Car Accidents by State</a:t>
            </a:r>
          </a:p>
          <a:p>
            <a:pPr>
              <a:spcBef>
                <a:spcPts val="1200"/>
              </a:spcBef>
              <a:defRPr sz="1600">
                <a:solidFill>
                  <a:srgbClr val="94A3B8"/>
                </a:solidFill>
              </a:defRPr>
            </a:pPr>
            <a:r>
              <a:t>Car Accidents · 2026-05-17T00:00:00.000Z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Car accident in your area in your area, your state? your state's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Statu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plazo legal para demandar en EE. UU.)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https://www.wreckmatch.com/es/blog/statute-of-limitations-car-accidents-by-state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https://www.wreckmatch.com/es/blog/statute-of-limitations-car-accidents-by-state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for Car Accidents by State</dc:title>
  <dc:subject>WreckMatch educational guide — Car Accidents</dc:subject>
  <dc:creator/>
  <cp:keywords>WreckMatch, car accident, Car Accidents, statute of limitations car accidents by state, personal injury, attorney matching</cp:keywords>
  <dc:description>Gold-tier presentation summary for https://www.wreckmatch.com/es/blog/statute-of-limitations-car-accidents-by-state.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