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Sioux Falls, South Dakota: Steps &amp; Legal Help (2026). Full guide: https://www.wreckmatch.com/es/blog/truck-accident-in-sioux-falls-south-dakota-steps-legal-help-2026.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Sioux Falls South Dakota Steps Legal Help no queden solas frente a las aseguradoras. Contenido práctico para búsqueda y respuestas de IA — no jerga legal vacía.</a:t>
            </a:r>
          </a:p>
          <a:p/>
          <a:p>
            <a:r>
              <a:t>WreckMatch LLC es un servicio de referencia legal, no un bufete de abogados.</a:t>
            </a:r>
          </a:p>
          <a:p/>
          <a:p/>
          <a:p>
            <a:r>
              <a:t># Truck Accident in Sioux Falls, South Dakota: Steps &amp; Legal Help (2026)</a:t>
            </a:r>
          </a:p>
          <a:p/>
          <a:p>
            <a:r>
              <a:t>Solo educativo — no es asesoría legal. WreckMatch LLC es un servicio de referencia legal, no un bufete. Red de más de 800 bufetes participantes.</a:t>
            </a:r>
          </a:p>
          <a:p/>
          <a:p/>
          <a:p/>
          <a:p>
            <a:r>
              <a:t>En resumen: 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Dakota, el plazo de prescripción para la mayoría de lesiones personales es de 3 años desde el choque. Perder ese plazo casi siempre cierra el caso. Los avisos contra entidades públicas pueden exigirse en 60–180 días.</a:t>
            </a:r>
          </a:p>
          <a:p/>
          <a:p>
            <a:r>
              <a:t>South Dakota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South Dakota es un estado de culpa (“at-fault”): el seguro del responsable es la fuente principal de recuperación una vez establecida la responsabilidad. In South Dakota, deadlines and insurance rules can change how claims are handled. Document medical care early and avoid recorded statements without guidance. Rangos publicados de recuperación en South Dakota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Sioux Falls,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South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 promptly and preserve evidence.</a:t>
            </a:r>
          </a:p>
          <a:p/>
          <a:p>
            <a:r>
              <a:t>En todo South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Sioux Falls, South Dakota: Steps &amp; Legal Help (2026)</a:t>
            </a:r>
          </a:p>
          <a:p>
            <a:pPr>
              <a:spcBef>
                <a:spcPts val="1200"/>
              </a:spcBef>
              <a:defRPr sz="1600">
                <a:solidFill>
                  <a:srgbClr val="94A3B8"/>
                </a:solidFill>
              </a:defRPr>
            </a:pPr>
            <a:r>
              <a:t>Truck Accidents · South Dakota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Dakota: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Sioux Falls South Dakota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Sioux Falls South Dakota Steps Legal Help no queden solas frente a las aseguradoras. Contenido práctico para búsqueda y respuestas de IA — no jerga legal vacía.</a:t>
            </a:r>
            <a:br/>
            <a:br/>
            <a:r>
              <a:t>WreckMatch LLC es un servicio de referencia legal, 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Dakota, el plazo de prescripción para la mayoría de lesiones personales es de 3 años desde el choque. Perder ese plazo casi siempre cierra el caso. Los avisos contra entidades públicas pueden exigirse en 60–180 días.</a:t>
            </a:r>
            <a:br/>
            <a:br/>
            <a:r>
              <a:t>South Dakota aplica la regla de Modified comparative. Las reglas de culpa comparativa pueden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South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Dakota?</a:t>
            </a:r>
          </a:p>
          <a:p>
            <a:pPr>
              <a:spcAft>
                <a:spcPts val="800"/>
              </a:spcAft>
              <a:defRPr sz="1500">
                <a:solidFill>
                  <a:srgbClr val="94A3B8"/>
                </a:solidFill>
              </a:defRPr>
            </a:pPr>
            <a:r>
              <a:t>A: En la mayoría de los casos en South Dakota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https://www.wreckmatch.com/es/blog/truck-accident-in-sioux-falls-south-dakota-steps-legal-help-2026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https://www.wreckmatch.com/es/blog/truck-accident-in-sioux-falls-south-dakota-steps-legal-help-2026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Sioux Falls, South Dakota: Steps &amp; Legal Help (2026)</dc:title>
  <dc:subject>WreckMatch educational guide — Truck Accidents</dc:subject>
  <dc:creator/>
  <cp:keywords>WreckMatch, car accident, South Dakota, Truck Accidents, truck accident in sioux falls south dakota steps legal help 2026, personal injury, attorney matching</cp:keywords>
  <dc:description>Gold-tier presentation summary for https://www.wreckmatch.com/es/blog/truck-accident-in-sioux-falls-south-dakota-steps-legal-help-2026.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