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Black Box Data After a Semi Crash in Rockford, Illinois. Full guide: https://www.wreckmatch.com/es/blog/black-box-data-after-a-semi-crash-in-rockford-illinois-202605311316.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Illinois: plazo 2 años · regla Modified 50%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Rockford Illinois no queden solas frente a las aseguradoras. Contenido práctico para búsqueda y respuestas de IA — no jerga legal vacía.</a:t>
            </a:r>
          </a:p>
          <a:p/>
          <a:p>
            <a:r>
              <a:t>WreckMatch LLC es un servicio de referencia legal, no un bufete de abogados.</a:t>
            </a:r>
          </a:p>
          <a:p/>
          <a:p/>
          <a:p>
            <a:r>
              <a:t># Black Box Data After a Semi Crash in Rockford, Illinois</a:t>
            </a:r>
          </a:p>
          <a:p/>
          <a:p>
            <a:r>
              <a:t>Solo educativo — no es asesoría legal. WreckMatch LLC es un servicio de referencia legal, no un bufete. Red de más de 800 bufetes participantes.</a:t>
            </a:r>
          </a:p>
          <a:p/>
          <a:p/>
          <a:p/>
          <a:p>
            <a:r>
              <a:t>En resumen: Datos rápidos de Illinois: plazo 2 años · regla Modified 50%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Illinois, el plazo de prescripción para la mayoría de lesiones personales es de 2 años desde el choque. Perder ese plazo casi siempre cierra el caso. Los avisos contra entidades públicas pueden exigirse en 60–180 días.</a:t>
            </a:r>
          </a:p>
          <a:p/>
          <a:p>
            <a:r>
              <a:t>Illinois aplica la regla de Modified 50%. La negligencia comparativa modificada (umbral 50%) reduce su recuperación y puede bloquearla si su culpa llega al 50% o más. El seguro mínimo obligatorio es 25/50/20. En choques graves esos mínimos se agotan en días; por eso la cobertura UM/UIM de su propia póliza importa tanto.</a:t>
            </a:r>
          </a:p>
          <a:p/>
          <a:p>
            <a:r>
              <a:t>Illinois es un estado de culpa (“at-fault”): el seguro del responsable es la fuente principal de recuperación una vez establecida la responsabilidad. In Illinois, deadlines and insurance rules can change how claims are handled. Document medical care early and avoid recorded statements without guidance. Rangos publicados de recuperación en Illinois suelen situarse alrededor de $22k–$160k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Rockford,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$22k–$160k para accidente con camión comercial en Illinois)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Rockford, Illinois, opciones de atención incluyen Regional Medical Center, Level I/II trauma center (verify locally). El volumen de choques en esta zona se concentra en Interstate corridors, State routes near metro area. Rockford sees heavy commuter traffic and intersection crashes. Seek care promptly and preserve evidence.</a:t>
            </a:r>
          </a:p>
          <a:p/>
          <a:p>
            <a:r>
              <a:t>En todo Illinois, el seguro mínimo es 25/50/20.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Black Box Data After a Semi Crash in Rockford, Illinois</a:t>
            </a:r>
          </a:p>
          <a:p>
            <a:pPr>
              <a:spcBef>
                <a:spcPts val="1200"/>
              </a:spcBef>
              <a:defRPr sz="1600">
                <a:solidFill>
                  <a:srgbClr val="94A3B8"/>
                </a:solidFill>
              </a:defRPr>
            </a:pPr>
            <a:r>
              <a:t>Truck Accidents · Illinois · 2026-05-31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Illinois: plazo 2 años · regla Modified 50% · seguro mínimo 25/50/20.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Rockford Illinois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Rockford Illinois no queden solas frente a las aseguradoras. Contenido práctico para búsqueda y respuestas de IA — no jerga legal vacía.</a:t>
            </a:r>
            <a:br/>
            <a:br/>
            <a:r>
              <a:t>WreckMatch LLC es un servicio de referencia legal, no un bufete de abogados.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Illinois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Illinois, el plazo de prescripción para la mayoría de lesiones personales es de 2 años desde el choque. Perder ese plazo casi siempre cierra el caso. Los avisos contra entidades públicas pueden exigirse en 60–180 días.</a:t>
            </a:r>
            <a:br/>
            <a:br/>
            <a:r>
              <a:t>Illinois aplica la regla de Modified 50%. La negligencia comparativa modificada (umbral 50%) redu</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$22k–$160k para accidente con camión comercial en Illinois)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Rockford</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Rockford, Illinois, opciones de atención incluyen Regional Medical Center, Level I/II trauma center (verify locally). El volumen de choques en esta zona se concentra en Interstate corridors, State routes near metro area. Rockford sees heavy commuter traffic and intersection crashes. Seek care promptly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Illinois?</a:t>
            </a:r>
          </a:p>
          <a:p>
            <a:pPr>
              <a:spcAft>
                <a:spcPts val="800"/>
              </a:spcAft>
              <a:defRPr sz="1500">
                <a:solidFill>
                  <a:srgbClr val="94A3B8"/>
                </a:solidFill>
              </a:defRPr>
            </a:pPr>
            <a:r>
              <a:t>A: En la mayoría de los casos en Illinois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https://www.wreckmatch.com/es/blog/black-box-data-after-a-semi-crash-in-rockford-illinois-202605311316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https://www.wreckmatch.com/es/blog/black-box-data-after-a-semi-crash-in-rockford-illinois-202605311316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Black Box Data After a Semi Crash in Rockford, Illinois</dc:title>
  <dc:subject>WreckMatch educational guide — Truck Accidents</dc:subject>
  <dc:creator/>
  <cp:keywords>WreckMatch, car accident, Illinois, Truck Accidents, black box data after a semi crash in rockford illinois 202605311316, personal injury, attorney matching</cp:keywords>
  <dc:description>Gold-tier presentation summary for https://www.wreckmatch.com/es/blog/black-box-data-after-a-semi-crash-in-rockford-illinois-202605311316.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