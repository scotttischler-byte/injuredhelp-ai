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Jackson, Mississippi — Guía en español — Top City Guide (2026-07-29). Full guide: https://www.wreckmatch.com/es/blog/semi-truck-accident-in-jackson-mississippi-top-city-guide-2026-07-29.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Mississippi: plazo 3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Jackson Mississippi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Jackson, Mississippi — Guía en español — Top City Guide (2026-07-29)</a:t>
            </a:r>
          </a:p>
          <a:p/>
          <a:p>
            <a:r>
              <a:t>Solo educativo — no es asesoría legal. WreckMatch LLC es un servicio de referencia legal, no un bufete. Red de más de 800 bufetes participantes.</a:t>
            </a:r>
          </a:p>
          <a:p/>
          <a:p/>
          <a:p/>
          <a:p>
            <a:r>
              <a:t>En resumen: Datos rápidos de Mississippi: plazo 3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Mississippi, el plazo de prescripción para la mayoría de lesiones personales es de 3 años desde el choque. Perder ese plazo casi siempre cierra el caso. Los avisos contra entidades públicas pueden exigirse en 60–180 días.</a:t>
            </a:r>
          </a:p>
          <a:p/>
          <a:p>
            <a:r>
              <a:t>Mississippi aplica la regla de Pure comparative. La negligencia comparativa pura reduce su recuperación según su porcentaje de culpa, pero no la elimina por completo. El seguro mínimo obligatorio es 25/50/25. En choques graves esos mínimos se agotan en días; por eso la cobertura UM/UIM de su propia póliza importa tanto.</a:t>
            </a:r>
          </a:p>
          <a:p/>
          <a:p>
            <a:r>
              <a:t>Mississippi es un estado de culpa (“at-fault”): el seguro del responsable es la fuente principal de recuperación una vez establecida la responsabilidad. In Mississippi, deadlines and insurance rules can change how claims are handled. Document medical care early and avoid recorded statements without guidance. Rangos publicados de recuperación en Mississippi suelen situarse alrededor de $16k–$90k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Jackson,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$16k–$90k para accidente con camión comercial en Mississippi)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Jackson, Mississippi, opciones de atención incluyen Regional Medical Center, Level I/II trauma center (verify locally). El volumen de choques en esta zona se concentra en Interstate corridors, State routes near metro area. Jackson sees heavy commuter traffic and intersection crashes. Seek care promptly and preserve evidence.</a:t>
            </a:r>
          </a:p>
          <a:p/>
          <a:p>
            <a:r>
              <a:t>En todo Mississippi,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Jackson, Mississippi — Guía en español — Top City Guide (2026-07-29)</a:t>
            </a:r>
          </a:p>
          <a:p>
            <a:pPr>
              <a:spcBef>
                <a:spcPts val="1200"/>
              </a:spcBef>
              <a:defRPr sz="1600">
                <a:solidFill>
                  <a:srgbClr val="94A3B8"/>
                </a:solidFill>
              </a:defRPr>
            </a:pPr>
            <a:r>
              <a:t>Truck Accidents · Mississippi · 2026-07-29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Mississippi: plazo 3 años · regla Pure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Jackson Mississippi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Jackson Mississippi Top City Guide 2026 07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Mississippi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Mississippi, el plazo de prescripción para la mayoría de lesiones personales es de 3 años desde el choque. Perder ese plazo casi siempre cierra el caso. Los avisos contra entidades públicas pueden exigirse en 60–180 días.</a:t>
            </a:r>
            <a:br/>
            <a:br/>
            <a:r>
              <a:t>Mississippi aplica la regla de Pure comparative. La negligencia comparativa pura reduce su rec</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$16k–$90k para accidente con camión comercial en Mississippi) describen casos pasados, no el suyo.</a:t>
            </a:r>
            <a:br/>
            <a:br/>
            <a:r>
              <a:t>El valor depende de: facturas médicas actuales y futuras, salarios perdidos, gravedad permanente, clar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Jackson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Jackson, Mississippi, opciones de atención incluyen Regional Medical Center, Level I/II trauma center (verify locally). El volumen de choques en esta zona se concentra en Interstate corridors, State routes near metro area. Jackson sees heavy commuter traffic and intersection crashes. Seek care promptly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Mississippi?</a:t>
            </a:r>
          </a:p>
          <a:p>
            <a:pPr>
              <a:spcAft>
                <a:spcPts val="800"/>
              </a:spcAft>
              <a:defRPr sz="1500">
                <a:solidFill>
                  <a:srgbClr val="94A3B8"/>
                </a:solidFill>
              </a:defRPr>
            </a:pPr>
            <a:r>
              <a:t>A: En la mayoría de los casos en Mississippi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https://www.wreckmatch.com/es/blog/semi-truck-accident-in-jackson-mississippi-top-city-guide-2026-07-29</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https://www.wreckmatch.com/es/blog/semi-truck-accident-in-jackson-mississippi-top-city-guide-2026-07-29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Jackson, Mississippi — Guía en español — Top City Guide (2026-07-29)</dc:title>
  <dc:subject>WreckMatch educational guide — Truck Accidents</dc:subject>
  <dc:creator/>
  <cp:keywords>WreckMatch, car accident, Mississippi, Truck Accidents, semi truck accident in jackson mississippi top city guide 2026 07 29, personal injury, attorney matching</cp:keywords>
  <dc:description>Gold-tier presentation summary for https://www.wreckmatch.com/es/blog/semi-truck-accident-in-jackson-mississippi-top-city-guide-2026-07-29.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