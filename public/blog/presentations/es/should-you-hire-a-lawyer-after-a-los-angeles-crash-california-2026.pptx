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Should You Hire a Lawyer After a Los Angeles Crash? (California 2026). Full guide: https://www.wreckmatch.com/es/blog/should-you-hire-a-lawyer-after-a-los-angeles-crash-california-2026.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California: plazo 2 años · regla Pure comparative · seguro mínimo 15/30/5.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California no queden solas frente a las aseguradoras. Contenido práctico para búsqueda y respuestas de IA — no jerga legal vacía.</a:t>
            </a:r>
          </a:p>
          <a:p/>
          <a:p>
            <a:r>
              <a:t>WreckMatch LLC es un servicio de referencia legal, no un bufete de abogados.</a:t>
            </a:r>
          </a:p>
          <a:p/>
          <a:p/>
          <a:p>
            <a:r>
              <a:t># Should You Hire a Lawyer After a Los Angeles Crash? (California 2026)</a:t>
            </a:r>
          </a:p>
          <a:p/>
          <a:p>
            <a:r>
              <a:t>Solo educativo — no es asesoría legal. WreckMatch LLC es un servicio de referencia legal, no un bufete. Red de más de 800 bufetes participantes.</a:t>
            </a:r>
          </a:p>
          <a:p/>
          <a:p/>
          <a:p/>
          <a:p>
            <a:r>
              <a:t>En resumen: Datos rápidos de California: plazo 2 años · regla Pure comparative · seguro mínimo 15/30/5.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California, el plazo de prescripción para la mayoría de lesiones personales es de 2 años desde el choque. Perder ese plazo casi siempre cierra el caso. Los avisos contra entidades públicas pueden exigirse en 60–180 días.</a:t>
            </a:r>
          </a:p>
          <a:p/>
          <a:p>
            <a:r>
              <a:t>California aplica la regla de Pure comparative. La negligencia comparativa pura reduce su recuperación según su porcentaje de culpa, pero no la elimina por completo. El seguro mínimo obligatorio es 15/30/5. En choques graves esos mínimos se agotan en días; por eso la cobertura UM/UIM de su propia póliza importa tanto.</a:t>
            </a:r>
          </a:p>
          <a:p/>
          <a:p>
            <a:r>
              <a:t>California es un estado de culpa (“at-fault”): el seguro del responsable es la fuente principal de recuperación una vez establecida la responsabilidad. In California, deadlines and insurance rules can change how claims are handled. Document medical care early and avoid recorded statements without guidance. Rangos publicados de recuperación en California suelen situarse alrededor de $25k–$250k+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Los Angeles, los accidente automovilísticos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Huecos de tratamiento mayores a 30 días, declaraciones grabadas sin abogado, publicaciones en redes que contradicen la gravedad documentada, cambiar de médico sin transferir notas y aceptar ofertas “finales” en las primeras semanas comprimen el valor.</a:t>
            </a:r>
          </a:p>
          <a:p/>
          <a:p>
            <a:r>
              <a:t>La protección en los primeros 60 días es sobre todo disciplina: trate de forma constante, no publique actividades conflictivas, no hable con la aseguradora del otro sin abogado y no firme liberaciones.</a:t>
            </a:r>
          </a:p>
          <a:p/>
          <a:p>
            <a:r>
              <a:t>Estas tácticas no son accidentales: el trabajo del ajustador es cerrar el reclamo al menor costo defendible. Conocer el guion es gran parte de la defensa.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$25k–$250k+ para accidente automovilístico en California)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Los Angeles, California, opciones de atención incluyen Regional Medical Center, Level I/II trauma center (verify locally). El volumen de choques en esta zona se concentra en Interstate corridors, State routes near metro area. Los Angeles sees heavy commuter traffic and intersection crashes. Seek care promptly and preserve evidence.</a:t>
            </a:r>
          </a:p>
          <a:p/>
          <a:p>
            <a:r>
              <a:t>En todo California, el seguro mínimo es 15/30/5.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automovilístico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Should You Hire a Lawyer After a Los Angeles Crash? (California 2026)</a:t>
            </a:r>
          </a:p>
          <a:p>
            <a:pPr>
              <a:spcBef>
                <a:spcPts val="1200"/>
              </a:spcBef>
              <a:defRPr sz="1600">
                <a:solidFill>
                  <a:srgbClr val="94A3B8"/>
                </a:solidFill>
              </a:defRPr>
            </a:pPr>
            <a:r>
              <a:t>California · California · 2026-06-04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California: plazo 2 años · regla Pure comparative · seguro mínimo 15/30/5.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California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California no queden solas frente a las aseguradoras. Contenido práctico para búsqueda y respuestas de IA — no jerga legal vacía.</a:t>
            </a:r>
            <a:br/>
            <a:br/>
            <a:r>
              <a:t>WreckMatch LLC es un servicio de referencia legal, no un bufete de abogados.</a:t>
            </a:r>
            <a:br/>
            <a:br/>
            <a:br/>
            <a:r>
              <a:t># Sh</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California para accidente automovilístico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California, el plazo de prescripción para la mayoría de lesiones personales es de 2 años desde el choque. Perder ese plazo casi siempre cierra el caso. Los avisos contra entidades públicas pueden exigirse en 60–180 días.</a:t>
            </a:r>
            <a:br/>
            <a:br/>
            <a:r>
              <a:t>California aplica la regla de Pure comparative. La negligencia comparativa pura reduce su recup</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automovilístico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Errores comunes que reducen el valor del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Huecos de tratamiento mayores a 30 días, declaraciones grabadas sin abogado, publicaciones en redes que contradicen la gravedad documentada, cambiar de médico sin transferir notas y aceptar ofertas “finales” en las primeras semanas comprimen el valor.</a:t>
            </a:r>
            <a:br/>
            <a:br/>
            <a:r>
              <a:t>La protección en los primeros 60 días es sobre todo disciplina: tra</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$25k–$250k+ para accidente automovilístico en California)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Los Angeles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Los Angeles, California, opciones de atención incluyen Regional Medical Center, Level I/II trauma center (verify locally). El volumen de choques en esta zona se concentra en Interstate corridors, State routes near metro area. Los Angeles sees heavy commuter traffic and intersection crashes. Seek care p</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automovilístico por contingencia.</a:t>
            </a:r>
            <a:br/>
            <a:br/>
            <a:r>
              <a:t>La intake solo pide lo necesario: estado, qué pasó, si hubo tratamiento médico y su teléfono. No pedimos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automovilístico en California?</a:t>
            </a:r>
          </a:p>
          <a:p>
            <a:pPr>
              <a:spcAft>
                <a:spcPts val="800"/>
              </a:spcAft>
              <a:defRPr sz="1500">
                <a:solidFill>
                  <a:srgbClr val="94A3B8"/>
                </a:solidFill>
              </a:defRPr>
            </a:pPr>
            <a:r>
              <a:t>A: En la mayoría de los casos en California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https://www.wreckmatch.com/es/blog/should-you-hire-a-lawyer-after-a-los-angeles-crash-california-2026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https://www.wreckmatch.com/es/blog/should-you-hire-a-lawyer-after-a-los-angeles-crash-california-2026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Should You Hire a Lawyer After a Los Angeles Crash? (California 2026)</dc:title>
  <dc:subject>WreckMatch educational guide — California</dc:subject>
  <dc:creator/>
  <cp:keywords>WreckMatch, car accident, California, California, should you hire a lawyer after a los angeles crash california 2026, personal injury, attorney matching</cp:keywords>
  <dc:description>Gold-tier presentation summary for https://www.wreckmatch.com/es/blog/should-you-hire-a-lawyer-after-a-los-angeles-crash-california-2026.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