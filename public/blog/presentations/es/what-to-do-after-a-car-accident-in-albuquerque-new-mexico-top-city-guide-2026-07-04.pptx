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Albuquerque, New Mexico — Guía en español — Top City Guide (2026-07-04). Full guide: https://www.wreckmatch.com/es/blog/what-to-do-after-a-car-accident-in-albuquerque-new-mexico-top-city-guide-2026-07-04.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Albuquerque New Mexico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Albuquerque, New Mexico — Guía en español — Top City Guide (2026-07-04)</a:t>
            </a:r>
          </a:p>
          <a:p/>
          <a:p>
            <a:r>
              <a:t>Solo educativo — no es asesoría legal. WreckMatch LLC es un servicio de referencia legal, no un bufete. Red de más de 800 bufetes participantes.</a:t>
            </a:r>
          </a:p>
          <a:p/>
          <a:p/>
          <a:p/>
          <a:p>
            <a:r>
              <a:t>En resumen: 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Mexico, el plazo de prescripción para la mayoría de lesiones personales es de 3 años desde el choque. Perder ese plazo casi siempre cierra el caso. Los avisos contra entidades públicas pueden exigirse en 60–180 días.</a:t>
            </a:r>
          </a:p>
          <a:p/>
          <a:p>
            <a:r>
              <a:t>New Mexico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New Mexico es un estado de culpa (“at-fault”): el seguro del responsable es la fuente principal de recuperación una vez establecida la responsabilidad. In New Mexico, deadlines and insurance rules can change how claims are handled. Document medical care early and avoid recorded statements without guidance. Rangos publicados de recuperación en New Mexico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Albuquerque,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New Mexico)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promptly and preserve evidence.</a:t>
            </a:r>
          </a:p>
          <a:p/>
          <a:p>
            <a:r>
              <a:t>En todo New Mexico,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Albuquerque, New Mexico — Guía en español — Top City Guide (2026-07-04)</a:t>
            </a:r>
          </a:p>
          <a:p>
            <a:pPr>
              <a:spcBef>
                <a:spcPts val="1200"/>
              </a:spcBef>
              <a:defRPr sz="1600">
                <a:solidFill>
                  <a:srgbClr val="94A3B8"/>
                </a:solidFill>
              </a:defRPr>
            </a:pPr>
            <a:r>
              <a:t>Truck Accidents · New Mexico · 2026-07-04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Mexico: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Albuquerque New Mexico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Albuquerque New Mexico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Mexico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Mexico, el plazo de prescripción para la mayoría de lesiones personales es de 3 años desde el choque. Perder ese plazo casi siempre cierra el caso. Los avisos contra entidades públicas pueden exigirse en 60–180 días.</a:t>
            </a:r>
            <a:br/>
            <a:br/>
            <a:r>
              <a:t>New Mexico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New Mexico)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Mexico?</a:t>
            </a:r>
          </a:p>
          <a:p>
            <a:pPr>
              <a:spcAft>
                <a:spcPts val="800"/>
              </a:spcAft>
              <a:defRPr sz="1500">
                <a:solidFill>
                  <a:srgbClr val="94A3B8"/>
                </a:solidFill>
              </a:defRPr>
            </a:pPr>
            <a:r>
              <a:t>A: En la mayoría de los casos en New Mexico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https://www.wreckmatch.com/es/blog/what-to-do-after-a-car-accident-in-albuquerque-new-mexico-top-city-guide-2026-07-04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https://www.wreckmatch.com/es/blog/what-to-do-after-a-car-accident-in-albuquerque-new-mexico-top-city-guide-2026-07-04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Albuquerque, New Mexico — Guía en español — Top City Guide (2026-07-04)</dc:title>
  <dc:subject>WreckMatch educational guide — Truck Accidents</dc:subject>
  <dc:creator/>
  <cp:keywords>WreckMatch, car accident, New Mexico, Truck Accidents, what to do after a car accident in albuquerque new mexico top city guide 2026 07 04, personal injury, attorney matching</cp:keywords>
  <dc:description>Gold-tier presentation summary for https://www.wreckmatch.com/es/blog/what-to-do-after-a-car-accident-in-albuquerque-new-mexico-top-city-guide-2026-07-04.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