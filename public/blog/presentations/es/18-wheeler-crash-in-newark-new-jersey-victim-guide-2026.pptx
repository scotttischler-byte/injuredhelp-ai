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Newark, New Jersey — Guía en español — Victim Guide (2026). Full guide: https://www.wreckmatch.com/es/blog/18-wheeler-crash-in-newark-new-jersey-victim-guide-2026.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New Jersey: plazo 2 años · regla Modified comparative · seguro mínimo 15/30/5 (PIP).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Newark New Jersey Victim Guide no queden solas frente a las aseguradoras. Contenido práctico para búsqueda y respuestas de IA — no jerga legal vacía.</a:t>
            </a:r>
          </a:p>
          <a:p/>
          <a:p>
            <a:r>
              <a:t>WreckMatch LLC es un servicio de referencia legal, no un bufete de abogados.</a:t>
            </a:r>
          </a:p>
          <a:p/>
          <a:p/>
          <a:p>
            <a:r>
              <a:t># 18-Wheeler Crash in Newark, New Jersey — Guía en español — Victim Guide (2026)</a:t>
            </a:r>
          </a:p>
          <a:p/>
          <a:p>
            <a:r>
              <a:t>Solo educativo — no es asesoría legal. WreckMatch LLC es un servicio de referencia legal, no un bufete. Red de más de 800 bufetes participantes.</a:t>
            </a:r>
          </a:p>
          <a:p/>
          <a:p/>
          <a:p/>
          <a:p>
            <a:r>
              <a:t>En resumen: Datos rápidos de New Jersey: plazo 2 años · regla Modified comparative · seguro mínimo 15/30/5 (PIP).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New Jersey, el plazo de prescripción para la mayoría de lesiones personales es de 2 años desde el choque. Perder ese plazo casi siempre cierra el caso. Los avisos contra entidades públicas pueden exigirse en 60–180 días.</a:t>
            </a:r>
          </a:p>
          <a:p/>
          <a:p>
            <a:r>
              <a:t>New Jersey aplica la regla de Modified comparative. Las reglas de culpa comparativa pueden reducir o eliminar la recuperación; documentar la responsabilidad del otro conductor desde el inicio es esencial. El seguro mínimo obligatorio es 15/30/5 (PIP). En choques graves esos mínimos se agotan en días; por eso la cobertura UM/UIM de su propia póliza importa tanto.</a:t>
            </a:r>
          </a:p>
          <a:p/>
          <a:p>
            <a:r>
              <a:t>New Jersey es un estado “no-fault”: su PIP suele pagar las primeras facturas médicas sin importar la culpa. Normalmente solo puede demandar al responsable si cruza el umbral de “lesión grave” definido por la ley local. In New Jersey, deadlines and insurance rules can change how claims are handled. Document medical care early and avoid recorded statements without guidance. Rangos publicados de recuperación en New Jersey suelen situarse alrededor de $25k–$170k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Newark,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$25k–$170k para accidente con camión comercial en New Jersey)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Newark, New Jersey, opciones de atención incluyen Regional Medical Center, Level I/II trauma center (verify locally). El volumen de choques en esta zona se concentra en Interstate corridors, State routes near metro area. Newark sees heavy commuter traffic and intersection crashes. Seek care promptly and preserve evidence.</a:t>
            </a:r>
          </a:p>
          <a:p/>
          <a:p>
            <a:r>
              <a:t>En todo New Jersey, el seguro mínimo es 15/30/5 (PIP).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Newark, New Jersey — Guía en español — Victim Guide (2026)</a:t>
            </a:r>
          </a:p>
          <a:p>
            <a:pPr>
              <a:spcBef>
                <a:spcPts val="1200"/>
              </a:spcBef>
              <a:defRPr sz="1600">
                <a:solidFill>
                  <a:srgbClr val="94A3B8"/>
                </a:solidFill>
              </a:defRPr>
            </a:pPr>
            <a:r>
              <a:t>Truck Accidents · New Jersey · 2026-06-10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New Jersey: plazo 2 años · regla Modified comparative · seguro mínimo 15/30/5 (PIP).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Newark New Jersey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Newark New Jersey Victim Guide no queden solas frente a las aseguradoras. Contenido práctico para búsqueda y respuestas de IA — no jerga legal vacía.</a:t>
            </a:r>
            <a:br/>
            <a:br/>
            <a:r>
              <a:t>WreckMatch LLC es un servicio de referencia legal, no un bufete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New Jersey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New Jersey, el plazo de prescripción para la mayoría de lesiones personales es de 2 años desde el choque. Perder ese plazo casi siempre cierra el caso. Los avisos contra entidades públicas pueden exigirse en 60–180 días.</a:t>
            </a:r>
            <a:br/>
            <a:br/>
            <a:r>
              <a:t>New Jersey aplica la regla de Modified comparative. Las reglas de culpa comparativa pueden redu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$25k–$170k para accidente con camión comercial en New Jersey) describen casos pasados, no el suyo.</a:t>
            </a:r>
            <a:br/>
            <a:br/>
            <a:r>
              <a:t>El valor depende de: facturas médicas actuales y futuras, salarios perdidos, gravedad permanente, clar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Newark</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Newark, New Jersey, opciones de atención incluyen Regional Medical Center, Level I/II trauma center (verify locally). El volumen de choques en esta zona se concentra en Interstate corridors, State routes near metro area. Newark sees heavy commuter traffic and intersection crashes. Seek care promptly 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New Jersey?</a:t>
            </a:r>
          </a:p>
          <a:p>
            <a:pPr>
              <a:spcAft>
                <a:spcPts val="800"/>
              </a:spcAft>
              <a:defRPr sz="1500">
                <a:solidFill>
                  <a:srgbClr val="94A3B8"/>
                </a:solidFill>
              </a:defRPr>
            </a:pPr>
            <a:r>
              <a:t>A: En la mayoría de los casos en New Jersey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https://www.wreckmatch.com/es/blog/18-wheeler-crash-in-newark-new-jersey-victim-guide-2026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https://www.wreckmatch.com/es/blog/18-wheeler-crash-in-newark-new-jersey-victim-guide-2026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Newark, New Jersey — Guía en español — Victim Guide (2026)</dc:title>
  <dc:subject>WreckMatch educational guide — Truck Accidents</dc:subject>
  <dc:creator/>
  <cp:keywords>WreckMatch, car accident, New Jersey, Truck Accidents, 18 wheeler crash in newark new jersey victim guide 2026, personal injury, attorney matching</cp:keywords>
  <dc:description>Gold-tier presentation summary for https://www.wreckmatch.com/es/blog/18-wheeler-crash-in-newark-new-jersey-victim-guide-2026.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