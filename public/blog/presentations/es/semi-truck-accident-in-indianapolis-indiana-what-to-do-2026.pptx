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Indianapolis, Indiana: What to Do (2026). Full guide: https://www.wreckmatch.com/es/blog/semi-truck-accident-in-indianapolis-indiana-what-to-do-2026.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Indianapolis Indiana What To Do no queden solas frente a las aseguradoras. Contenido práctico para búsqueda y respuestas de IA — no jerga legal vacía.</a:t>
            </a:r>
          </a:p>
          <a:p/>
          <a:p>
            <a:r>
              <a:t>WreckMatch LLC es un servicio de referencia legal, no un bufete de abogados.</a:t>
            </a:r>
          </a:p>
          <a:p/>
          <a:p/>
          <a:p>
            <a:r>
              <a:t># Semi Truck Accident in Indianapolis, Indiana: What to Do (2026)</a:t>
            </a:r>
          </a:p>
          <a:p/>
          <a:p>
            <a:r>
              <a:t>Solo educativo — no es asesoría legal. WreckMatch LLC es un servicio de referencia legal, no un bufete. Red de más de 800 bufetes participantes.</a:t>
            </a:r>
          </a:p>
          <a:p/>
          <a:p/>
          <a:p/>
          <a:p>
            <a:r>
              <a:t>En resumen: 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Indiana, el plazo de prescripción para la mayoría de lesiones personales es de 2 años desde el choque. Perder ese plazo casi siempre cierra el caso. Los avisos contra entidades públicas pueden exigirse en 60–180 días.</a:t>
            </a:r>
          </a:p>
          <a:p/>
          <a:p>
            <a:r>
              <a:t>Indiana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Indiana es un estado de culpa (“at-fault”): el seguro del responsable es la fuente principal de recuperación una vez establecida la responsabilidad. In Indiana, deadlines and insurance rules can change how claims are handled. Document medical care early and avoid recorded statements without guidance. Rangos publicados de recuperación en Indiana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Indianapolis,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Indiana)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promptly and preserve evidence.</a:t>
            </a:r>
          </a:p>
          <a:p/>
          <a:p>
            <a:r>
              <a:t>En todo Indiana,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Indianapolis, Indiana: What to Do (2026)</a:t>
            </a:r>
          </a:p>
          <a:p>
            <a:pPr>
              <a:spcBef>
                <a:spcPts val="1200"/>
              </a:spcBef>
              <a:defRPr sz="1600">
                <a:solidFill>
                  <a:srgbClr val="94A3B8"/>
                </a:solidFill>
              </a:defRPr>
            </a:pPr>
            <a:r>
              <a:t>Truck Accidents · Indiana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Indiana: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Indianapolis Indiana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Indianapolis Indiana What To Do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Indiana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Indiana, el plazo de prescripción para la mayoría de lesiones personales es de 2 años desde el choque. Perder ese plazo casi siempre cierra el caso. Los avisos contra entidades públicas pueden exigirse en 60–180 días.</a:t>
            </a:r>
            <a:br/>
            <a:br/>
            <a:r>
              <a:t>Indiana aplica la regla de Modified 51%. La negligencia comparativa modificada (umbral 51%) permit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Indiana)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Indiana?</a:t>
            </a:r>
          </a:p>
          <a:p>
            <a:pPr>
              <a:spcAft>
                <a:spcPts val="800"/>
              </a:spcAft>
              <a:defRPr sz="1500">
                <a:solidFill>
                  <a:srgbClr val="94A3B8"/>
                </a:solidFill>
              </a:defRPr>
            </a:pPr>
            <a:r>
              <a:t>A: En la mayoría de los casos en Indiana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https://www.wreckmatch.com/es/blog/semi-truck-accident-in-indianapolis-indiana-what-to-do-2026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https://www.wreckmatch.com/es/blog/semi-truck-accident-in-indianapolis-indiana-what-to-do-2026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Indianapolis, Indiana: What to Do (2026)</dc:title>
  <dc:subject>WreckMatch educational guide — Truck Accidents</dc:subject>
  <dc:creator/>
  <cp:keywords>WreckMatch, car accident, Indiana, Truck Accidents, semi truck accident in indianapolis indiana what to do 2026, personal injury, attorney matching</cp:keywords>
  <dc:description>Gold-tier presentation summary for https://www.wreckmatch.com/es/blog/semi-truck-accident-in-indianapolis-indiana-what-to-do-2026.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