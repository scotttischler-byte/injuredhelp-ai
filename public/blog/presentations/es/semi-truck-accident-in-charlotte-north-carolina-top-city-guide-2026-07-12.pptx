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Charlotte, North Carolina — Guía en español — Top City Guide (2026-07-12). Full guide: https://www.wreckmatch.com/es/blog/semi-truck-accident-in-charlotte-north-carolina-top-city-guide-2026-07-12.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Charlotte North Carolina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Charlotte, North Carolina — Guía en español — Top City Guide (2026-07-12)</a:t>
            </a:r>
          </a:p>
          <a:p/>
          <a:p>
            <a:r>
              <a:t>Solo educativo — no es asesoría legal. WreckMatch LLC es un servicio de referencia legal, no un bufete. Red de más de 800 bufetes participantes.</a:t>
            </a:r>
          </a:p>
          <a:p/>
          <a:p/>
          <a:p/>
          <a:p>
            <a:r>
              <a:t>En resumen: 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Carolina, el plazo de prescripción para la mayoría de lesiones personales es de 3 años desde el choque. Perder ese plazo casi siempre cierra el caso. Los avisos contra entidades públicas pueden exigirse en 60–180 días.</a:t>
            </a:r>
          </a:p>
          <a:p/>
          <a:p>
            <a:r>
              <a:t>North Carolina aplica la regla de Contributory. Con negligencia contributiva tradicional, aunque tenga solo 1% de culpa puede quedar sin recuperación — una de las reglas más duras. Por eso la evidencia de las primeras 48 horas es crítica. El seguro mínimo obligatorio es 30/60/25. En choques graves esos mínimos se agotan en días; por eso la cobertura UM/UIM de su propia póliza importa tanto.</a:t>
            </a:r>
          </a:p>
          <a:p/>
          <a:p>
            <a:r>
              <a:t>North Carolina es un estado de culpa (“at-fault”): el seguro del responsable es la fuente principal de recuperación una vez establecida la responsabilidad. In North Carolina, deadlines and insurance rules can change how claims are handled. Document medical care early and avoid recorded statements without guidance. Rangos publicados de recuperación en North Carolina suelen situarse alrededor de $20k–$140k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Charlotte,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$20k–$140k para accidente con camión comercial en North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promptly and preserve evidence.</a:t>
            </a:r>
          </a:p>
          <a:p/>
          <a:p>
            <a:r>
              <a:t>En todo North Carolina,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Charlotte, North Carolina — Guía en español — Top City Guide (2026-07-12)</a:t>
            </a:r>
          </a:p>
          <a:p>
            <a:pPr>
              <a:spcBef>
                <a:spcPts val="1200"/>
              </a:spcBef>
              <a:defRPr sz="1600">
                <a:solidFill>
                  <a:srgbClr val="94A3B8"/>
                </a:solidFill>
              </a:defRPr>
            </a:pPr>
            <a:r>
              <a:t>Truck Accidents · North Carolina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Carolina: plazo 3 años · regla Contributory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Charlotte North Carolina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Charlotte North Carolina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Carolina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Carolina, el plazo de prescripción para la mayoría de lesiones personales es de 3 años desde el choque. Perder ese plazo casi siempre cierra el caso. Los avisos contra entidades públicas pueden exigirse en 60–180 días.</a:t>
            </a:r>
            <a:br/>
            <a:br/>
            <a:r>
              <a:t>North Carolina aplica la regla de Contributory. Con negligencia contributiva tradicional, 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$20k–$140k para accidente con camión comercial en North Carolina) describen casos pasados, no el suyo.</a:t>
            </a:r>
            <a:br/>
            <a:br/>
            <a:r>
              <a:t>El valor depende de: facturas médicas actuales y futuras, salarios perdidos, gravedad permanente,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North Carolina?</a:t>
            </a:r>
          </a:p>
          <a:p>
            <a:pPr>
              <a:spcAft>
                <a:spcPts val="800"/>
              </a:spcAft>
              <a:defRPr sz="1500">
                <a:solidFill>
                  <a:srgbClr val="94A3B8"/>
                </a:solidFill>
              </a:defRPr>
            </a:pPr>
            <a:r>
              <a:t>A: En la mayoría de los casos en North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https://www.wreckmatch.com/es/blog/semi-truck-accident-in-charlotte-north-carolina-top-city-guide-2026-07-12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https://www.wreckmatch.com/es/blog/semi-truck-accident-in-charlotte-north-carolina-top-city-guide-2026-07-12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Charlotte, North Carolina — Guía en español — Top City Guide (2026-07-12)</dc:title>
  <dc:subject>WreckMatch educational guide — Truck Accidents</dc:subject>
  <dc:creator/>
  <cp:keywords>WreckMatch, car accident, North Carolina, Truck Accidents, semi truck accident in charlotte north carolina top city guide 2026 07 12, personal injury, attorney matching</cp:keywords>
  <dc:description>Gold-tier presentation summary for https://www.wreckmatch.com/es/blog/semi-truck-accident-in-charlotte-north-carolina-top-city-guide-2026-07-12.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