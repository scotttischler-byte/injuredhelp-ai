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Miami, Florida — Guía en español — Victim Guide (2026). Full guide: https://www.wreckmatch.com/es/blog/18-wheeler-crash-in-miami-florida-victim-guide-2026.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Florida: plazo 4 años · regla Pure comparative · seguro mínimo 10/20/10 (PIP required).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Miami Florida Victim Guide no queden solas frente a las aseguradoras. Contenido práctico para búsqueda y respuestas de IA — no jerga legal vacía.</a:t>
            </a:r>
          </a:p>
          <a:p/>
          <a:p>
            <a:r>
              <a:t>WreckMatch LLC es un servicio de referencia legal, no un bufete de abogados.</a:t>
            </a:r>
          </a:p>
          <a:p/>
          <a:p/>
          <a:p>
            <a:r>
              <a:t># 18-Wheeler Crash in Miami, Florida — Guía en español — Victim Guide (2026)</a:t>
            </a:r>
          </a:p>
          <a:p/>
          <a:p>
            <a:r>
              <a:t>Solo educativo — no es asesoría legal. WreckMatch LLC es un servicio de referencia legal, no un bufete. Red de más de 800 bufetes participantes.</a:t>
            </a:r>
          </a:p>
          <a:p/>
          <a:p/>
          <a:p/>
          <a:p>
            <a:r>
              <a:t>En resumen: Datos rápidos de Florida: plazo 4 años · regla Pure comparative · seguro mínimo 10/20/10 (PIP required).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Florida, el plazo de prescripción para la mayoría de lesiones personales es de 4 años desde el choque. Perder ese plazo casi siempre cierra el caso. Los avisos contra entidades públicas pueden exigirse en 60–180 días.</a:t>
            </a:r>
          </a:p>
          <a:p/>
          <a:p>
            <a:r>
              <a:t>Florida aplica la regla de Pure comparative. La negligencia comparativa pura reduce su recuperación según su porcentaje de culpa, pero no la elimina por completo. El seguro mínimo obligatorio es 10/20/10 (PIP required). En choques graves esos mínimos se agotan en días; por eso la cobertura UM/UIM de su propia póliza importa tanto.</a:t>
            </a:r>
          </a:p>
          <a:p/>
          <a:p>
            <a:r>
              <a:t>Florida es un estado “no-fault”: su PIP suele pagar las primeras facturas médicas sin importar la culpa. Normalmente solo puede demandar al responsable si cruza el umbral de “lesión grave” definido por la ley local. In Florida, deadlines and insurance rules can change how claims are handled. Document medical care early and avoid recorded statements without guidance. Rangos publicados de recuperación en Florida suelen situarse alrededor de $20k–$180k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Miami,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$20k–$180k para accidente con camión comercial en Florida)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preserve evidence.</a:t>
            </a:r>
          </a:p>
          <a:p/>
          <a:p>
            <a:r>
              <a:t>En todo Florida, el seguro mínimo es 10/20/10 (PIP required).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Miami, Florida — Guía en español — Victim Guide (2026)</a:t>
            </a:r>
          </a:p>
          <a:p>
            <a:pPr>
              <a:spcBef>
                <a:spcPts val="1200"/>
              </a:spcBef>
              <a:defRPr sz="1600">
                <a:solidFill>
                  <a:srgbClr val="94A3B8"/>
                </a:solidFill>
              </a:defRPr>
            </a:pPr>
            <a:r>
              <a:t>Truck Accidents · Florida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Florida: plazo 4 años · regla Pure comparative · seguro mínimo 10/20/10 (PIP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Miami Florida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Miami Florida Victim Guide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Florida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Florida, el plazo de prescripción para la mayoría de lesiones personales es de 4 años desde el choque. Perder ese plazo casi siempre cierra el caso. Los avisos contra entidades públicas pueden exigirse en 60–180 días.</a:t>
            </a:r>
            <a:br/>
            <a:br/>
            <a:r>
              <a:t>Florida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$20k–$180k para accidente con camión comercial en Florida)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Florida?</a:t>
            </a:r>
          </a:p>
          <a:p>
            <a:pPr>
              <a:spcAft>
                <a:spcPts val="800"/>
              </a:spcAft>
              <a:defRPr sz="1500">
                <a:solidFill>
                  <a:srgbClr val="94A3B8"/>
                </a:solidFill>
              </a:defRPr>
            </a:pPr>
            <a:r>
              <a:t>A: En la mayoría de los casos en Florida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https://www.wreckmatch.com/es/blog/18-wheeler-crash-in-miami-florida-victim-guide-2026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https://www.wreckmatch.com/es/blog/18-wheeler-crash-in-miami-florida-victim-guide-2026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Miami, Florida — Guía en español — Victim Guide (2026)</dc:title>
  <dc:subject>WreckMatch educational guide — Truck Accidents</dc:subject>
  <dc:creator/>
  <cp:keywords>WreckMatch, car accident, Florida, Truck Accidents, 18 wheeler crash in miami florida victim guide 2026, personal injury, attorney matching</cp:keywords>
  <dc:description>Gold-tier presentation summary for https://www.wreckmatch.com/es/blog/18-wheeler-crash-in-miami-florida-victim-guide-2026.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