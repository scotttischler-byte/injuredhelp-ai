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Black Box Data After a Semi Crash in Dallas, Texas. Full guide: https://www.wreckmatch.com/es/blog/black-box-data-after-a-semi-crash-in-dallas-texas.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Dallas no queden solas frente a las aseguradoras. Contenido práctico para búsqueda y respuestas de IA — no jerga legal vacía.</a:t>
            </a:r>
          </a:p>
          <a:p/>
          <a:p>
            <a:r>
              <a:t>WreckMatch LLC es un servicio de referencia legal, no un bufete de abogados.</a:t>
            </a:r>
          </a:p>
          <a:p/>
          <a:p/>
          <a:p>
            <a:r>
              <a:t># Black Box Data After a Semi Crash in Dallas, Texas</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Dallas, los accidente con camión comercials frecuentes ocurren cerca de I-35E y I-30; centros con trauma incluyen Parkland Memorial (Level I trauma) y Baylor University Medical Center.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accidente con camión comercial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Dallas, Texas, opciones de atención incluyen Parkland Memorial (Level I trauma), Baylor University Medical Center, UT Southwestern. El volumen de choques en esta zona se concentra en I-35E, I-30, I-635 (LBJ Freeway). Dallas County has among the highest fatality rates in Texas. Crashes on I-635 and I-35E are often severe — preserve evidence and avoid recorded insurer statements.</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Black Box Data After a Semi Crash in Dallas, Texas</a:t>
            </a:r>
          </a:p>
          <a:p>
            <a:pPr>
              <a:spcBef>
                <a:spcPts val="1200"/>
              </a:spcBef>
              <a:defRPr sz="1600">
                <a:solidFill>
                  <a:srgbClr val="94A3B8"/>
                </a:solidFill>
              </a:defRPr>
            </a:pPr>
            <a:r>
              <a:t>Truck Accidents · Texas · 2026-05-22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Dallas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Dallas no queden solas frente a las aseguradoras. Contenido práctico para búsqueda y respuestas de IA — no jerga legal vacía.</a:t>
            </a:r>
            <a:br/>
            <a:br/>
            <a:r>
              <a:t>WreckMatch LLC es un servicio de referencia legal, no un bufete de abogados.</a:t>
            </a:r>
            <a:br/>
            <a:br/>
            <a:br/>
            <a:r>
              <a:t># Black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accidente con camión comercial en Texas)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Dallas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Dallas, Texas, opciones de atención incluyen Parkland Memorial (Level I trauma), Baylor University Medical Center, UT Southwestern. El volumen de choques en esta zona se concentra en I-35E, I-30, I-635 (LBJ Freeway). Dallas County has among the highest fatality rates in Texas. Crashes on I-635 and I-35</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https://www.wreckmatch.com/es/blog/black-box-data-after-a-semi-crash-in-dallas-texas</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https://www.wreckmatch.com/es/blog/black-box-data-after-a-semi-crash-in-dallas-texas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Box Data After a Semi Crash in Dallas, Texas</dc:title>
  <dc:subject>WreckMatch educational guide — Truck Accidents</dc:subject>
  <dc:creator/>
  <cp:keywords>WreckMatch, car accident, Texas, Truck Accidents, black box data after a semi crash in dallas texas, personal injury, attorney matching</cp:keywords>
  <dc:description>Gold-tier presentation summary for https://www.wreckmatch.com/es/blog/black-box-data-after-a-semi-crash-in-dallas-texas.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