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Burlington, Vermont — Guía en español — Top City Guide (2026-06-19). Full guide: https://www.wreckmatch.com/es/blog/what-to-do-after-a-car-accident-in-burlington-vermont-top-city-guide-2026-06-19.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Vermont: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Burlington Vermont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Burlington, Vermont — Guía en español — Top City Guide (2026-06-19)</a:t>
            </a:r>
          </a:p>
          <a:p/>
          <a:p>
            <a:r>
              <a:t>Solo educativo — no es asesoría legal. WreckMatch LLC es un servicio de referencia legal, no un bufete. Red de más de 800 bufetes participantes.</a:t>
            </a:r>
          </a:p>
          <a:p/>
          <a:p/>
          <a:p/>
          <a:p>
            <a:r>
              <a:t>En resumen: Datos rápidos de Vermont: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Vermont, el plazo de prescripción para la mayoría de lesiones personales es de 3 años desde el choque. Perder ese plazo casi siempre cierra el caso. Los avisos contra entidades públicas pueden exigirse en 60–180 días.</a:t>
            </a:r>
          </a:p>
          <a:p/>
          <a:p>
            <a:r>
              <a:t>Vermont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Vermont es un estado de culpa (“at-fault”): el seguro del responsable es la fuente principal de recuperación una vez establecida la responsabilidad. In Vermont, deadlines and insurance rules can change how claims are handled. Document medical care early and avoid recorded statements without guidance. Rangos publicados de recuperación en Vermont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Burlington,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situación después del choque en Vermont)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Burlington, Vermont, opciones de atención incluyen Regional Medical Center, Level I/II trauma center (verify locally). El volumen de choques en esta zona se concentra en Interstate corridors, State routes near metro area. Burlington sees heavy commuter traffic and intersection crashes. Seek care promptly and preserve evidence.</a:t>
            </a:r>
          </a:p>
          <a:p/>
          <a:p>
            <a:r>
              <a:t>En todo Vermont,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Burlington, Vermont — Guía en español — Top City Guide (2026-06-19)</a:t>
            </a:r>
          </a:p>
          <a:p>
            <a:pPr>
              <a:spcBef>
                <a:spcPts val="1200"/>
              </a:spcBef>
              <a:defRPr sz="1600">
                <a:solidFill>
                  <a:srgbClr val="94A3B8"/>
                </a:solidFill>
              </a:defRPr>
            </a:pPr>
            <a:r>
              <a:t>Severe Injury · Vermont · 2026-06-19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Vermont: plazo 3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Burlington Vermont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Burlington Vermont Top City Guide 2026 06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Vermont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Vermont, el plazo de prescripción para la mayoría de lesiones personales es de 3 años desde el choque. Perder ese plazo casi siempre cierra el caso. Los avisos contra entidades públicas pueden exigirse en 60–180 días.</a:t>
            </a:r>
            <a:br/>
            <a:br/>
            <a:r>
              <a:t>Vermont aplica la regla de Modified comparative. Las reglas de culpa comparativa pueden reducir 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situación después del choque en Vermont)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Burlington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Burlington, Vermont, opciones de atención incluyen Regional Medical Center, Level I/II trauma center (verify locally). El volumen de choques en esta zona se concentra en Interstate corridors, State routes near metro area. Burlington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Vermont?</a:t>
            </a:r>
          </a:p>
          <a:p>
            <a:pPr>
              <a:spcAft>
                <a:spcPts val="800"/>
              </a:spcAft>
              <a:defRPr sz="1500">
                <a:solidFill>
                  <a:srgbClr val="94A3B8"/>
                </a:solidFill>
              </a:defRPr>
            </a:pPr>
            <a:r>
              <a:t>A: En la mayoría de los casos en Vermont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https://www.wreckmatch.com/es/blog/what-to-do-after-a-car-accident-in-burlington-vermont-top-city-guide-2026-06-19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https://www.wreckmatch.com/es/blog/what-to-do-after-a-car-accident-in-burlington-vermont-top-city-guide-2026-06-19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Burlington, Vermont — Guía en español — Top City Guide (2026-06-19)</dc:title>
  <dc:subject>WreckMatch educational guide — Severe Injury</dc:subject>
  <dc:creator/>
  <cp:keywords>WreckMatch, car accident, Vermont, Severe Injury, what to do after a car accident in burlington vermont top city guide 2026 06 19, personal injury, attorney matching</cp:keywords>
  <dc:description>Gold-tier presentation summary for https://www.wreckmatch.com/es/blog/what-to-do-after-a-car-accident-in-burlington-vermont-top-city-guide-2026-06-19.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