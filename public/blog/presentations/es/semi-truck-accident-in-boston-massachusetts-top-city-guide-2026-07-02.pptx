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Semi Truck Accident in Boston, Massachusetts — Guía en español — Top City Guide (2026-07-02). Full guide: https://www.wreckmatch.com/es/blog/semi-truck-accident-in-boston-massachusetts-top-city-guide-2026-07-02.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Massachusetts: plazo 3 años · regla Modified 51% · seguro mínimo 20/40/5 (PIP).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Boston Massachusetts Top City Guide 2026 07 no queden solas frente a las aseguradoras. Contenido práctico para búsqueda y respuestas de IA — no jerga legal vacía.</a:t>
            </a:r>
          </a:p>
          <a:p/>
          <a:p>
            <a:r>
              <a:t>WreckMatch LLC es un servicio de referencia legal, no un bufete de abogados.</a:t>
            </a:r>
          </a:p>
          <a:p/>
          <a:p/>
          <a:p>
            <a:r>
              <a:t># Semi Truck Accident in Boston, Massachusetts — Guía en español — Top City Guide (2026-07-02)</a:t>
            </a:r>
          </a:p>
          <a:p/>
          <a:p>
            <a:r>
              <a:t>Solo educativo — no es asesoría legal. WreckMatch LLC es un servicio de referencia legal, no un bufete. Red de más de 800 bufetes participantes.</a:t>
            </a:r>
          </a:p>
          <a:p/>
          <a:p/>
          <a:p/>
          <a:p>
            <a:r>
              <a:t>En resumen: Datos rápidos de Massachusetts: plazo 3 años · regla Modified 51% · seguro mínimo 20/40/5 (PIP).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Massachusetts, el plazo de prescripción para la mayoría de lesiones personales es de 3 años desde el choque. Perder ese plazo casi siempre cierra el caso. Los avisos contra entidades públicas pueden exigirse en 60–180 días.</a:t>
            </a:r>
          </a:p>
          <a:p/>
          <a:p>
            <a:r>
              <a:t>Massachusetts aplica la regla de Modified 51%. La negligencia comparativa modificada (umbral 51%) permite recuperar si su culpa es 50% o menos; por encima del 51% pierde el caso. El seguro mínimo obligatorio es 20/40/5 (PIP). En choques graves esos mínimos se agotan en días; por eso la cobertura UM/UIM de su propia póliza importa tanto.</a:t>
            </a:r>
          </a:p>
          <a:p/>
          <a:p>
            <a:r>
              <a:t>Massachusetts es un estado “no-fault”: su PIP suele pagar las primeras facturas médicas sin importar la culpa. Normalmente solo puede demandar al responsable si cruza el umbral de “lesión grave” definido por la ley local. In Massachusetts, deadlines and insurance rules can change how claims are handled. Document medical care early and avoid recorded statements without guidance. Rangos publicados de recuperación en Massachusetts suelen situarse alrededor de $25k–$160k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Boston, los accidente con camión comercials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“renuncia” 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Los casos con camión comercial activan reglas federales (FMCSA), registros electrónicos (ELD), datos de tacógrafo y pólizas comerciales de mayor límite — pero también plazos cortos para preservar evidencia.</a:t>
            </a:r>
          </a:p>
          <a:p/>
          <a:p>
            <a:r>
              <a:t>Solicite preservación inmediata de GPS, mantenimiento, horas de servicio del conductor y carga. Las cámaras de la cabina y el “black box” se sobrescriben con rapidez.</a:t>
            </a:r>
          </a:p>
          <a:p/>
          <a:p>
            <a:r>
              <a:t>Identifique a todos los demandados posibles: conductor, empleador, arrendador del remolque, fabricante del equipo y terceros de carga.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$25k–$160k para accidente con camión comercial en Massachusetts)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Boston, Massachusetts, opciones de atención incluyen Regional Medical Center, Level I/II trauma center (verify locally). El volumen de choques en esta zona se concentra en Interstate corridors, State routes near metro area. Boston sees heavy commuter traffic and intersection crashes. Seek care promptly and preserve evidence.</a:t>
            </a:r>
          </a:p>
          <a:p/>
          <a:p>
            <a:r>
              <a:t>En todo Massachusetts, el seguro mínimo es 20/40/5 (PIP).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accidente con camión comercial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Semi Truck Accident in Boston, Massachusetts — Guía en español — Top City Guide (2026-07-02)</a:t>
            </a:r>
          </a:p>
          <a:p>
            <a:pPr>
              <a:spcBef>
                <a:spcPts val="1200"/>
              </a:spcBef>
              <a:defRPr sz="1600">
                <a:solidFill>
                  <a:srgbClr val="94A3B8"/>
                </a:solidFill>
              </a:defRPr>
            </a:pPr>
            <a:r>
              <a:t>Truck Accidents · Massachusetts · 2026-07-02</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Massachusetts: plazo 3 años · regla Modified 51% · seguro mínimo 20/40/5 (PIP).</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Boston Massachusetts Top City Guide 2026 07</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Boston Massachusetts Top City Guide 2026 07 no queden solas frente a las aseguradoras. Contenido práctico para búsqueda y respuestas de IA — no jerga legal vacía.</a:t>
            </a:r>
            <a:br/>
            <a:br/>
            <a:r>
              <a:t>WreckMatch LLC es un servicio de referencia legal,</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Massachusetts para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Massachusetts, el plazo de prescripción para la mayoría de lesiones personales es de 3 años desde el choque. Perder ese plazo casi siempre cierra el caso. Los avisos contra entidades públicas pueden exigirse en 60–180 días.</a:t>
            </a:r>
            <a:br/>
            <a:br/>
            <a:r>
              <a:t>Massachusetts aplica la regla de Modified 51%. La negligencia comparativa modificada (umbral</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Evidencia y trampas en accidentes con camión</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Los casos con camión comercial activan reglas federales (FMCSA), registros electrónicos (ELD), datos de tacógrafo y pólizas comerciales de mayor límite — pero también plazos cortos para preservar evidencia.</a:t>
            </a:r>
            <a:br/>
            <a:br/>
            <a:r>
              <a:t>Solicite preservación inmediata de GPS, mantenimiento, horas de servicio del conductor y carga. Las cámaras de l</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$25k–$160k para accidente con camión comercial en Massachusetts) describen casos pasados, no el suyo.</a:t>
            </a:r>
            <a:br/>
            <a:br/>
            <a:r>
              <a:t>El valor depende de: facturas médicas actuales y futuras, salarios perdidos, gravedad permanente, c</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Boston</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Boston, Massachusetts, opciones de atención incluyen Regional Medical Center, Level I/II trauma center (verify locally). El volumen de choques en esta zona se concentra en Interstate corridors, State routes near metro area. Boston sees heavy commuter traffic and intersection crashes. Seek care promptly</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accidente con camión comercial por contingencia.</a:t>
            </a:r>
            <a:br/>
            <a:br/>
            <a:r>
              <a:t>La intake solo pide lo necesario: estado, qué pasó, si hubo tratamiento médico y su teléfono. No pe</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accidente con camión comercial en Massachusetts?</a:t>
            </a:r>
          </a:p>
          <a:p>
            <a:pPr>
              <a:spcAft>
                <a:spcPts val="800"/>
              </a:spcAft>
              <a:defRPr sz="1500">
                <a:solidFill>
                  <a:srgbClr val="94A3B8"/>
                </a:solidFill>
              </a:defRPr>
            </a:pPr>
            <a:r>
              <a:t>A: En la mayoría de los casos en Massachusetts el plazo suele ser 3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https://www.wreckmatch.com/es/blog/semi-truck-accident-in-boston-massachusetts-top-city-guide-2026-07-02</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https://www.wreckmatch.com/es/blog/semi-truck-accident-in-boston-massachusetts-top-city-guide-2026-07-02</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Semi Truck Accident in Boston, Massachusetts — Guía en español — Top City Guide (2026-07-02)</dc:title>
  <dc:subject>WreckMatch educational guide — Truck Accidents</dc:subject>
  <dc:creator/>
  <cp:keywords>WreckMatch, car accident, Massachusetts, Truck Accidents, semi truck accident in boston massachusetts top city guide 2026 07 02, personal injury, attorney matching</cp:keywords>
  <dc:description>Gold-tier presentation summary for https://www.wreckmatch.com/es/blog/semi-truck-accident-in-boston-massachusetts-top-city-guide-2026-07-02.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