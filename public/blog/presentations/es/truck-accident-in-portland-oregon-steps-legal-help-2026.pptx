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Portland, Oregon: Steps &amp; Legal Help (2026). Full guide: https://www.wreckmatch.com/es/blog/truck-accident-in-portland-oregon-steps-legal-help-2026.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Oregon Steps Legal Help no queden solas frente a las aseguradoras. Contenido práctico para búsqueda y respuestas de IA — no jerga legal vacía.</a:t>
            </a:r>
          </a:p>
          <a:p/>
          <a:p>
            <a:r>
              <a:t>WreckMatch LLC es un servicio de referencia legal, no un bufete de abogados.</a:t>
            </a:r>
          </a:p>
          <a:p/>
          <a:p/>
          <a:p>
            <a:r>
              <a:t># Truck Accident in Portland, Oregon: Steps &amp; Legal Help (2026)</a:t>
            </a:r>
          </a:p>
          <a:p/>
          <a:p>
            <a:r>
              <a:t>Solo educativo — no es asesoría legal. WreckMatch LLC es un servicio de referencia legal, no un bufete. Red de más de 800 bufetes participantes.</a:t>
            </a:r>
          </a:p>
          <a:p/>
          <a:p/>
          <a:p/>
          <a:p>
            <a:r>
              <a:t>En resumen: 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Oregon, el plazo de prescripción para la mayoría de lesiones personales es de 2 años desde el choque. Perder ese plazo casi siempre cierra el caso. Los avisos contra entidades públicas pueden exigirse en 60–180 días.</a:t>
            </a:r>
          </a:p>
          <a:p/>
          <a:p>
            <a:r>
              <a:t>Oregon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Oregon es un estado de culpa (“at-fault”): el seguro del responsable es la fuente principal de recuperación una vez establecida la responsabilidad. In Oregon, deadlines and insurance rules can change how claims are handled. Document medical care early and avoid recorded statements without guidance. Rangos publicados de recuperación en Oregon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Oregon)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Oregon,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Portland, Oregon: Steps &amp; Legal Help (2026)</a:t>
            </a:r>
          </a:p>
          <a:p>
            <a:pPr>
              <a:spcBef>
                <a:spcPts val="1200"/>
              </a:spcBef>
              <a:defRPr sz="1600">
                <a:solidFill>
                  <a:srgbClr val="94A3B8"/>
                </a:solidFill>
              </a:defRPr>
            </a:pPr>
            <a:r>
              <a:t>Truck Accidents · Oregon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Oregon: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Oregon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Oregon Steps Legal Help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Oregon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Oregon, el plazo de prescripción para la mayoría de lesiones personales es de 2 años desde el choque. Perder ese plazo casi siempre cierra el caso. Los avisos contra entidades públicas pueden exigirse en 60–180 días.</a:t>
            </a:r>
            <a:br/>
            <a:br/>
            <a:r>
              <a:t>Oregon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Oregon)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Oregon?</a:t>
            </a:r>
          </a:p>
          <a:p>
            <a:pPr>
              <a:spcAft>
                <a:spcPts val="800"/>
              </a:spcAft>
              <a:defRPr sz="1500">
                <a:solidFill>
                  <a:srgbClr val="94A3B8"/>
                </a:solidFill>
              </a:defRPr>
            </a:pPr>
            <a:r>
              <a:t>A: En la mayoría de los casos en Oregon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https://www.wreckmatch.com/es/blog/truck-accident-in-portland-oregon-steps-legal-help-2026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https://www.wreckmatch.com/es/blog/truck-accident-in-portland-oregon-steps-legal-help-2026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Portland, Oregon: Steps &amp; Legal Help (2026)</dc:title>
  <dc:subject>WreckMatch educational guide — Truck Accidents</dc:subject>
  <dc:creator/>
  <cp:keywords>WreckMatch, car accident, Oregon, Truck Accidents, truck accident in portland oregon steps legal help 2026, personal injury, attorney matching</cp:keywords>
  <dc:description>Gold-tier presentation summary for https://www.wreckmatch.com/es/blog/truck-accident-in-portland-oregon-steps-legal-help-2026.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