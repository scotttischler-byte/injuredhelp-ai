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Boise, Idaho — Guía en español — Top City Guide (2026-06-18). Full guide: https://www.wreckmatch.com/es/blog/semi-truck-accident-in-boise-idaho-top-city-guide-2026-06-18.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Boise Idaho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Boise, Idaho — Guía en español — Top City Guide (2026-06-18)</a:t>
            </a:r>
          </a:p>
          <a:p/>
          <a:p>
            <a:r>
              <a:t>Solo educativo — no es asesoría legal. WreckMatch LLC es un servicio de referencia legal, no un bufete. Red de más de 800 bufetes participantes.</a:t>
            </a:r>
          </a:p>
          <a:p/>
          <a:p/>
          <a:p/>
          <a:p>
            <a:r>
              <a:t>En resumen: 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Idaho, el plazo de prescripción para la mayoría de lesiones personales es de 2 años desde el choque. Perder ese plazo casi siempre cierra el caso. Los avisos contra entidades públicas pueden exigirse en 60–180 días.</a:t>
            </a:r>
          </a:p>
          <a:p/>
          <a:p>
            <a:r>
              <a:t>Idaho aplica la regla de Modified comparative. Las reglas de culpa comparativa pueden reducir o eliminar la recuperación; documentar la responsabilidad del otro conductor desde el inicio es esencial. El seguro mínimo obligatorio es 25/50/15. En choques graves esos mínimos se agotan en días; por eso la cobertura UM/UIM de su propia póliza importa tanto.</a:t>
            </a:r>
          </a:p>
          <a:p/>
          <a:p>
            <a:r>
              <a:t>Idaho es un estado de culpa (“at-fault”): el seguro del responsable es la fuente principal de recuperación una vez establecida la responsabilidad. In Idaho, deadlines and insurance rules can change how claims are handled. Document medical care early and avoid recorded statements without guidance. Rangos publicados de recuperación en Idaho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Boise,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Idaho)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preserve evidence.</a:t>
            </a:r>
          </a:p>
          <a:p/>
          <a:p>
            <a:r>
              <a:t>En todo Idaho,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Boise, Idaho — Guía en español — Top City Guide (2026-06-18)</a:t>
            </a:r>
          </a:p>
          <a:p>
            <a:pPr>
              <a:spcBef>
                <a:spcPts val="1200"/>
              </a:spcBef>
              <a:defRPr sz="1600">
                <a:solidFill>
                  <a:srgbClr val="94A3B8"/>
                </a:solidFill>
              </a:defRPr>
            </a:pPr>
            <a:r>
              <a:t>Truck Accidents · Idaho · 2026-06-18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Idaho: plazo 2 años · regla Modified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Boise Idaho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Boise Idaho Top City Guide 2026 06 no queden solas frente a las aseguradoras. Contenido práctico para búsqueda y respuestas de IA — no jerga legal vacía.</a:t>
            </a:r>
            <a:br/>
            <a:br/>
            <a:r>
              <a:t>WreckMatch LLC es un servicio de referencia legal, no un bu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Idaho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Idaho, el plazo de prescripción para la mayoría de lesiones personales es de 2 años desde el choque. Perder ese plazo casi siempre cierra el caso. Los avisos contra entidades públicas pueden exigirse en 60–180 días.</a:t>
            </a:r>
            <a:br/>
            <a:br/>
            <a:r>
              <a:t>Idaho aplica la regla de Modified comparative. Las reglas de culpa comparativa pueden reducir o elim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Idaho)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Idaho?</a:t>
            </a:r>
          </a:p>
          <a:p>
            <a:pPr>
              <a:spcAft>
                <a:spcPts val="800"/>
              </a:spcAft>
              <a:defRPr sz="1500">
                <a:solidFill>
                  <a:srgbClr val="94A3B8"/>
                </a:solidFill>
              </a:defRPr>
            </a:pPr>
            <a:r>
              <a:t>A: En la mayoría de los casos en Idaho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https://www.wreckmatch.com/es/blog/semi-truck-accident-in-boise-idaho-top-city-guide-2026-06-18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https://www.wreckmatch.com/es/blog/semi-truck-accident-in-boise-idaho-top-city-guide-2026-06-18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Boise, Idaho — Guía en español — Top City Guide (2026-06-18)</dc:title>
  <dc:subject>WreckMatch educational guide — Truck Accidents</dc:subject>
  <dc:creator/>
  <cp:keywords>WreckMatch, car accident, Idaho, Truck Accidents, semi truck accident in boise idaho top city guide 2026 06 18, personal injury, attorney matching</cp:keywords>
  <dc:description>Gold-tier presentation summary for https://www.wreckmatch.com/es/blog/semi-truck-accident-in-boise-idaho-top-city-guide-2026-06-18.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