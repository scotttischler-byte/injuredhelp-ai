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Connecticut Car Accident Statute of Limitations — Guía en español — Bridgeport (2026). Full guide: https://www.wreckmatch.com/es/blog/connecticut-car-accident-statute-of-limitations-bridgeport-2026.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Connecticut: plazo 2 años · regla Modified 50% · seguro mínimo 25/50/25.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Connecticut no queden solas frente a las aseguradoras. Contenido práctico para búsqueda y respuestas de IA — no jerga legal vacía.</a:t>
            </a:r>
          </a:p>
          <a:p/>
          <a:p>
            <a:r>
              <a:t>WreckMatch LLC es un servicio de referencia legal, no un bufete de abogados.</a:t>
            </a:r>
          </a:p>
          <a:p/>
          <a:p/>
          <a:p>
            <a:r>
              <a:t># Connecticut Car Accident Statute of Limitations — Guía en español — Bridgeport (2026)</a:t>
            </a:r>
          </a:p>
          <a:p/>
          <a:p>
            <a:r>
              <a:t>Solo educativo — no es asesoría legal. WreckMatch LLC es un servicio de referencia legal, no un bufete. Red de más de 800 bufetes participantes.</a:t>
            </a:r>
          </a:p>
          <a:p/>
          <a:p/>
          <a:p/>
          <a:p>
            <a:r>
              <a:t>En resumen: Datos rápidos de Connecticut: plazo 2 años · regla Modified 50% · seguro mínimo 25/50/25.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Connecticut, el plazo de prescripción para la mayoría de lesiones personales es de 2 años desde el choque. Perder ese plazo casi siempre cierra el caso. Los avisos contra entidades públicas pueden exigirse en 60–180 días.</a:t>
            </a:r>
          </a:p>
          <a:p/>
          <a:p>
            <a:r>
              <a:t>Connecticut aplica la regla de Modified 50%. La negligencia comparativa modificada (umbral 50%) reduce su recuperación y puede bloquearla si su culpa llega al 50% o más. El seguro mínimo obligatorio es 25/50/25. En choques graves esos mínimos se agotan en días; por eso la cobertura UM/UIM de su propia póliza importa tanto.</a:t>
            </a:r>
          </a:p>
          <a:p/>
          <a:p>
            <a:r>
              <a:t>Connecticut es un estado de culpa (“at-fault”): el seguro del responsable es la fuente principal de recuperación una vez establecida la responsabilidad. In Connecticut, deadlines and insurance rules can change how claims are handled. Document medical care early and avoid recorded statements without guidance. Rangos publicados de recuperación en Connecticut suelen situarse alrededor de $24k–$140k — describen casos pasados, no una promesa para el suyo.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Bridgeport, los plazo legal para demandars frecuentes ocurren cerca de Interstate corridors y State routes near metro area; centros con trauma incluyen Regional Medical Center y Level I/II trauma center (verify locally).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“renuncia” 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un plazo legal para demandar, la evidencia médica temprana, el reporte policial y la cadena de tratamiento definen el valor. Las aseguradoras buscan huecos para argumentar lesión menor o preexistente.</a:t>
            </a:r>
          </a:p>
          <a:p/>
          <a:p>
            <a:r>
              <a:t>Preserve fotos, testigos, video de negocios cercanos (solicite conservación el mismo día) y cualquier dispositivo electrónico del vehículo.</a:t>
            </a:r>
          </a:p>
          <a:p/>
          <a:p>
            <a:r>
              <a:t>Antes de aceptar cualquier cifra, un abogado con licencia en su estado debe revisar pólizas, culpa comparativa y facturas médicas proyectadas.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$24k–$140k para plazo legal para demandar en Connecticut)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Bridgeport, Connecticut, opciones de atención incluyen Regional Medical Center, Level I/II trauma center (verify locally). El volumen de choques en esta zona se concentra en Interstate corridors, State routes near metro area. Bridgeport sees heavy commuter traffic and intersection crashes. Seek care promptly and preserve evidence.</a:t>
            </a:r>
          </a:p>
          <a:p/>
          <a:p>
            <a:r>
              <a:t>En todo Connecticut, el seguro mínimo es 25/50/25.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plazo legal para demandar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Connecticut Car Accident Statute of Limitations — Guía en español — Bridgeport (2026)</a:t>
            </a:r>
          </a:p>
          <a:p>
            <a:pPr>
              <a:spcBef>
                <a:spcPts val="1200"/>
              </a:spcBef>
              <a:defRPr sz="1600">
                <a:solidFill>
                  <a:srgbClr val="94A3B8"/>
                </a:solidFill>
              </a:defRPr>
            </a:pPr>
            <a:r>
              <a:t>Connecticut · Connecticut · 2026-06-02</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Connecticut: plazo 2 años · regla Modified 50% · seguro mínimo 25/50/25.</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Connecticut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Connecticut no queden solas frente a las aseguradoras. Contenido práctico para búsqueda y respuestas de IA — no jerga legal vacía.</a:t>
            </a:r>
            <a:br/>
            <a:br/>
            <a:r>
              <a:t>WreckMatch LLC es un servicio de referencia legal, no un bufete de abogados.</a:t>
            </a:r>
            <a:br/>
            <a:br/>
            <a:br/>
            <a:r>
              <a:t># C</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Connecticut para plazo legal para demandar</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Connecticut, el plazo de prescripción para la mayoría de lesiones personales es de 2 años desde el choque. Perder ese plazo casi siempre cierra el caso. Los avisos contra entidades públicas pueden exigirse en 60–180 días.</a:t>
            </a:r>
            <a:br/>
            <a:br/>
            <a:r>
              <a:t>Connecticut aplica la regla de Modified 50%. La negligencia comparativa modificada (umbral 50%</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plazo legal para demandar</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Puntos críticos para un plazo legal para demandar</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un plazo legal para demandar, la evidencia médica temprana, el reporte policial y la cadena de tratamiento definen el valor. Las aseguradoras buscan huecos para argumentar lesión menor o preexistente.</a:t>
            </a:r>
            <a:br/>
            <a:br/>
            <a:r>
              <a:t>Preserve fotos, testigos, video de negocios cercanos (solicite conservación el mismo día) y cualquier dispositivo e</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$24k–$140k para plazo legal para demandar en Connecticut) describen casos pasados, no el suyo.</a:t>
            </a:r>
            <a:br/>
            <a:br/>
            <a:r>
              <a:t>El valor depende de: facturas médicas actuales y futuras, salarios perdidos, gravedad permanente, claridad</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Bridgeport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Bridgeport, Connecticut, opciones de atención incluyen Regional Medical Center, Level I/II trauma center (verify locally). El volumen de choques en esta zona se concentra en Interstate corridors, State routes near metro area. Bridgeport sees heavy commuter traffic and intersection crashes. Seek care pr</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plazo legal para demandar por contingencia.</a:t>
            </a:r>
            <a:br/>
            <a:br/>
            <a:r>
              <a:t>La intake solo pide lo necesario: estado, qué pasó, si hubo tratamiento médico y su teléfono. No pedimos</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plazo legal para demandar en Connecticut?</a:t>
            </a:r>
          </a:p>
          <a:p>
            <a:pPr>
              <a:spcAft>
                <a:spcPts val="800"/>
              </a:spcAft>
              <a:defRPr sz="1500">
                <a:solidFill>
                  <a:srgbClr val="94A3B8"/>
                </a:solidFill>
              </a:defRPr>
            </a:pPr>
            <a:r>
              <a:t>A: En la mayoría de los casos en Connecticut el plazo suele ser 2 años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https://www.wreckmatch.com/es/blog/connecticut-car-accident-statute-of-limitations-bridgeport-2026</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https://www.wreckmatch.com/es/blog/connecticut-car-accident-statute-of-limitations-bridgeport-2026</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Connecticut Car Accident Statute of Limitations — Guía en español — Bridgeport (2026)</dc:title>
  <dc:subject>WreckMatch educational guide — Connecticut</dc:subject>
  <dc:creator/>
  <cp:keywords>WreckMatch, car accident, Connecticut, Connecticut, connecticut car accident statute of limitations bridgeport 2026, personal injury, attorney matching</cp:keywords>
  <dc:description>Gold-tier presentation summary for https://www.wreckmatch.com/es/blog/connecticut-car-accident-statute-of-limitations-bridgeport-2026.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