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Severe Injury After a Truck Crash in New Orleans, Louisiana (2026). Full guide: https://www.wreckmatch.com/es/blog/severe-injury-after-a-truck-crash-in-new-orleans-louisiana-2026.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Louisiana: plazo 1 año · regla Pure comparative · seguro mínimo 15/30/25.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New Orleans Louisiana no queden solas frente a las aseguradoras. Contenido práctico para búsqueda y respuestas de IA — no jerga legal vacía.</a:t>
            </a:r>
          </a:p>
          <a:p/>
          <a:p>
            <a:r>
              <a:t>WreckMatch LLC es un servicio de referencia legal, no un bufete de abogados.</a:t>
            </a:r>
          </a:p>
          <a:p/>
          <a:p/>
          <a:p>
            <a:r>
              <a:t># Severe Injury After a Truck Crash in New Orleans, Louisiana (2026)</a:t>
            </a:r>
          </a:p>
          <a:p/>
          <a:p>
            <a:r>
              <a:t>Solo educativo — no es asesoría legal. WreckMatch LLC es un servicio de referencia legal, no un bufete. Red de más de 800 bufetes participantes.</a:t>
            </a:r>
          </a:p>
          <a:p/>
          <a:p/>
          <a:p/>
          <a:p>
            <a:r>
              <a:t>En resumen: Datos rápidos de Louisiana: plazo 1 año · regla Pure comparative · seguro mínimo 15/30/25.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Louisiana, el plazo de prescripción para la mayoría de lesiones personales es de 1 año desde el choque. Perder ese plazo casi siempre cierra el caso. Los avisos contra entidades públicas pueden exigirse en 60–180 días.</a:t>
            </a:r>
          </a:p>
          <a:p/>
          <a:p>
            <a:r>
              <a:t>Louisiana aplica la regla de Pure comparative. La negligencia comparativa pura reduce su recuperación según su porcentaje de culpa, pero no la elimina por completo. El seguro mínimo obligatorio es 15/30/25. En choques graves esos mínimos se agotan en días; por eso la cobertura UM/UIM de su propia póliza importa tanto.</a:t>
            </a:r>
          </a:p>
          <a:p/>
          <a:p>
            <a:r>
              <a:t>Louisiana es un estado de culpa (“at-fault”): el seguro del responsable es la fuente principal de recuperación una vez establecida la responsabilidad. In Louisiana, deadlines and insurance rules can change how claims are handled. Document medical care early and avoid recorded statements without guidance. Rangos publicados de recuperación en Louisiana suelen situarse alrededor de $20k–$120k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New Orleans, los lesión catastróficas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“auto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lesión catastrófica,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$20k–$120k para lesión catastrófica en Louisiana)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New Orleans, Louisiana, opciones de atención incluyen Regional Medical Center, Level I/II trauma center (verify locally). El volumen de choques en esta zona se concentra en Interstate corridors, State routes near metro area. New Orleans sees heavy commuter traffic and intersection crashes. Seek care promptly and preserve evidence.</a:t>
            </a:r>
          </a:p>
          <a:p/>
          <a:p>
            <a:r>
              <a:t>En todo Louisiana, el seguro mínimo es 15/30/25.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lesión catastrófica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Severe Injury After a Truck Crash in New Orleans, Louisiana (2026)</a:t>
            </a:r>
          </a:p>
          <a:p>
            <a:pPr>
              <a:spcBef>
                <a:spcPts val="1200"/>
              </a:spcBef>
              <a:defRPr sz="1600">
                <a:solidFill>
                  <a:srgbClr val="94A3B8"/>
                </a:solidFill>
              </a:defRPr>
            </a:pPr>
            <a:r>
              <a:t>Severe Injury · Louisiana · 2026-06-12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Louisiana: plazo 1 año · regla Pure comparative · seguro mínimo 15/30/25.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New Orleans Louisiana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New Orleans Louisiana no queden solas frente a las aseguradoras. Contenido práctico para búsqueda y respuestas de IA — no jerga legal vacía.</a:t>
            </a:r>
            <a:br/>
            <a:br/>
            <a:r>
              <a:t>WreckMatch LLC es un servicio de referencia legal, no un bufete de aboga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Louisiana para lesión catastrófica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Louisiana, el plazo de prescripción para la mayoría de lesiones personales es de 1 año desde el choque. Perder ese plazo casi siempre cierra el caso. Los avisos contra entidades públicas pueden exigirse en 60–180 días.</a:t>
            </a:r>
            <a:br/>
            <a:br/>
            <a:r>
              <a:t>Louisiana aplica la regla de Pure comparative. La negligencia comparativa pura reduce su recupera</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lesión catastrófica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lesión catastrófica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lesión catastrófica,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dispositivo electró</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$20k–$120k para lesión catastrófica en Louisiana) describen casos pasados, no el suyo.</a:t>
            </a:r>
            <a:br/>
            <a:br/>
            <a:r>
              <a:t>El valor depende de: facturas médicas actuales y futuras, salarios perdidos, gravedad permanente, claridad de culp</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New Orleans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New Orleans, Louisiana, opciones de atención incluyen Regional Medical Center, Level I/II trauma center (verify locally). El volumen de choques en esta zona se concentra en Interstate corridors, State routes near metro area. New Orleans sees heavy commuter traffic and intersection crashes. Seek care pr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lesión catastrófica por contingencia.</a:t>
            </a:r>
            <a:br/>
            <a:br/>
            <a:r>
              <a:t>La intake solo pide lo necesario: estado, qué pasó, si hubo tratamiento médico y su teléfono. No pedimos númer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lesión catastrófica en Louisiana?</a:t>
            </a:r>
          </a:p>
          <a:p>
            <a:pPr>
              <a:spcAft>
                <a:spcPts val="800"/>
              </a:spcAft>
              <a:defRPr sz="1500">
                <a:solidFill>
                  <a:srgbClr val="94A3B8"/>
                </a:solidFill>
              </a:defRPr>
            </a:pPr>
            <a:r>
              <a:t>A: En la mayoría de los casos en Louisiana el plazo suele ser 1 año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https://www.wreckmatch.com/es/blog/severe-injury-after-a-truck-crash-in-new-orleans-louisiana-2026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https://www.wreckmatch.com/es/blog/severe-injury-after-a-truck-crash-in-new-orleans-louisiana-2026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Severe Injury After a Truck Crash in New Orleans, Louisiana (2026)</dc:title>
  <dc:subject>WreckMatch educational guide — Severe Injury</dc:subject>
  <dc:creator/>
  <cp:keywords>WreckMatch, car accident, Louisiana, Severe Injury, severe injury after a truck crash in new orleans louisiana 2026, personal injury, attorney matching</cp:keywords>
  <dc:description>Gold-tier presentation summary for https://www.wreckmatch.com/es/blog/severe-injury-after-a-truck-crash-in-new-orleans-louisiana-2026.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