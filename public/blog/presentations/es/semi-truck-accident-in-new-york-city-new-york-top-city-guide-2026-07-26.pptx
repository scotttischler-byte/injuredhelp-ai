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Guía en español — Top City Guide (2026-07-26). Full guide: https://www.wreckmatch.com/es/blog/semi-truck-accident-in-new-york-city-new-york-top-city-guide-2026-07-26.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 York City, New York — Guía en español — Top City Guide (2026-07-26)</a:t>
            </a:r>
          </a:p>
          <a:p/>
          <a:p>
            <a:r>
              <a:t>Solo educativo — no es asesoría legal. WreckMatch LLC es un servicio de referencia legal, no un bufete. Red de más de 800 bufetes participantes.</a:t>
            </a:r>
          </a:p>
          <a:p/>
          <a:p/>
          <a:p/>
          <a:p>
            <a:r>
              <a:t>En resumen: Datos rápidos de New York: plazo 3 años · regla Pure comparative · seguro mínimo 25/50/10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York, el plazo de prescripción para la mayoría de lesiones personales es de 3 años desde el choque. Perder ese plazo casi siempre cierra el caso. Los avisos contra entidades públicas pueden exigirse en 60–180 días.</a:t>
            </a:r>
          </a:p>
          <a:p/>
          <a:p>
            <a:r>
              <a:t>New York aplica la regla de Pure comparative. La negligencia comparativa pura reduce su recuperación según su porcentaje de culpa, pero no la elimina por completo. El seguro mínimo obligatorio es 25/50/10 (PIP). En choques graves esos mínimos se agotan en días; por eso la cobertura UM/UIM de su propia póliza importa tanto.</a:t>
            </a:r>
          </a:p>
          <a:p/>
          <a:p>
            <a:r>
              <a:t>New York es un estado “no-fault”: su PIP suele pagar las primeras facturas médicas sin importar la culpa. Normalmente solo puede demandar al responsable si cruza el umbral de “lesión grave” definido por la ley local. In New York, deadlines and insurance rules can change how claims are handled. Document medical care early and avoid recorded statements without guidance. Rangos publicados de recuperación en New York suelen situarse alrededor de $28k–$220k+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York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$28k–$220k+ para accidente con camión comercial en New York)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 promptly and preserve evidence.</a:t>
            </a:r>
          </a:p>
          <a:p/>
          <a:p>
            <a:r>
              <a:t>En todo New York, el seguro mínimo es 25/50/10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Guía en español — Top City Guide (2026-07-26)</a:t>
            </a:r>
          </a:p>
          <a:p>
            <a:pPr>
              <a:spcBef>
                <a:spcPts val="1200"/>
              </a:spcBef>
              <a:defRPr sz="1600">
                <a:solidFill>
                  <a:srgbClr val="94A3B8"/>
                </a:solidFill>
              </a:defRPr>
            </a:pPr>
            <a:r>
              <a:t>Truck Accidents · New York · 2026-07-26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York: plazo 3 años · regla Pure comparative · seguro mínimo 25/50/10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York City New York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York City New York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York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York, el plazo de prescripción para la mayoría de lesiones personales es de 3 años desde el choque. Perder ese plazo casi siempre cierra el caso. Los avisos contra entidades públicas pueden exigirse en 60–180 días.</a:t>
            </a:r>
            <a:br/>
            <a:br/>
            <a:r>
              <a:t>New York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$28k–$220k+ para accidente con camión comercial en New York)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York City, New York, opciones de atención incluyen Regional Medical Center, Level I/II trauma center (verify locally). El volumen de choques en esta zona se concentra en Interstate corridors, State routes near metro area. New York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York?</a:t>
            </a:r>
          </a:p>
          <a:p>
            <a:pPr>
              <a:spcAft>
                <a:spcPts val="800"/>
              </a:spcAft>
              <a:defRPr sz="1500">
                <a:solidFill>
                  <a:srgbClr val="94A3B8"/>
                </a:solidFill>
              </a:defRPr>
            </a:pPr>
            <a:r>
              <a:t>A: En la mayoría de los casos en New York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https://www.wreckmatch.com/es/blog/semi-truck-accident-in-new-york-city-new-york-top-city-guide-2026-07-26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https://www.wreckmatch.com/es/blog/semi-truck-accident-in-new-york-city-new-york-top-city-guide-2026-07-26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Guía en español — Top City Guide (2026-07-26)</dc:title>
  <dc:subject>WreckMatch educational guide — Truck Accidents</dc:subject>
  <dc:creator/>
  <cp:keywords>WreckMatch, car accident, New York, Truck Accidents, semi truck accident in new york city new york top city guide 2026 07 26, personal injury, attorney matching</cp:keywords>
  <dc:description>Gold-tier presentation summary for https://www.wreckmatch.com/es/blog/semi-truck-accident-in-new-york-city-new-york-top-city-guide-2026-07-26.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