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Orleans, Louisiana — Guía en español — Top City Guide (2026-07-19). Full guide: https://www.wreckmatch.com/es/blog/what-to-do-after-a-car-accident-in-new-orleans-louisiana-top-city-guide-2026-07-19.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Orleans Louisiana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New Orleans, Louisiana — Guía en español — Top City Guide (2026-07-19)</a:t>
            </a:r>
          </a:p>
          <a:p/>
          <a:p>
            <a:r>
              <a:t>Solo educativo — no es asesoría legal. WreckMatch LLC es un servicio de referencia legal, no un bufete. Red de más de 800 bufetes participantes.</a:t>
            </a:r>
          </a:p>
          <a:p/>
          <a:p/>
          <a:p/>
          <a:p>
            <a:r>
              <a:t>En resumen: 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Louisiana, el plazo de prescripción para la mayoría de lesiones personales es de 1 año desde el choque. Perder ese plazo casi siempre cierra el caso. Los avisos contra entidades públicas pueden exigirse en 60–180 días.</a:t>
            </a:r>
          </a:p>
          <a:p/>
          <a:p>
            <a:r>
              <a:t>Louisiana aplica la regla de Pure comparative. La negligencia comparativa pura reduce su recuperación según su porcentaje de culpa, pero no la elimina por completo. El seguro mínimo obligatorio es 15/30/25. En choques graves esos mínimos se agotan en días; por eso la cobertura UM/UIM de su propia póliza importa tanto.</a:t>
            </a:r>
          </a:p>
          <a:p/>
          <a:p>
            <a:r>
              <a:t>Louisiana es un estado de culpa (“at-fault”): el seguro del responsable es la fuente principal de recuperación una vez establecida la responsabilidad. In Louisiana, deadlines and insurance rules can change how claims are handled. Document medical care early and avoid recorded statements without guidance. Rangos publicados de recuperación en Louisiana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Orleans,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situación después del choque en Louisiana)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promptly and preserve evidence.</a:t>
            </a:r>
          </a:p>
          <a:p/>
          <a:p>
            <a:r>
              <a:t>En todo Louisiana, el seguro mínimo es 15/30/25.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Orleans, Louisiana — Guía en español — Top City Guide (2026-07-19)</a:t>
            </a:r>
          </a:p>
          <a:p>
            <a:pPr>
              <a:spcBef>
                <a:spcPts val="1200"/>
              </a:spcBef>
              <a:defRPr sz="1600">
                <a:solidFill>
                  <a:srgbClr val="94A3B8"/>
                </a:solidFill>
              </a:defRPr>
            </a:pPr>
            <a:r>
              <a:t>Truck Accidents · Louisiana · 2026-07-19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Louisiana: plazo 1 año · regla Pure comparative · seguro mínimo 15/30/25.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Orleans Louisiana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Orleans Louisiana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Louisiana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Louisiana, el plazo de prescripción para la mayoría de lesiones personales es de 1 año desde el choque. Perder ese plazo casi siempre cierra el caso. Los avisos contra entidades públicas pueden exigirse en 60–180 días.</a:t>
            </a:r>
            <a:br/>
            <a:br/>
            <a:r>
              <a:t>Louisiana aplica la regla de Pure comparative. La negligencia comparativa pura reduce su recupera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situación después del choque en Louisiana)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Louisiana?</a:t>
            </a:r>
          </a:p>
          <a:p>
            <a:pPr>
              <a:spcAft>
                <a:spcPts val="800"/>
              </a:spcAft>
              <a:defRPr sz="1500">
                <a:solidFill>
                  <a:srgbClr val="94A3B8"/>
                </a:solidFill>
              </a:defRPr>
            </a:pPr>
            <a:r>
              <a:t>A: En la mayoría de los casos en Louisiana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https://www.wreckmatch.com/es/blog/what-to-do-after-a-car-accident-in-new-orleans-louisiana-top-city-guide-2026-07-19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https://www.wreckmatch.com/es/blog/what-to-do-after-a-car-accident-in-new-orleans-louisiana-top-city-guide-2026-07-19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Orleans, Louisiana — Guía en español — Top City Guide (2026-07-19)</dc:title>
  <dc:subject>WreckMatch educational guide — Truck Accidents</dc:subject>
  <dc:creator/>
  <cp:keywords>WreckMatch, car accident, Louisiana, Truck Accidents, what to do after a car accident in new orleans louisiana top city guide 2026 07 19, personal injury, attorney matching</cp:keywords>
  <dc:description>Gold-tier presentation summary for https://www.wreckmatch.com/es/blog/what-to-do-after-a-car-accident-in-new-orleans-louisiana-top-city-guide-2026-07-19.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