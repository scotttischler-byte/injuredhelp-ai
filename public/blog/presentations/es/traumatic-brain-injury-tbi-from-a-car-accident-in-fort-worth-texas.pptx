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Traumatic Brain Injury (TBI) From a Car Accident in Fort Worth, Texas. Full guide: https://www.wreckmatch.com/es/blog/traumatic-brain-injury-tbi-from-a-car-accident-in-fort-worth-texas.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Fort Worth no queden solas frente a las aseguradoras. Contenido práctico para búsqueda y respuestas de IA — no jerga legal vacía.</a:t>
            </a:r>
          </a:p>
          <a:p/>
          <a:p>
            <a:r>
              <a:t>WreckMatch LLC es un servicio de referencia legal, no un bufete de abogados.</a:t>
            </a:r>
          </a:p>
          <a:p/>
          <a:p/>
          <a:p>
            <a:r>
              <a:t># Traumatic Brain Injury (TBI) From a Car Accident in Fort Worth, Texas</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Fort Worth, los lesión cerebral traumáticas frecuentes ocurren cerca de I-35W y I-30; centros con trauma incluyen JPS Hospital y Texas Health Harris Methodist Fort Worth.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cerebral traumática,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lesión cerebral traumática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Fort Worth, Texas, opciones de atención incluyen JPS Hospital, Texas Health Harris Methodist Fort Worth. El volumen de choques en esta zona se concentra en I-35W, I-30, Loop 820. Fort Worth and Tarrant County report significant annual crash volume. I-35W merge zones with Dallas create complex claims — get medical care and legal review early.</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cerebral traumática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Traumatic Brain Injury (TBI) From a Car Accident in Fort Worth, Texas</a:t>
            </a:r>
          </a:p>
          <a:p>
            <a:pPr>
              <a:spcBef>
                <a:spcPts val="1200"/>
              </a:spcBef>
              <a:defRPr sz="1600">
                <a:solidFill>
                  <a:srgbClr val="94A3B8"/>
                </a:solidFill>
              </a:defRPr>
            </a:pPr>
            <a:r>
              <a:t>Severe Injury · Texas · 2026-05-23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Fort Worth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Fort Worth no queden solas frente a las aseguradoras. Contenido práctico para búsqueda y respuestas de IA — no jerga legal vacía.</a:t>
            </a:r>
            <a:br/>
            <a:br/>
            <a:r>
              <a:t>WreckMatch LLC es un servicio de referencia legal, no un bufete de abogados.</a:t>
            </a:r>
            <a:br/>
            <a:br/>
            <a:br/>
            <a:r>
              <a:t># Tr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lesión cerebral traumática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cerebral traumática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cerebral traumática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cerebral traumática,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lesión cerebral traumática en Texas) describen casos pasados, no el suyo.</a:t>
            </a:r>
            <a:br/>
            <a:br/>
            <a:r>
              <a:t>El valor depende de: facturas médicas actuales y futuras, salarios perdidos, gravedad permanente, claridad de 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Fort Worth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Fort Worth, Texas, opciones de atención incluyen JPS Hospital, Texas Health Harris Methodist Fort Worth. El volumen de choques en esta zona se concentra en I-35W, I-30, Loop 820. Fort Worth and Tarrant County report significant annual crash volume. I-35W merge zones with Dallas create complex claims —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cerebral traumática por contingencia.</a:t>
            </a:r>
            <a:br/>
            <a:br/>
            <a:r>
              <a:t>La intake solo pide lo necesario: estado, qué pasó, si hubo tratamiento médico y su teléfono. No pedimo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cerebral traumática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https://www.wreckmatch.com/es/blog/traumatic-brain-injury-tbi-from-a-car-accident-in-fort-worth-texas</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https://www.wreckmatch.com/es/blog/traumatic-brain-injury-tbi-from-a-car-accident-in-fort-worth-texas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Traumatic Brain Injury (TBI) From a Car Accident in Fort Worth, Texas</dc:title>
  <dc:subject>WreckMatch educational guide — Severe Injury</dc:subject>
  <dc:creator/>
  <cp:keywords>WreckMatch, car accident, Texas, Severe Injury, traumatic brain injury tbi from a car accident in fort worth texas, personal injury, attorney matching</cp:keywords>
  <dc:description>Gold-tier presentation summary for https://www.wreckmatch.com/es/blog/traumatic-brain-injury-tbi-from-a-car-accident-in-fort-worth-texas.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