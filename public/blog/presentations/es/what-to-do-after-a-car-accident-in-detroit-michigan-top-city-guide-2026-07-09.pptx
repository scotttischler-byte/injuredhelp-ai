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Detroit, Michigan — Guía en español — Top City Guide (2026-07-09). Full guide: https://www.wreckmatch.com/es/blog/what-to-do-after-a-car-accident-in-detroit-michigan-top-city-guide-2026-07-09.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Michigan: plazo 3 años · regla Modified 51% · seguro mínimo 50/100/10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Detroit Michigan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Detroit, Michigan — Guía en español — Top City Guide (2026-07-09)</a:t>
            </a:r>
          </a:p>
          <a:p/>
          <a:p>
            <a:r>
              <a:t>Solo educativo — no es asesoría legal. WreckMatch LLC es un servicio de referencia legal, no un bufete. Red de más de 800 bufetes participantes.</a:t>
            </a:r>
          </a:p>
          <a:p/>
          <a:p/>
          <a:p/>
          <a:p>
            <a:r>
              <a:t>En resumen: Datos rápidos de Michigan: plazo 3 años · regla Modified 51% · seguro mínimo 50/100/10 (PIP).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Michigan, el plazo de prescripción para la mayoría de lesiones personales es de 3 años desde el choque. Perder ese plazo casi siempre cierra el caso. Los avisos contra entidades públicas pueden exigirse en 60–180 días.</a:t>
            </a:r>
          </a:p>
          <a:p/>
          <a:p>
            <a:r>
              <a:t>Michigan aplica la regla de Modified 51%. La negligencia comparativa modificada (umbral 51%) permite recuperar si su culpa es 50% o menos; por encima del 51% pierde el caso. El seguro mínimo obligatorio es 50/100/10 (PIP). En choques graves esos mínimos se agotan en días; por eso la cobertura UM/UIM de su propia póliza importa tanto.</a:t>
            </a:r>
          </a:p>
          <a:p/>
          <a:p>
            <a:r>
              <a:t>Michigan es un estado “no-fault”: su PIP suele pagar las primeras facturas médicas sin importar la culpa. Normalmente solo puede demandar al responsable si cruza el umbral de “lesión grave” definido por la ley local. In Michigan, deadlines and insurance rules can change how claims are handled. Document medical care early and avoid recorded statements without guidance. Rangos publicados de recuperación en Michigan suelen situarse alrededor de $20k–$130k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Detroit,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$20k–$130k para situación después del choque en Michigan)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Detroit, Michigan, opciones de atención incluyen Regional Medical Center, Level I/II trauma center (verify locally). El volumen de choques en esta zona se concentra en Interstate corridors, State routes near metro area. Detroit sees heavy commuter traffic and intersection crashes. Seek care promptly and preserve evidence.</a:t>
            </a:r>
          </a:p>
          <a:p/>
          <a:p>
            <a:r>
              <a:t>En todo Michigan, el seguro mínimo es 50/100/10 (PIP).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Detroit, Michigan — Guía en español — Top City Guide (2026-07-09)</a:t>
            </a:r>
          </a:p>
          <a:p>
            <a:pPr>
              <a:spcBef>
                <a:spcPts val="1200"/>
              </a:spcBef>
              <a:defRPr sz="1600">
                <a:solidFill>
                  <a:srgbClr val="94A3B8"/>
                </a:solidFill>
              </a:defRPr>
            </a:pPr>
            <a:r>
              <a:t>Michigan · Michigan · 2026-07-09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Michigan: plazo 3 años · regla Modified 51% · seguro mínimo 50/100/10 (PIP).</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Detroit Michigan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Detroit Michigan Top City Guide 2026 07 no queden solas frente a las aseguradoras. Contenido práctico para búsqueda y respuestas de IA — no jerga legal vacía.</a:t>
            </a:r>
            <a:br/>
            <a:br/>
            <a:r>
              <a:t>WreckMatch LLC es un servicio de referencia legal, no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Michigan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Michigan, el plazo de prescripción para la mayoría de lesiones personales es de 3 años desde el choque. Perder ese plazo casi siempre cierra el caso. Los avisos contra entidades públicas pueden exigirse en 60–180 días.</a:t>
            </a:r>
            <a:br/>
            <a:br/>
            <a:r>
              <a:t>Michigan aplica la regla de Modified 51%. La negligencia comparativa modificada (umbral 51%) perm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$20k–$130k para situación después del choque en Michigan)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Detroit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Detroit, Michigan, opciones de atención incluyen Regional Medical Center, Level I/II trauma center (verify locally). El volumen de choques en esta zona se concentra en Interstate corridors, State routes near metro area. Detroit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Michigan?</a:t>
            </a:r>
          </a:p>
          <a:p>
            <a:pPr>
              <a:spcAft>
                <a:spcPts val="800"/>
              </a:spcAft>
              <a:defRPr sz="1500">
                <a:solidFill>
                  <a:srgbClr val="94A3B8"/>
                </a:solidFill>
              </a:defRPr>
            </a:pPr>
            <a:r>
              <a:t>A: En la mayoría de los casos en Michigan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https://www.wreckmatch.com/es/blog/what-to-do-after-a-car-accident-in-detroit-michigan-top-city-guide-2026-07-09</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https://www.wreckmatch.com/es/blog/what-to-do-after-a-car-accident-in-detroit-michigan-top-city-guide-2026-07-09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Detroit, Michigan — Guía en español — Top City Guide (2026-07-09)</dc:title>
  <dc:subject>WreckMatch educational guide — Michigan</dc:subject>
  <dc:creator/>
  <cp:keywords>WreckMatch, car accident, Michigan, Michigan, what to do after a car accident in detroit michigan top city guide 2026 07 09, personal injury, attorney matching</cp:keywords>
  <dc:description>Gold-tier presentation summary for https://www.wreckmatch.com/es/blog/what-to-do-after-a-car-accident-in-detroit-michigan-top-city-guide-2026-07-09.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