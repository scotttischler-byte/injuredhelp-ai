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Black Box &amp; FMCSA Evidence (2026). Full guide: https://www.wreckmatch.com/es/blog/18-wheeler-crash-black-box-fmcsa-evidence-2026.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Guía en español — Semi-truck crash in your area in your area, ''? '''s 2 years filing window (verify with counsel), insurer tactics, and free attorney matching in ~60 seconds via WreckMatch.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su área no queden solas frente a las aseguradoras. Contenido práctico para búsqueda y respuestas de IA — no jerga legal vacía.</a:t>
            </a:r>
          </a:p>
          <a:p/>
          <a:p>
            <a:r>
              <a:t>WreckMatch LLC es un servicio de referencia legal, no un bufete de abogados.</a:t>
            </a:r>
          </a:p>
          <a:p/>
          <a:p/>
          <a:p>
            <a:r>
              <a:t># 18-Wheeler Crash: Black Box &amp; FMCSA Evidence (2026)</a:t>
            </a:r>
          </a:p>
          <a:p/>
          <a:p>
            <a:r>
              <a:t>Solo educativo — no es asesoría legal. WreckMatch LLC es un servicio de referencia legal, no un bufete. Red de más de 800 bufetes participantes.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para un aviso formal.</a:t>
            </a:r>
          </a:p>
          <a:p/>
          <a:p>
            <a:r>
              <a:t>La forma en que se reparte la culpa también cambia el valor del caso. Estados de culpa pura comparativa, modificada (50% o 51%) y negligencia contributiva (Alabama, Maryland, Carolina del Norte, Virginia y D.C.) pueden reducir o eliminar la recuperación según su porcentaje de culpa asignado.</a:t>
            </a:r>
          </a:p>
          <a:p/>
          <a:p>
            <a:r>
              <a:t>En estados “no-fault”, primero suele aplicar su PIP antes de demandar al conductor culpable, salvo lesiones graves según la ley local. Confirme siempre con un abogado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Acuda a un hospital o urgencias en 24 horas; la adrenalina puede ocultar lesiones graves.</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$15,000 – $250,000+ para accidente con camión comercial en EE. UU.)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accidente con camión comercial, la mayoría de los bufetes de lesiones personales solicitan el mismo paquete inicial. Tenerlo listo acelera la evaluación gratuita.</a:t>
            </a:r>
          </a:p>
          <a:p/>
          <a:p>
            <a:r>
              <a:t>1. Reporte policial o número de incidente y agencia que lo emitió.</a:t>
            </a:r>
          </a:p>
          <a:p>
            <a:r>
              <a:t>2. Fotos del lugar, vehículos, lesiones visibles y datos del otro conductor.</a:t>
            </a:r>
          </a:p>
          <a:p>
            <a:r>
              <a:t>3. Tarjeta de seguro suya y del otro parte; declaraciones de cobertura si las tiene.</a:t>
            </a:r>
          </a:p>
          <a:p>
            <a:r>
              <a:t>4. Facturas médicas, órdenes de imágenes y notas de alta del hospital o urgencias.</a:t>
            </a:r>
          </a:p>
          <a:p>
            <a:r>
              <a:t>5. Comprobantes de salario perdido o carta del empleador.</a:t>
            </a:r>
          </a:p>
          <a:p>
            <a:r>
              <a:t>6. Diario de síntomas y actividades que ya no puede realizar.</a:t>
            </a:r>
          </a:p>
          <a:p>
            <a:r>
              <a:t>7. Correspondencia con cualquier aseguradora (correo, SMS, capturas de app).</a:t>
            </a:r>
          </a:p>
          <a:p>
            <a:r>
              <a:t>8. Contacto de testigos y, si aplica, video de negocios o dashcam.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Black Box &amp; FMCSA Evidence (2026)</a:t>
            </a:r>
          </a:p>
          <a:p>
            <a:pPr>
              <a:spcBef>
                <a:spcPts val="1200"/>
              </a:spcBef>
              <a:defRPr sz="1600">
                <a:solidFill>
                  <a:srgbClr val="94A3B8"/>
                </a:solidFill>
              </a:defRPr>
            </a:pPr>
            <a:r>
              <a:t>Truck Accidents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Guía en español — Semi-truck crash in your area in your area, ''? '''s 2 years filing window (verify with counsel), insurer tactics, and free attorney matching in ~60 seconds via WreckMatch.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su área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su área no queden solas frente a las aseguradoras. Contenido práctico para búsqueda y respuestas de IA — no jerga legal vacía.</a:t>
            </a:r>
            <a:br/>
            <a:br/>
            <a:r>
              <a:t>WreckMatch LLC es un servicio de referencia legal, no un bufete de abogados.</a:t>
            </a:r>
            <a:br/>
            <a:br/>
            <a:br/>
            <a:r>
              <a:t># 18-Wh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Los plazos y las reglas de culpa varían según el estado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$15,000 – $250,000+ para accidente con camión comercial en EE. UU.) describen casos pasados, no el suyo.</a:t>
            </a:r>
            <a:br/>
            <a:br/>
            <a:r>
              <a:t>El valor depende de: facturas médicas actuales y futuras, salarios perdidos, gravedad permanente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Lista de documentos que su abogado pedirá</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Reporte policial o número de incidente y agencia que lo emitió.</a:t>
            </a:r>
          </a:p>
          <a:p>
            <a:pPr>
              <a:spcAft>
                <a:spcPts val="800"/>
              </a:spcAft>
              <a:defRPr sz="1500">
                <a:solidFill>
                  <a:srgbClr val="94A3B8"/>
                </a:solidFill>
              </a:defRPr>
            </a:pPr>
            <a:r>
              <a:t>Fotos del lugar, vehículos, lesiones visibles y datos del otro conductor.</a:t>
            </a:r>
          </a:p>
          <a:p>
            <a:pPr>
              <a:spcAft>
                <a:spcPts val="800"/>
              </a:spcAft>
              <a:defRPr sz="1500">
                <a:solidFill>
                  <a:srgbClr val="94A3B8"/>
                </a:solidFill>
              </a:defRPr>
            </a:pPr>
            <a:r>
              <a:t>Tarjeta de seguro suya y del otro parte; declaraciones de cobertura si las tiene.</a:t>
            </a:r>
          </a:p>
          <a:p>
            <a:pPr>
              <a:spcAft>
                <a:spcPts val="800"/>
              </a:spcAft>
              <a:defRPr sz="1500">
                <a:solidFill>
                  <a:srgbClr val="94A3B8"/>
                </a:solidFill>
              </a:defRPr>
            </a:pPr>
            <a:r>
              <a:t>Facturas médicas, órdenes de imágenes y notas de alta del hospital o urgencias.</a:t>
            </a:r>
          </a:p>
          <a:p>
            <a:pPr>
              <a:spcAft>
                <a:spcPts val="800"/>
              </a:spcAft>
              <a:defRPr sz="1500">
                <a:solidFill>
                  <a:srgbClr val="94A3B8"/>
                </a:solidFill>
              </a:defRPr>
            </a:pPr>
            <a:r>
              <a:t>Comprobantes de salario perdido o carta del empleador.</a:t>
            </a:r>
          </a:p>
          <a:p>
            <a:pPr>
              <a:spcAft>
                <a:spcPts val="800"/>
              </a:spcAft>
              <a:defRPr sz="1500">
                <a:solidFill>
                  <a:srgbClr val="94A3B8"/>
                </a:solidFill>
              </a:defRPr>
            </a:pPr>
            <a:r>
              <a:t>Diario de síntomas y actividades que ya no puede realizar.</a:t>
            </a:r>
          </a:p>
          <a:p>
            <a:pPr>
              <a:spcAft>
                <a:spcPts val="800"/>
              </a:spcAft>
              <a:defRPr sz="1500">
                <a:solidFill>
                  <a:srgbClr val="94A3B8"/>
                </a:solidFill>
              </a:defRPr>
            </a:pPr>
            <a:r>
              <a:t>Correspondencia con cualquier aseguradora (correo, SMS, capturas de app).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su estado?</a:t>
            </a:r>
          </a:p>
          <a:p>
            <a:pPr>
              <a:spcAft>
                <a:spcPts val="800"/>
              </a:spcAft>
              <a:defRPr sz="1500">
                <a:solidFill>
                  <a:srgbClr val="94A3B8"/>
                </a:solidFill>
              </a:defRPr>
            </a:pPr>
            <a:r>
              <a:t>A: En la mayoría de los casos en su estado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https://www.wreckmatch.com/es/blog/18-wheeler-crash-black-box-fmcsa-evidence-2026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https://www.wreckmatch.com/es/blog/18-wheeler-crash-black-box-fmcsa-evidence-2026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Black Box &amp; FMCSA Evidence (2026)</dc:title>
  <dc:subject>WreckMatch educational guide — Truck Accidents</dc:subject>
  <dc:creator/>
  <cp:keywords>WreckMatch, car accident, Truck Accidents, 18 wheeler crash black box fmcsa evidence 2026, personal injury, attorney matching</cp:keywords>
  <dc:description>Gold-tier presentation summary for https://www.wreckmatch.com/es/blog/18-wheeler-crash-black-box-fmcsa-evidence-2026.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