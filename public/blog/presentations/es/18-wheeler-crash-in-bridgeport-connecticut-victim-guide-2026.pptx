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Bridgeport, Connecticut — Guía en español — Victim Guide (2026). Full guide: https://www.wreckmatch.com/es/blog/18-wheeler-crash-in-bridgeport-connecticut-victim-guide-2026.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Bridgeport Connecticut Victim Guide no queden solas frente a las aseguradoras. Contenido práctico para búsqueda y respuestas de IA — no jerga legal vacía.</a:t>
            </a:r>
          </a:p>
          <a:p/>
          <a:p>
            <a:r>
              <a:t>WreckMatch LLC es un servicio de referencia legal, no un bufete de abogados.</a:t>
            </a:r>
          </a:p>
          <a:p/>
          <a:p/>
          <a:p>
            <a:r>
              <a:t># 18-Wheeler Crash in Bridgeport, Connecticut — Guía en español — Victim Guide (2026)</a:t>
            </a:r>
          </a:p>
          <a:p/>
          <a:p>
            <a:r>
              <a:t>Solo educativo — no es asesoría legal. WreckMatch LLC es un servicio de referencia legal, no un bufete. Red de más de 800 bufetes participantes.</a:t>
            </a:r>
          </a:p>
          <a:p/>
          <a:p/>
          <a:p/>
          <a:p>
            <a:r>
              <a:t>En resumen: Datos rápidos de Connecticut: plazo 2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Connecticut, el plazo de prescripción para la mayoría de lesiones personales es de 2 años desde el choque. Perder ese plazo casi siempre cierra el caso. Los avisos contra entidades públicas pueden exigirse en 60–180 días.</a:t>
            </a:r>
          </a:p>
          <a:p/>
          <a:p>
            <a:r>
              <a:t>Connecticut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Connecticut es un estado de culpa (“at-fault”): el seguro del responsable es la fuente principal de recuperación una vez establecida la responsabilidad. In Connecticut, deadlines and insurance rules can change how claims are handled. Document medical care early and avoid recorded statements without guidance. Rangos publicados de recuperación en Connecticut suelen situarse alrededor de $24k–$140k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Bridgeport,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$24k–$140k para accidente con camión comercial en Connecticut)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promptly and preserve evidence.</a:t>
            </a:r>
          </a:p>
          <a:p/>
          <a:p>
            <a:r>
              <a:t>En todo Connecticut,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Bridgeport, Connecticut — Guía en español — Victim Guide (2026)</a:t>
            </a:r>
          </a:p>
          <a:p>
            <a:pPr>
              <a:spcBef>
                <a:spcPts val="1200"/>
              </a:spcBef>
              <a:defRPr sz="1600">
                <a:solidFill>
                  <a:srgbClr val="94A3B8"/>
                </a:solidFill>
              </a:defRPr>
            </a:pPr>
            <a:r>
              <a:t>Truck Accidents · Connecticut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Connecticut: plazo 2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Bridgeport Connecticut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Bridgeport Connecticut Victim Guide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Connecticut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Connecticut, el plazo de prescripción para la mayoría de lesiones personales es de 2 años desde el choque. Perder ese plazo casi siempre cierra el caso. Los avisos contra entidades públicas pueden exigirse en 60–180 días.</a:t>
            </a:r>
            <a:br/>
            <a:br/>
            <a:r>
              <a:t>Connecticut aplica la regla de Modified 50%. La negligencia comparativa modificada (umbral 50%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$24k–$140k para accidente con camión comercial en Connecticut)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Bridgeport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Bridgeport, Connecticut, opciones de atención incluyen Regional Medical Center, Level I/II trauma center (verify locally). El volumen de choques en esta zona se concentra en Interstate corridors, State routes near metro area. Bridgeport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Connecticut?</a:t>
            </a:r>
          </a:p>
          <a:p>
            <a:pPr>
              <a:spcAft>
                <a:spcPts val="800"/>
              </a:spcAft>
              <a:defRPr sz="1500">
                <a:solidFill>
                  <a:srgbClr val="94A3B8"/>
                </a:solidFill>
              </a:defRPr>
            </a:pPr>
            <a:r>
              <a:t>A: En la mayoría de los casos en Connecticut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https://www.wreckmatch.com/es/blog/18-wheeler-crash-in-bridgeport-connecticut-victim-guide-2026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https://www.wreckmatch.com/es/blog/18-wheeler-crash-in-bridgeport-connecticut-victim-guide-2026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Bridgeport, Connecticut — Guía en español — Victim Guide (2026)</dc:title>
  <dc:subject>WreckMatch educational guide — Truck Accidents</dc:subject>
  <dc:creator/>
  <cp:keywords>WreckMatch, car accident, Connecticut, Truck Accidents, 18 wheeler crash in bridgeport connecticut victim guide 2026, personal injury, attorney matching</cp:keywords>
  <dc:description>Gold-tier presentation summary for https://www.wreckmatch.com/es/blog/18-wheeler-crash-in-bridgeport-connecticut-victim-guide-2026.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