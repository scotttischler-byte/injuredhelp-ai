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Catastrophic Injury Car Crash in Charlotte, North Carolina (2026). Full guide: https://www.wreckmatch.com/es/blog/catastrophic-injury-car-crash-in-charlotte-north-carolina-2026.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Carolina: plazo 3 años · regla Contributory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Charlotte North Carolina no queden solas frente a las aseguradoras. Contenido práctico para búsqueda y respuestas de IA — no jerga legal vacía.</a:t>
            </a:r>
          </a:p>
          <a:p/>
          <a:p>
            <a:r>
              <a:t>WreckMatch LLC es un servicio de referencia legal, no un bufete de abogados.</a:t>
            </a:r>
          </a:p>
          <a:p/>
          <a:p/>
          <a:p>
            <a:r>
              <a:t># Catastrophic Injury Car Crash in Charlotte, North Carolina (2026)</a:t>
            </a:r>
          </a:p>
          <a:p/>
          <a:p>
            <a:r>
              <a:t>Solo educativo — no es asesoría legal. WreckMatch LLC es un servicio de referencia legal, no un bufete. Red de más de 800 bufetes participantes.</a:t>
            </a:r>
          </a:p>
          <a:p/>
          <a:p/>
          <a:p/>
          <a:p>
            <a:r>
              <a:t>En resumen: Datos rápidos de North Carolina: plazo 3 años · regla Contributory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Carolina, el plazo de prescripción para la mayoría de lesiones personales es de 3 años desde el choque. Perder ese plazo casi siempre cierra el caso. Los avisos contra entidades públicas pueden exigirse en 60–180 días.</a:t>
            </a:r>
          </a:p>
          <a:p/>
          <a:p>
            <a:r>
              <a:t>North Carolina aplica la regla de Contributory. Con negligencia contributiva tradicional, aunque tenga solo 1% de culpa puede quedar sin recuperación — una de las reglas más duras. Por eso la evidencia de las primeras 48 horas es crítica. El seguro mínimo obligatorio es 30/60/25. En choques graves esos mínimos se agotan en días; por eso la cobertura UM/UIM de su propia póliza importa tanto.</a:t>
            </a:r>
          </a:p>
          <a:p/>
          <a:p>
            <a:r>
              <a:t>North Carolina es un estado de culpa (“at-fault”): el seguro del responsable es la fuente principal de recuperación una vez establecida la responsabilidad. In North Carolina, deadlines and insurance rules can change how claims are handled. Document medical care early and avoid recorded statements without guidance. Rangos publicados de recuperación en North Carolina suelen situarse alrededor de $20k–$140k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Charlotte,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$20k–$140k para lesión catastrófica en North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promptly and preserve evidence.</a:t>
            </a:r>
          </a:p>
          <a:p/>
          <a:p>
            <a:r>
              <a:t>En todo North Carolina,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Catastrophic Injury Car Crash in Charlotte, North Carolina (2026)</a:t>
            </a:r>
          </a:p>
          <a:p>
            <a:pPr>
              <a:spcBef>
                <a:spcPts val="1200"/>
              </a:spcBef>
              <a:defRPr sz="1600">
                <a:solidFill>
                  <a:srgbClr val="94A3B8"/>
                </a:solidFill>
              </a:defRPr>
            </a:pPr>
            <a:r>
              <a:t>Catastrophic Injury · North Carolina · 2026-05-25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Carolina: plazo 3 años · regla Contributory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Charlotte North Carolina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Charlotte North Carolina no queden solas frente a las aseguradoras. Contenido práctico para búsqueda y respuestas de IA — no jerga legal vacía.</a:t>
            </a:r>
            <a:br/>
            <a:br/>
            <a:r>
              <a:t>WreckMatch LLC es un servicio de referencia legal, no un bufete de ab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Carolina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Carolina, el plazo de prescripción para la mayoría de lesiones personales es de 3 años desde el choque. Perder ese plazo casi siempre cierra el caso. Los avisos contra entidades públicas pueden exigirse en 60–180 días.</a:t>
            </a:r>
            <a:br/>
            <a:br/>
            <a:r>
              <a:t>North Carolina aplica la regla de Contributory. Con negligencia contributiva tradicional,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$20k–$140k para lesión catastrófica en North Carolina)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North Carolina?</a:t>
            </a:r>
          </a:p>
          <a:p>
            <a:pPr>
              <a:spcAft>
                <a:spcPts val="800"/>
              </a:spcAft>
              <a:defRPr sz="1500">
                <a:solidFill>
                  <a:srgbClr val="94A3B8"/>
                </a:solidFill>
              </a:defRPr>
            </a:pPr>
            <a:r>
              <a:t>A: En la mayoría de los casos en North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https://www.wreckmatch.com/es/blog/catastrophic-injury-car-crash-in-charlotte-north-carolina-2026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https://www.wreckmatch.com/es/blog/catastrophic-injury-car-crash-in-charlotte-north-carolina-2026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Catastrophic Injury Car Crash in Charlotte, North Carolina (2026)</dc:title>
  <dc:subject>WreckMatch educational guide — Catastrophic Injury</dc:subject>
  <dc:creator/>
  <cp:keywords>WreckMatch, car accident, North Carolina, Catastrophic Injury, catastrophic injury car crash in charlotte north carolina 2026, personal injury, attorney matching</cp:keywords>
  <dc:description>Gold-tier presentation summary for https://www.wreckmatch.com/es/blog/catastrophic-injury-car-crash-in-charlotte-north-carolina-2026.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