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Whiplash After a Car Accident in Charleston, West Virginia — Guía en español — What to Know (2026). Full guide: https://www.wreckmatch.com/es/blog/whiplash-after-a-car-accident-in-charleston-west-virginia-what-to-know-2026.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Charleston West Virginia What To Know no queden solas frente a las aseguradoras. Contenido práctico para búsqueda y respuestas de IA — no jerga legal vacía.</a:t>
            </a:r>
          </a:p>
          <a:p/>
          <a:p>
            <a:r>
              <a:t>WreckMatch LLC es un servicio de referencia legal, no un bufete de abogados.</a:t>
            </a:r>
          </a:p>
          <a:p/>
          <a:p/>
          <a:p>
            <a:r>
              <a:t># Whiplash After a Car Accident in Charleston, West Virginia — Guía en español — What to Know (2026)</a:t>
            </a:r>
          </a:p>
          <a:p/>
          <a:p>
            <a:r>
              <a:t>Solo educativo — no es asesoría legal. WreckMatch LLC es un servicio de referencia legal, no un bufete. Red de más de 800 bufetes participantes.</a:t>
            </a:r>
          </a:p>
          <a:p/>
          <a:p/>
          <a:p/>
          <a:p>
            <a:r>
              <a:t>En resumen: Datos rápidos de West Virginia: plazo 2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West Virginia, el plazo de prescripción para la mayoría de lesiones personales es de 2 años desde el choque. Perder ese plazo casi siempre cierra el caso. Los avisos contra entidades públicas pueden exigirse en 60–180 días.</a:t>
            </a:r>
          </a:p>
          <a:p/>
          <a:p>
            <a:r>
              <a:t>West Virginia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West Virginia es un estado de culpa (“at-fault”): el seguro del responsable es la fuente principal de recuperación una vez establecida la responsabilidad. In West Virginia, deadlines and insurance rules can change how claims are handled. Document medical care early and avoid recorded statements without guidance. Rangos publicados de recuperación en West Virginia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Charleston, los latigazo cervical y lesión de tejidos blandoss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latigazo cervical y lesión de tejidos blandos,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latigazo cervical y lesión de tejidos blandos en West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promptly and preserve evidence.</a:t>
            </a:r>
          </a:p>
          <a:p/>
          <a:p>
            <a:r>
              <a:t>En todo West Virginia,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latigazo cervical y lesión de tejidos blandos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Whiplash After a Car Accident in Charleston, West Virginia — Guía en español — What to Know (2026)</a:t>
            </a:r>
          </a:p>
          <a:p>
            <a:pPr>
              <a:spcBef>
                <a:spcPts val="1200"/>
              </a:spcBef>
              <a:defRPr sz="1600">
                <a:solidFill>
                  <a:srgbClr val="94A3B8"/>
                </a:solidFill>
              </a:defRPr>
            </a:pPr>
            <a:r>
              <a:t>West Virginia · West Virginia · 2026-06-08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West Virginia: plazo 2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Charleston West Virginia What To Know</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Charleston West Virginia What To Know no queden solas frente a las aseguradoras. Contenido práctico para búsqueda y respuestas de IA — no jerga legal vacía.</a:t>
            </a:r>
            <a:br/>
            <a:br/>
            <a:r>
              <a:t>WreckMatch LLC es un servicio de referencia legal, no un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West Virginia para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West Virginia, el plazo de prescripción para la mayoría de lesiones personales es de 2 años desde el choque. Perder ese plazo casi siempre cierra el caso. Los avisos contra entidades públicas pueden exigirse en 60–180 días.</a:t>
            </a:r>
            <a:br/>
            <a:br/>
            <a:r>
              <a:t>West Virginia aplica la regla de Modified 50%. La negligencia comparativa modificada (umbral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latigazo cervical y lesión de tejidos blandos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latigazo cervical y lesión de tejidos blandos,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latigazo cervical y lesión de tejidos blandos en West Virginia) describen casos pasados, no el suyo.</a:t>
            </a:r>
            <a:br/>
            <a:br/>
            <a:r>
              <a:t>El valor depende de: facturas médicas actuales y futuras, salarios perdidos, gravedad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Charleston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Charleston, West Virginia, opciones de atención incluyen Regional Medical Center, Level I/II trauma center (verify locally). El volumen de choques en esta zona se concentra en Interstate corridors, State routes near metro area. Charleston sees heavy commuter traffic and intersection crashes. Seek care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latigazo cervical y lesión de tejidos blandos por contingencia.</a:t>
            </a:r>
            <a:br/>
            <a:br/>
            <a:r>
              <a:t>La intake solo pide lo necesario: estado, qué pasó, si hubo tratamiento médico y su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latigazo cervical y lesión de tejidos blandos en West Virginia?</a:t>
            </a:r>
          </a:p>
          <a:p>
            <a:pPr>
              <a:spcAft>
                <a:spcPts val="800"/>
              </a:spcAft>
              <a:defRPr sz="1500">
                <a:solidFill>
                  <a:srgbClr val="94A3B8"/>
                </a:solidFill>
              </a:defRPr>
            </a:pPr>
            <a:r>
              <a:t>A: En la mayoría de los casos en West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https://www.wreckmatch.com/es/blog/whiplash-after-a-car-accident-in-charleston-west-virginia-what-to-know-2026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https://www.wreckmatch.com/es/blog/whiplash-after-a-car-accident-in-charleston-west-virginia-what-to-know-2026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Whiplash After a Car Accident in Charleston, West Virginia — Guía en español — What to Know (2026)</dc:title>
  <dc:subject>WreckMatch educational guide — West Virginia</dc:subject>
  <dc:creator/>
  <cp:keywords>WreckMatch, car accident, West Virginia, West Virginia, whiplash after a car accident in charleston west virginia what to know 2026, personal injury, attorney matching</cp:keywords>
  <dc:description>Gold-tier presentation summary for https://www.wreckmatch.com/es/blog/whiplash-after-a-car-accident-in-charleston-west-virginia-what-to-know-2026.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