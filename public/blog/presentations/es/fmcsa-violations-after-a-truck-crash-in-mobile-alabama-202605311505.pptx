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Mobile, Alabama. Full guide: https://www.wreckmatch.com/es/blog/fmcsa-violations-after-a-truck-crash-in-mobile-alabama-202605311505.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no queden solas frente a las aseguradoras. Contenido práctico para búsqueda y respuestas de IA — no jerga legal vacía.</a:t>
            </a:r>
          </a:p>
          <a:p/>
          <a:p>
            <a:r>
              <a:t>WreckMatch LLC es un servicio de referencia legal, no un bufete de abogados.</a:t>
            </a:r>
          </a:p>
          <a:p/>
          <a:p/>
          <a:p>
            <a:r>
              <a:t># FMCSA Violations After a Truck Crash in Mobile,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Mobile, Alabama</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https://www.wreckmatch.com/es/blog/fmcsa-violations-after-a-truck-crash-in-mobile-alabama-202605311505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https://www.wreckmatch.com/es/blog/fmcsa-violations-after-a-truck-crash-in-mobile-alabama-202605311505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Mobile, Alabama</dc:title>
  <dc:subject>WreckMatch educational guide — Truck Accidents</dc:subject>
  <dc:creator/>
  <cp:keywords>WreckMatch, car accident, Alabama, Truck Accidents, fmcsa violations after a truck crash in mobile alabama 202605311505, personal injury, attorney matching</cp:keywords>
  <dc:description>Gold-tier presentation summary for https://www.wreckmatch.com/es/blog/fmcsa-violations-after-a-truck-crash-in-mobile-alabama-202605311505.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