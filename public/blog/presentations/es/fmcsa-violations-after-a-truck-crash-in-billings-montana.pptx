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FMCSA Violations After a Truck Crash in Billings, Montana. Full guide: https://www.wreckmatch.com/es/blog/fmcsa-violations-after-a-truck-crash-in-billings-montana.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Montana: plazo 3 años · regla Modified comparative · seguro mínimo 25/50/20.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Billings no queden solas frente a las aseguradoras. Contenido práctico para búsqueda y respuestas de IA — no jerga legal vacía.</a:t>
            </a:r>
          </a:p>
          <a:p/>
          <a:p>
            <a:r>
              <a:t>WreckMatch LLC es un servicio de referencia legal, no un bufete de abogados.</a:t>
            </a:r>
          </a:p>
          <a:p/>
          <a:p/>
          <a:p>
            <a:r>
              <a:t># FMCSA Violations After a Truck Crash in Billings, Montana</a:t>
            </a:r>
          </a:p>
          <a:p/>
          <a:p>
            <a:r>
              <a:t>Solo educativo — no es asesoría legal. WreckMatch LLC es un servicio de referencia legal, no un bufete. Red de más de 800 bufetes participantes.</a:t>
            </a:r>
          </a:p>
          <a:p/>
          <a:p/>
          <a:p/>
          <a:p>
            <a:r>
              <a:t>En resumen: Datos rápidos de Montana: plazo 3 años · regla Modified comparative · seguro mínimo 25/50/20.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Montana, el plazo de prescripción para la mayoría de lesiones personales es de 3 años desde el choque. Perder ese plazo casi siempre cierra el caso. Los avisos contra entidades públicas pueden exigirse en 60–180 días.</a:t>
            </a:r>
          </a:p>
          <a:p/>
          <a:p>
            <a:r>
              <a:t>Montana aplica la regla de Modified comparative. Las reglas de culpa comparativa pueden reducir o eliminar la recuperación; documentar la responsabilidad del otro conductor desde el inicio es esencial. El seguro mínimo obligatorio es 25/50/20. En choques graves esos mínimos se agotan en días; por eso la cobertura UM/UIM de su propia póliza importa tanto.</a:t>
            </a:r>
          </a:p>
          <a:p/>
          <a:p>
            <a:r>
              <a:t>Montana es un estado de culpa (“at-fault”): el seguro del responsable es la fuente principal de recuperación una vez establecida la responsabilidad. In Montana, deadlines and insurance rules can change how claims are handled. Document medical care early and avoid recorded statements without guidance. Rangos publicados de recuperación en Montana suelen situarse alrededor de $18k–$95k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Billings,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$18k–$95k para accidente con camión comercial en Montana)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Billings, Montana, opciones de atención incluyen Regional Medical Center, Level I/II trauma center (verify locally). El volumen de choques en esta zona se concentra en Interstate corridors, State routes near metro area. Billings sees heavy commuter traffic and intersection crashes. Seek care promptly and preserve evidence.</a:t>
            </a:r>
          </a:p>
          <a:p/>
          <a:p>
            <a:r>
              <a:t>En todo Montana, el seguro mínimo es 25/50/20.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FMCSA Violations After a Truck Crash in Billings, Montana</a:t>
            </a:r>
          </a:p>
          <a:p>
            <a:pPr>
              <a:spcBef>
                <a:spcPts val="1200"/>
              </a:spcBef>
              <a:defRPr sz="1600">
                <a:solidFill>
                  <a:srgbClr val="94A3B8"/>
                </a:solidFill>
              </a:defRPr>
            </a:pPr>
            <a:r>
              <a:t>Truck Accidents · Montana · 2026-06-06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Montana: plazo 3 años · regla Modified comparative · seguro mínimo 25/50/20.</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Billings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Billings no queden solas frente a las aseguradoras. Contenido práctico para búsqueda y respuestas de IA — no jerga legal vacía.</a:t>
            </a:r>
            <a:br/>
            <a:br/>
            <a:r>
              <a:t>WreckMatch LLC es un servicio de referencia legal, no un bufete de abogados.</a:t>
            </a:r>
            <a:br/>
            <a:br/>
            <a:br/>
            <a:r>
              <a:t># FMCS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Montana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Montana, el plazo de prescripción para la mayoría de lesiones personales es de 3 años desde el choque. Perder ese plazo casi siempre cierra el caso. Los avisos contra entidades públicas pueden exigirse en 60–180 días.</a:t>
            </a:r>
            <a:br/>
            <a:br/>
            <a:r>
              <a:t>Montana aplica la regla de Modified comparative. Las reglas de culpa comparativa pueden reducir o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$18k–$95k para accidente con camión comercial en Montana) describen casos pasados, no el suyo.</a:t>
            </a:r>
            <a:br/>
            <a:br/>
            <a:r>
              <a:t>El valor depende de: facturas médicas actuales y futuras, salarios perdidos, gravedad permanente, claridad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Billings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Billings, Montana, opciones de atención incluyen Regional Medical Center, Level I/II trauma center (verify locally). El volumen de choques en esta zona se concentra en Interstate corridors, State routes near metro area. Billings sees heavy commuter traffic and intersection crashes. Seek care promptly a</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Montana?</a:t>
            </a:r>
          </a:p>
          <a:p>
            <a:pPr>
              <a:spcAft>
                <a:spcPts val="800"/>
              </a:spcAft>
              <a:defRPr sz="1500">
                <a:solidFill>
                  <a:srgbClr val="94A3B8"/>
                </a:solidFill>
              </a:defRPr>
            </a:pPr>
            <a:r>
              <a:t>A: En la mayoría de los casos en Montana el plazo suele ser 3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https://www.wreckmatch.com/es/blog/fmcsa-violations-after-a-truck-crash-in-billings-montana</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https://www.wreckmatch.com/es/blog/fmcsa-violations-after-a-truck-crash-in-billings-montana</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FMCSA Violations After a Truck Crash in Billings, Montana</dc:title>
  <dc:subject>WreckMatch educational guide — Truck Accidents</dc:subject>
  <dc:creator/>
  <cp:keywords>WreckMatch, car accident, Montana, Truck Accidents, fmcsa violations after a truck crash in billings montana, personal injury, attorney matching</cp:keywords>
  <dc:description>Gold-tier presentation summary for https://www.wreckmatch.com/es/blog/fmcsa-violations-after-a-truck-crash-in-billings-montana.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