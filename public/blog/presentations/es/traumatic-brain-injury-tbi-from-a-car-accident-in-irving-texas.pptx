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Traumatic Brain Injury (TBI) From a Car Accident in Irving, Texas. Full guide: https://www.wreckmatch.com/es/blog/traumatic-brain-injury-tbi-from-a-car-accident-in-irving-texas.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Irving no queden solas frente a las aseguradoras. Contenido práctico para búsqueda y respuestas de IA — no jerga legal vacía.</a:t>
            </a:r>
          </a:p>
          <a:p/>
          <a:p>
            <a:r>
              <a:t>WreckMatch LLC es un servicio de referencia legal, no un bufete de abogados.</a:t>
            </a:r>
          </a:p>
          <a:p/>
          <a:p/>
          <a:p>
            <a:r>
              <a:t># Traumatic Brain Injury (TBI) From a Car Accident in Irving, Texas</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Irving, los lesión cerebral traumáticas frecuentes ocurren cerca de I-635 (LBJ) y SH 114; centros con trauma incluyen Baylor Scott &amp; White Irving y Medical City Las Colinas.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cerebral traumática,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cerebral traumática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Irving, Texas, opciones de atención incluyen Baylor Scott &amp; White Irving, Medical City Las Colinas. El volumen de choques en esta zona se concentra en I-635 (LBJ), SH 114, Loop 12. Irving crashes cluster near DFW Airport, I-635, and SH 114. Commercial and rideshare claims are common — preserve trip and employer records.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cerebral traumática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Traumatic Brain Injury (TBI) From a Car Accident in Irving, Texas</a:t>
            </a:r>
          </a:p>
          <a:p>
            <a:pPr>
              <a:spcBef>
                <a:spcPts val="1200"/>
              </a:spcBef>
              <a:defRPr sz="1600">
                <a:solidFill>
                  <a:srgbClr val="94A3B8"/>
                </a:solidFill>
              </a:defRPr>
            </a:pPr>
            <a:r>
              <a:t>Severe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Irving</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Irving no queden solas frente a las aseguradoras. Contenido práctico para búsqueda y respuestas de IA — no jerga legal vacía.</a:t>
            </a:r>
            <a:br/>
            <a:br/>
            <a:r>
              <a:t>WreckMatch LLC es un servicio de referencia legal, no un bufete de abogados.</a:t>
            </a:r>
            <a:br/>
            <a:br/>
            <a:br/>
            <a:r>
              <a:t># Trauma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cerebral traumática,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cerebral traumática en Texas)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Irving</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Irving, Texas, opciones de atención incluyen Baylor Scott &amp; White Irving, Medical City Las Colinas. El volumen de choques en esta zona se concentra en I-635 (LBJ), SH 114, Loop 12. Irving crashes cluster near DFW Airport, I-635, and SH 114. Commercial and rideshare claims are common — preserve trip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cerebral traumática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cerebral traumática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https://www.wreckmatch.com/es/blog/traumatic-brain-injury-tbi-from-a-car-accident-in-irving-texas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https://www.wreckmatch.com/es/blog/traumatic-brain-injury-tbi-from-a-car-accident-in-irving-texas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Traumatic Brain Injury (TBI) From a Car Accident in Irving, Texas</dc:title>
  <dc:subject>WreckMatch educational guide — Severe Injury</dc:subject>
  <dc:creator/>
  <cp:keywords>WreckMatch, car accident, Texas, Severe Injury, traumatic brain injury tbi from a car accident in irving texas, personal injury, attorney matching</cp:keywords>
  <dc:description>Gold-tier presentation summary for https://www.wreckmatch.com/es/blog/traumatic-brain-injury-tbi-from-a-car-accident-in-irving-texas.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