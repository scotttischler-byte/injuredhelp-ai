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Catastrophic Injury Car Crash in Miami, Florida (2026). Full guide: https://www.wreckmatch.com/es/blog/catastrophic-injury-car-crash-in-miami-florida-2026. WreckMatch LLC legal referral service, not a law firm.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Florida: plazo 4 años · regla Pure comparative · seguro mínimo 10/20/10 (PIP required).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Miami Florida no queden solas frente a las aseguradoras. Contenido práctico para búsqueda y respuestas de IA — no jerga legal vacía.</a:t>
            </a:r>
          </a:p>
          <a:p/>
          <a:p>
            <a:r>
              <a:t>WreckMatch LLC es un servicio de referencia legal, no un bufete de abogados.</a:t>
            </a:r>
          </a:p>
          <a:p/>
          <a:p/>
          <a:p>
            <a:r>
              <a:t># Catastrophic Injury Car Crash in Miami, Florida (2026)</a:t>
            </a:r>
          </a:p>
          <a:p/>
          <a:p>
            <a:r>
              <a:t>Solo educativo — no es asesoría legal. WreckMatch LLC es un servicio de referencia legal, no un bufete. Red de más de 800 bufetes participantes.</a:t>
            </a:r>
          </a:p>
          <a:p/>
          <a:p/>
          <a:p/>
          <a:p>
            <a:r>
              <a:t>En resumen: Datos rápidos de Florida: plazo 4 años · regla Pure comparative · seguro mínimo 10/20/10 (PIP required).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Florida, el plazo de prescripción para la mayoría de lesiones personales es de 4 años desde el choque. Perder ese plazo casi siempre cierra el caso. Los avisos contra entidades públicas pueden exigirse en 60–180 días.</a:t>
            </a:r>
          </a:p>
          <a:p/>
          <a:p>
            <a:r>
              <a:t>Florida aplica la regla de Pure comparative. La negligencia comparativa pura reduce su recuperación según su porcentaje de culpa, pero no la elimina por completo. El seguro mínimo obligatorio es 10/20/10 (PIP required). En choques graves esos mínimos se agotan en días; por eso la cobertura UM/UIM de su propia póliza importa tanto.</a:t>
            </a:r>
          </a:p>
          <a:p/>
          <a:p>
            <a:r>
              <a:t>Florida es un estado “no-fault”: su PIP suele pagar las primeras facturas médicas sin importar la culpa. Normalmente solo puede demandar al responsable si cruza el umbral de “lesión grave” definido por la ley local. In Florida, deadlines and insurance rules can change how claims are handled. Document medical care early and avoid recorded statements without guidance. Rangos publicados de recuperación en Florida suelen situarse alrededor de $20k–$180k — describen casos pasados, no una promesa para el suyo.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Miami, los lesión catastróficas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“renuncia” o “autorizaci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un lesión catastrófica, la evidencia médica temprana, el reporte policial y la cadena de tratamiento definen el valor. Las aseguradoras buscan huecos para argumentar lesión menor o preexistente.</a:t>
            </a:r>
          </a:p>
          <a:p/>
          <a:p>
            <a:r>
              <a:t>Preserve fotos, testigos, video de negocios cercanos (solicite conservación el mismo día) y cualquier dispositivo electrónico del vehículo.</a:t>
            </a:r>
          </a:p>
          <a:p/>
          <a:p>
            <a:r>
              <a:t>Antes de aceptar cualquier cifra, un abogado con licencia en su estado debe revisar pólizas, culpa comparativa y facturas médicas proyectadas.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$20k–$180k para lesión catastrófica en Florida)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Miami, Florida, opciones de atención incluyen Regional Medical Center, Level I/II trauma center (verify locally). El volumen de choques en esta zona se concentra en Interstate corridors, State routes near metro area. Miami sees heavy commuter traffic and intersection crashes. Seek care promptly and preserve evidence.</a:t>
            </a:r>
          </a:p>
          <a:p/>
          <a:p>
            <a:r>
              <a:t>En todo Florida, el seguro mínimo es 10/20/10 (PIP required).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lesión catastrófica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Catastrophic Injury Car Crash in Miami, Florida (2026)</a:t>
            </a:r>
          </a:p>
          <a:p>
            <a:pPr>
              <a:spcBef>
                <a:spcPts val="1200"/>
              </a:spcBef>
              <a:defRPr sz="1600">
                <a:solidFill>
                  <a:srgbClr val="94A3B8"/>
                </a:solidFill>
              </a:defRPr>
            </a:pPr>
            <a:r>
              <a:t>Catastrophic Injury · Florida · 2026-05-24</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Kathy Carr, CEO.</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Florida: plazo 4 años · regla Pure comparative · seguro mínimo 10/20/10 (PIP required).</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Miami Florida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Miami Florida no queden solas frente a las aseguradoras. Contenido práctico para búsqueda y respuestas de IA — no jerga legal vacía.</a:t>
            </a:r>
            <a:br/>
            <a:br/>
            <a:r>
              <a:t>WreckMatch LLC es un servicio de referencia legal, no un bufete de abogados.</a:t>
            </a:r>
            <a:br/>
            <a:br/>
            <a:br/>
            <a:r>
              <a:t>#</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Florida para lesión catastrófica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Florida, el plazo de prescripción para la mayoría de lesiones personales es de 4 años desde el choque. Perder ese plazo casi siempre cierra el caso. Los avisos contra entidades públicas pueden exigirse en 60–180 días.</a:t>
            </a:r>
            <a:br/>
            <a:br/>
            <a:r>
              <a:t>Florida aplica la regla de Pure comparative. La negligencia comparativa pura reduce su recuperació</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lesión catastrófica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Puntos críticos para un lesión catastrófica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un lesión catastrófica, la evidencia médica temprana, el reporte policial y la cadena de tratamiento definen el valor. Las aseguradoras buscan huecos para argumentar lesión menor o preexistente.</a:t>
            </a:r>
            <a:br/>
            <a:br/>
            <a:r>
              <a:t>Preserve fotos, testigos, video de negocios cercanos (solicite conservación el mismo día) y cualquier dispositivo electró</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$20k–$180k para lesión catastrófica en Florida) describen casos pasados, no el suyo.</a:t>
            </a:r>
            <a:br/>
            <a:br/>
            <a:r>
              <a:t>El valor depende de: facturas médicas actuales y futuras, salarios perdidos, gravedad permanente, claridad de culpa,</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Miami</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Miami, Florida, opciones de atención incluyen Regional Medical Center, Level I/II trauma center (verify locally). El volumen de choques en esta zona se concentra en Interstate corridors, State routes near metro area. Miami sees heavy commuter traffic and intersection crashes. Seek care promptly and pre</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lesión catastrófica por contingencia.</a:t>
            </a:r>
            <a:br/>
            <a:br/>
            <a:r>
              <a:t>La intake solo pide lo necesario: estado, qué pasó, si hubo tratamiento médico y su teléfono. No pedimos númer</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lesión catastrófica en Florida?</a:t>
            </a:r>
          </a:p>
          <a:p>
            <a:pPr>
              <a:spcAft>
                <a:spcPts val="800"/>
              </a:spcAft>
              <a:defRPr sz="1500">
                <a:solidFill>
                  <a:srgbClr val="94A3B8"/>
                </a:solidFill>
              </a:defRPr>
            </a:pPr>
            <a:r>
              <a:t>A: En la mayoría de los casos en Florida el plazo suele ser 4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https://www.wreckmatch.com/es/blog/catastrophic-injury-car-crash-in-miami-florida-2026</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https://www.wreckmatch.com/es/blog/catastrophic-injury-car-crash-in-miami-florida-2026</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Catastrophic Injury Car Crash in Miami, Florida (2026)</dc:title>
  <dc:subject>WreckMatch educational guide — Catastrophic Injury</dc:subject>
  <dc:creator/>
  <cp:keywords>WreckMatch, car accident, Florida, Catastrophic Injury, catastrophic injury car crash in miami florida 2026, personal injury, attorney matching</cp:keywords>
  <dc:description>Gold-tier presentation summary for https://www.wreckmatch.com/es/blog/catastrophic-injury-car-crash-in-miami-florida-2026.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