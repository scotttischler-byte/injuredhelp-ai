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Bridgeport, Connecticut — Guía en español — Top City Guide (2026-07-25). Full guide: https://www.wreckmatch.com/es/blog/semi-truck-accident-in-bridgeport-connecticut-top-city-guide-2026-07-25.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Connecticut: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Bridgeport Connecticut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Bridgeport, Connecticut — Guía en español — Top City Guide (2026-07-25)</a:t>
            </a:r>
          </a:p>
          <a:p/>
          <a:p>
            <a:r>
              <a:t>Solo educativo — no es asesoría legal. WreckMatch LLC es un servicio de referencia legal, no un bufete. Red de más de 800 bufetes participantes.</a:t>
            </a:r>
          </a:p>
          <a:p/>
          <a:p/>
          <a:p/>
          <a:p>
            <a:r>
              <a:t>En resumen: Datos rápidos de Connecticut: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Connecticut, el plazo de prescripción para la mayoría de lesiones personales es de 2 años desde el choque. Perder ese plazo casi siempre cierra el caso. Los avisos contra entidades públicas pueden exigirse en 60–180 días.</a:t>
            </a:r>
          </a:p>
          <a:p/>
          <a:p>
            <a:r>
              <a:t>Connecticut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Connecticut es un estado de culpa (“at-fault”): el seguro del responsable es la fuente principal de recuperación una vez establecida la responsabilidad. In Connecticut, deadlines and insurance rules can change how claims are handled. Document medical care early and avoid recorded statements without guidance. Rangos publicados de recuperación en Connecticut suelen situarse alrededor de $24k–$140k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Bridgeport,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$24k–$140k para accidente con camión comercial en Connecticut)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Bridgeport, Connecticut, opciones de atención incluyen Regional Medical Center, Level I/II trauma center (verify locally). El volumen de choques en esta zona se concentra en Interstate corridors, State routes near metro area. Bridgeport sees heavy commuter traffic and intersection crashes. Seek care promptly and preserve evidence.</a:t>
            </a:r>
          </a:p>
          <a:p/>
          <a:p>
            <a:r>
              <a:t>En todo Connecticut,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Bridgeport, Connecticut — Guía en español — Top City Guide (2026-07-25)</a:t>
            </a:r>
          </a:p>
          <a:p>
            <a:pPr>
              <a:spcBef>
                <a:spcPts val="1200"/>
              </a:spcBef>
              <a:defRPr sz="1600">
                <a:solidFill>
                  <a:srgbClr val="94A3B8"/>
                </a:solidFill>
              </a:defRPr>
            </a:pPr>
            <a:r>
              <a:t>Truck Accidents · Connecticut · 2026-07-25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Connecticut: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Bridgeport Connecticut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Bridgeport Connecticut Top City Guide 2026 07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Connecticut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Connecticut, el plazo de prescripción para la mayoría de lesiones personales es de 2 años desde el choque. Perder ese plazo casi siempre cierra el caso. Los avisos contra entidades públicas pueden exigirse en 60–180 días.</a:t>
            </a:r>
            <a:br/>
            <a:br/>
            <a:r>
              <a:t>Connecticut aplica la regla de Modified 50%. La negligencia comparativa modificada (umbral 50%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$24k–$140k para accidente con camión comercial en Connecticut) describen casos pasados, no el suyo.</a:t>
            </a:r>
            <a:br/>
            <a:br/>
            <a:r>
              <a:t>El valor depende de: facturas médicas actuales y futuras, salarios perdidos, gravedad permanente, cla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Bridgeport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Bridgeport, Connecticut, opciones de atención incluyen Regional Medical Center, Level I/II trauma center (verify locally). El volumen de choques en esta zona se concentra en Interstate corridors, State routes near metro area. Bridgeport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Connecticut?</a:t>
            </a:r>
          </a:p>
          <a:p>
            <a:pPr>
              <a:spcAft>
                <a:spcPts val="800"/>
              </a:spcAft>
              <a:defRPr sz="1500">
                <a:solidFill>
                  <a:srgbClr val="94A3B8"/>
                </a:solidFill>
              </a:defRPr>
            </a:pPr>
            <a:r>
              <a:t>A: En la mayoría de los casos en Connecticut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https://www.wreckmatch.com/es/blog/semi-truck-accident-in-bridgeport-connecticut-top-city-guide-2026-07-25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https://www.wreckmatch.com/es/blog/semi-truck-accident-in-bridgeport-connecticut-top-city-guide-2026-07-25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Bridgeport, Connecticut — Guía en español — Top City Guide (2026-07-25)</dc:title>
  <dc:subject>WreckMatch educational guide — Truck Accidents</dc:subject>
  <dc:creator/>
  <cp:keywords>WreckMatch, car accident, Connecticut, Truck Accidents, semi truck accident in bridgeport connecticut top city guide 2026 07 25, personal injury, attorney matching</cp:keywords>
  <dc:description>Gold-tier presentation summary for https://www.wreckmatch.com/es/blog/semi-truck-accident-in-bridgeport-connecticut-top-city-guide-2026-07-25.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