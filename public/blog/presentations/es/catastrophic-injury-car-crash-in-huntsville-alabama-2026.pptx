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Huntsville, Alabama (2026). Full guide: https://www.wreckmatch.com/es/blog/catastrophic-injury-car-crash-in-huntsville-alabama-2026.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Catastrophic Injury Car Crash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Huntsville,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https://www.wreckmatch.com/es/blog/catastrophic-injury-car-crash-in-huntsville-alabama-2026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https://www.wreckmatch.com/es/blog/catastrophic-injury-car-crash-in-huntsville-alabama-2026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Huntsville, Alabama (2026)</dc:title>
  <dc:subject>WreckMatch educational guide — Catastrophic Injury</dc:subject>
  <dc:creator/>
  <cp:keywords>WreckMatch, car accident, Alabama, Catastrophic Injury, catastrophic injury car crash in huntsville alabama 2026, personal injury, attorney matching</cp:keywords>
  <dc:description>Gold-tier presentation summary for https://www.wreckmatch.com/es/blog/catastrophic-injury-car-crash-in-huntsville-alabama-2026.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