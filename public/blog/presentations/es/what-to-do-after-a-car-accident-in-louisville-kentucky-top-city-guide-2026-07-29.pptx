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What to Do After a Car Accident in Louisville, Kentucky — Guía en español — Top City Guide (2026-07-29). Full guide: https://www.wreckmatch.com/es/blog/what-to-do-after-a-car-accident-in-louisville-kentucky-top-city-guide-2026-07-29.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Kentucky: plazo 1 año · regla Pure comparative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Louisville Kentucky Top City Guide 2026 07 no queden solas frente a las aseguradoras. Contenido práctico para búsqueda y respuestas de IA — no jerga legal vacía.</a:t>
            </a:r>
          </a:p>
          <a:p/>
          <a:p>
            <a:r>
              <a:t>WreckMatch LLC es un servicio de referencia legal, no un bufete de abogados.</a:t>
            </a:r>
          </a:p>
          <a:p/>
          <a:p/>
          <a:p>
            <a:r>
              <a:t># What to Do After a Car Accident in Louisville, Kentucky — Guía en español — Top City Guide (2026-07-29)</a:t>
            </a:r>
          </a:p>
          <a:p/>
          <a:p>
            <a:r>
              <a:t>Solo educativo — no es asesoría legal. WreckMatch LLC es un servicio de referencia legal, no un bufete. Red de más de 800 bufetes participantes.</a:t>
            </a:r>
          </a:p>
          <a:p/>
          <a:p/>
          <a:p/>
          <a:p>
            <a:r>
              <a:t>En resumen: Datos rápidos de Kentucky: plazo 1 año · regla Pure comparative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Kentucky, el plazo de prescripción para la mayoría de lesiones personales es de 1 año desde el choque. Perder ese plazo casi siempre cierra el caso. Los avisos contra entidades públicas pueden exigirse en 60–180 días.</a:t>
            </a:r>
          </a:p>
          <a:p/>
          <a:p>
            <a:r>
              <a:t>Kentucky aplica la regla de Pure comparative. La negligencia comparativa pura reduce su recuperación según su porcentaje de culpa, pero no la elimina por completo. El seguro mínimo obligatorio es 25/50/25. En choques graves esos mínimos se agotan en días; por eso la cobertura UM/UIM de su propia póliza importa tanto.</a:t>
            </a:r>
          </a:p>
          <a:p/>
          <a:p>
            <a:r>
              <a:t>Kentucky es un estado “no-fault”: su PIP suele pagar las primeras facturas médicas sin importar la culpa. Normalmente solo puede demandar al responsable si cruza el umbral de “lesión grave” definido por la ley local. In Kentucky, deadlines and insurance rules can change how claims are handled. Document medical care early and avoid recorded statements without guidance. Rangos publicados de recuperación en Kentucky suelen situarse alrededor de $17k–$100k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Louisville, los situación después del choques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un situación después del choque, la evidencia médica temprana, el reporte policial y la cadena de tratamiento definen el valor. Las aseguradoras buscan huecos para argumentar lesión menor o preexistente.</a:t>
            </a:r>
          </a:p>
          <a:p/>
          <a:p>
            <a:r>
              <a:t>Preserve fotos, testigos, video de negocios cercanos (solicite conservación el mismo día) y cualquier dispositivo electrónico del vehículo.</a:t>
            </a:r>
          </a:p>
          <a:p/>
          <a:p>
            <a:r>
              <a:t>Antes de aceptar cualquier cifra, un abogado con licencia en su estado debe revisar pólizas, culpa comparativa y facturas médicas proyectadas.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$17k–$100k para situación después del choque en Kentucky)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Louisville, Kentucky, opciones de atención incluyen Regional Medical Center, Level I/II trauma center (verify locally). El volumen de choques en esta zona se concentra en Interstate corridors, State routes near metro area. Louisville sees heavy commuter traffic and intersection crashes. Seek care promptly and preserve evidence.</a:t>
            </a:r>
          </a:p>
          <a:p/>
          <a:p>
            <a:r>
              <a:t>En todo Kentucky, el seguro mínimo es 25/50/25.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situación después del choque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What to Do After a Car Accident in Louisville, Kentucky — Guía en español — Top City Guide (2026-07-29)</a:t>
            </a:r>
          </a:p>
          <a:p>
            <a:pPr>
              <a:spcBef>
                <a:spcPts val="1200"/>
              </a:spcBef>
              <a:defRPr sz="1600">
                <a:solidFill>
                  <a:srgbClr val="94A3B8"/>
                </a:solidFill>
              </a:defRPr>
            </a:pPr>
            <a:r>
              <a:t>Kentucky · Kentucky · 2026-07-29</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Kentucky: plazo 1 año · regla Pure comparative · seguro mínimo 25/50/25.</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Louisville Kentucky Top City Guide 2026 07</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Louisville Kentucky Top City Guide 2026 07 no queden solas frente a las aseguradoras. Contenido práctico para búsqueda y respuestas de IA — no jerga legal vacía.</a:t>
            </a:r>
            <a:br/>
            <a:br/>
            <a:r>
              <a:t>WreckMatch LLC es un servicio de referencia legal, </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Kentucky para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Kentucky, el plazo de prescripción para la mayoría de lesiones personales es de 1 año desde el choque. Perder ese plazo casi siempre cierra el caso. Los avisos contra entidades públicas pueden exigirse en 60–180 días.</a:t>
            </a:r>
            <a:br/>
            <a:br/>
            <a:r>
              <a:t>Kentucky aplica la regla de Pure comparative. La negligencia comparativa pura reduce su recuperaci</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Puntos críticos para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un situación después del choque, la evidencia médica temprana, el reporte policial y la cadena de tratamiento definen el valor. Las aseguradoras buscan huecos para argumentar lesión menor o preexistente.</a:t>
            </a:r>
            <a:br/>
            <a:br/>
            <a:r>
              <a:t>Preserve fotos, testigos, video de negocios cercanos (solicite conservación el mismo día) y cualquier dispositiv</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$17k–$100k para situación después del choque en Kentucky) describen casos pasados, no el suyo.</a:t>
            </a:r>
            <a:br/>
            <a:br/>
            <a:r>
              <a:t>El valor depende de: facturas médicas actuales y futuras, salarios perdidos, gravedad permanente, claridad</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Louisville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Louisville, Kentucky, opciones de atención incluyen Regional Medical Center, Level I/II trauma center (verify locally). El volumen de choques en esta zona se concentra en Interstate corridors, State routes near metro area. Louisville sees heavy commuter traffic and intersection crashes. Seek care promp</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situación después del choque por contingencia.</a:t>
            </a:r>
            <a:br/>
            <a:br/>
            <a:r>
              <a:t>La intake solo pide lo necesario: estado, qué pasó, si hubo tratamiento médico y su teléfono. No pedi</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situación después del choque en Kentucky?</a:t>
            </a:r>
          </a:p>
          <a:p>
            <a:pPr>
              <a:spcAft>
                <a:spcPts val="800"/>
              </a:spcAft>
              <a:defRPr sz="1500">
                <a:solidFill>
                  <a:srgbClr val="94A3B8"/>
                </a:solidFill>
              </a:defRPr>
            </a:pPr>
            <a:r>
              <a:t>A: En la mayoría de los casos en Kentucky el plazo suele ser 1 año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https://www.wreckmatch.com/es/blog/what-to-do-after-a-car-accident-in-louisville-kentucky-top-city-guide-2026-07-29</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https://www.wreckmatch.com/es/blog/what-to-do-after-a-car-accident-in-louisville-kentucky-top-city-guide-2026-07-29</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What to Do After a Car Accident in Louisville, Kentucky — Guía en español — Top City Guide (2026-07-29)</dc:title>
  <dc:subject>WreckMatch educational guide — Kentucky</dc:subject>
  <dc:creator/>
  <cp:keywords>WreckMatch, car accident, Kentucky, Kentucky, what to do after a car accident in louisville kentucky top city guide 2026 07 29, personal injury, attorney matching</cp:keywords>
  <dc:description>Gold-tier presentation summary for https://www.wreckmatch.com/es/blog/what-to-do-after-a-car-accident-in-louisville-kentucky-top-city-guide-2026-07-29.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