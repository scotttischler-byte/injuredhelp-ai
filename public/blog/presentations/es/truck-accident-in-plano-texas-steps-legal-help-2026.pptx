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Truck Accident in Plano, Texas: Steps &amp; Legal Help (2026). Full guide: https://www.wreckmatch.com/es/blog/truck-accident-in-plano-texas-steps-legal-help-2026.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Plano Texas Steps Legal Help no queden solas frente a las aseguradoras. Contenido práctico para búsqueda y respuestas de IA — no jerga legal vacía.</a:t>
            </a:r>
          </a:p>
          <a:p/>
          <a:p>
            <a:r>
              <a:t>WreckMatch LLC es un servicio de referencia legal, no un bufete de abogados.</a:t>
            </a:r>
          </a:p>
          <a:p/>
          <a:p/>
          <a:p>
            <a:r>
              <a:t># Truck Accident in Plano, Texas: Steps &amp; Legal Help (2026)</a:t>
            </a:r>
          </a:p>
          <a:p/>
          <a:p>
            <a:r>
              <a:t>Solo educativo — no es asesoría legal. WreckMatch LLC es un servicio de referencia legal, no un bufete. Red de más de 800 bufetes participantes.</a:t>
            </a:r>
          </a:p>
          <a:p/>
          <a:p/>
          <a:p/>
          <a:p>
            <a:r>
              <a:t>En resumen: 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Texas, el plazo de prescripción para la mayoría de lesiones personales es de 2 años desde el choque. Perder ese plazo casi siempre cierra el caso. Los avisos contra entidades públicas pueden exigirse en 60–180 días.</a:t>
            </a:r>
          </a:p>
          <a:p/>
          <a:p>
            <a:r>
              <a:t>Texas aplica la regla de Modified 51%. La negligencia comparativa modificada (umbral 51%) permite recuperar si su culpa es 50% o menos; por encima del 51% pierde el caso. El seguro mínimo obligatorio es 30/60/25. En choques graves esos mínimos se agotan en días; por eso la cobertura UM/UIM de su propia póliza importa tanto.</a:t>
            </a:r>
          </a:p>
          <a:p/>
          <a:p>
            <a:r>
              <a:t>Texas es un estado de culpa (“at-fault”): el seguro del responsable es la fuente principal de recuperación una vez establecida la responsabilidad. In Texas, deadlines and insurance rules can change how claims are handled. Document medical care early and avoid recorded statements without guidance. Rangos publicados de recuperación en Texas suelen situarse alrededor de $22k–$180k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Plano, los accidente con camión comercials frecuentes ocurren cerca de US-75 (Central Expressway) y President George Bush Turnpike; centros con trauma incluyen Medical City Plano y Texas Health Presbyterian Plano.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“autori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$22k–$180k para accidente con camión comercial en Texas)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Plano, Texas, opciones de atención incluyen Medical City Plano, Texas Health Presbyterian Plano. El volumen de choques en esta zona se concentra en US-75 (Central Expressway), President George Bush Turnpike, SH 121. Plano commuter crashes on US-75 and the Bush Turnpike are common during rush hour. Collin County claims often involve DFW multi-county liability.</a:t>
            </a:r>
          </a:p>
          <a:p/>
          <a:p>
            <a:r>
              <a:t>En todo Texas, el seguro mínimo es 30/60/25.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Truck Accident in Plano, Texas: Steps &amp; Legal Help (2026)</a:t>
            </a:r>
          </a:p>
          <a:p>
            <a:pPr>
              <a:spcBef>
                <a:spcPts val="1200"/>
              </a:spcBef>
              <a:defRPr sz="1600">
                <a:solidFill>
                  <a:srgbClr val="94A3B8"/>
                </a:solidFill>
              </a:defRPr>
            </a:pPr>
            <a:r>
              <a:t>Truck Accidents · Texas · 2026-05-25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Texas: plazo 2 años · regla Modified 51% · seguro mínimo 30/60/25.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Plano Texas Steps Legal Help</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Plano Texas Steps Legal Help no queden solas frente a las aseguradoras. Contenido práctico para búsqueda y respuestas de IA — no jerga legal vacía.</a:t>
            </a:r>
            <a:br/>
            <a:br/>
            <a:r>
              <a:t>WreckMatch LLC es un servicio de referencia legal, no un bufete 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Texas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Texas, el plazo de prescripción para la mayoría de lesiones personales es de 2 años desde el choque. Perder ese plazo casi siempre cierra el caso. Los avisos contra entidades públicas pueden exigirse en 60–180 días.</a:t>
            </a:r>
            <a:br/>
            <a:br/>
            <a:r>
              <a:t>Texas aplica la regla de Modified 51%. La negligencia comparativa modificada (umbral 51%) permite 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$22k–$180k para accidente con camión comercial en Texas)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Plano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Plano, Texas, opciones de atención incluyen Medical City Plano, Texas Health Presbyterian Plano. El volumen de choques en esta zona se concentra en US-75 (Central Expressway), President George Bush Turnpike, SH 121. Plano commuter crashes on US-75 and the Bush Turnpike are common during rush hour. Coll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Texas?</a:t>
            </a:r>
          </a:p>
          <a:p>
            <a:pPr>
              <a:spcAft>
                <a:spcPts val="800"/>
              </a:spcAft>
              <a:defRPr sz="1500">
                <a:solidFill>
                  <a:srgbClr val="94A3B8"/>
                </a:solidFill>
              </a:defRPr>
            </a:pPr>
            <a:r>
              <a:t>A: En la mayoría de los casos en Texas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https://www.wreckmatch.com/es/blog/truck-accident-in-plano-texas-steps-legal-help-2026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https://www.wreckmatch.com/es/blog/truck-accident-in-plano-texas-steps-legal-help-2026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Truck Accident in Plano, Texas: Steps &amp; Legal Help (2026)</dc:title>
  <dc:subject>WreckMatch educational guide — Truck Accidents</dc:subject>
  <dc:creator/>
  <cp:keywords>WreckMatch, car accident, Texas, Truck Accidents, truck accident in plano texas steps legal help 2026, personal injury, attorney matching</cp:keywords>
  <dc:description>Gold-tier presentation summary for https://www.wreckmatch.com/es/blog/truck-accident-in-plano-texas-steps-legal-help-2026.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