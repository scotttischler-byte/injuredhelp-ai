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Milwaukee, Wisconsin — Guía en español — Top City Guide (2026-07-17). Full guide: https://www.wreckmatch.com/es/blog/semi-truck-accident-in-milwaukee-wisconsin-top-city-guide-2026-07-17.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Wisconsin: plazo 3 años · regla Modified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Milwaukee Wisconsin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Milwaukee, Wisconsin — Guía en español — Top City Guide (2026-07-17)</a:t>
            </a:r>
          </a:p>
          <a:p/>
          <a:p>
            <a:r>
              <a:t>Solo educativo — no es asesoría legal. WreckMatch LLC es un servicio de referencia legal, no un bufete. Red de más de 800 bufetes participantes.</a:t>
            </a:r>
          </a:p>
          <a:p/>
          <a:p/>
          <a:p/>
          <a:p>
            <a:r>
              <a:t>En resumen: Datos rápidos de Wisconsin: plazo 3 años · regla Modified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Wisconsin, el plazo de prescripción para la mayoría de lesiones personales es de 3 años desde el choque. Perder ese plazo casi siempre cierra el caso. Los avisos contra entidades públicas pueden exigirse en 60–180 días.</a:t>
            </a:r>
          </a:p>
          <a:p/>
          <a:p>
            <a:r>
              <a:t>Wisconsin aplica la regla de Modified comparative. Las reglas de culpa comparativa pueden reducir o eliminar la recuperación; documentar la responsabilidad del otro conductor desde el inicio es esencial. El seguro mínimo obligatorio es 25/50/10. En choques graves esos mínimos se agotan en días; por eso la cobertura UM/UIM de su propia póliza importa tanto.</a:t>
            </a:r>
          </a:p>
          <a:p/>
          <a:p>
            <a:r>
              <a:t>Wisconsin es un estado de culpa (“at-fault”): el seguro del responsable es la fuente principal de recuperación una vez establecida la responsabilidad. In Wisconsin, deadlines and insurance rules can change how claims are handled. Document medical care early and avoid recorded statements without guidance. Rangos publicados de recuperación en Wisconsin suelen situarse alrededor de $20k–$120k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Milwaukee,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$20k–$120k para accidente con camión comercial en Wisconsin)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Milwaukee, Wisconsin, opciones de atención incluyen Regional Medical Center, Level I/II trauma center (verify locally). El volumen de choques en esta zona se concentra en Interstate corridors, State routes near metro area. Milwaukee sees heavy commuter traffic and intersection crashes. Seek care promptly and preserve evidence.</a:t>
            </a:r>
          </a:p>
          <a:p/>
          <a:p>
            <a:r>
              <a:t>En todo Wisconsin, el seguro mínimo es 25/50/10.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Milwaukee, Wisconsin — Guía en español — Top City Guide (2026-07-17)</a:t>
            </a:r>
          </a:p>
          <a:p>
            <a:pPr>
              <a:spcBef>
                <a:spcPts val="1200"/>
              </a:spcBef>
              <a:defRPr sz="1600">
                <a:solidFill>
                  <a:srgbClr val="94A3B8"/>
                </a:solidFill>
              </a:defRPr>
            </a:pPr>
            <a:r>
              <a:t>Wisconsin · Wisconsin · 2026-07-17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Wisconsin: plazo 3 años · regla Modified comparative · seguro mínimo 25/50/10.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Milwaukee Wisconsin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Milwaukee Wisconsin Top City Guide 2026 07 no queden solas frente a las aseguradoras. Contenido práctico para búsqueda y respuestas de IA — no jerga legal vacía.</a:t>
            </a:r>
            <a:br/>
            <a:br/>
            <a:r>
              <a:t>WreckMatch LLC es un servicio de referencia legal,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Wisconsin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Wisconsin, el plazo de prescripción para la mayoría de lesiones personales es de 3 años desde el choque. Perder ese plazo casi siempre cierra el caso. Los avisos contra entidades públicas pueden exigirse en 60–180 días.</a:t>
            </a:r>
            <a:br/>
            <a:br/>
            <a:r>
              <a:t>Wisconsin aplica la regla de Modified comparative. Las reglas de culpa comparativa pueden reduci</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$20k–$120k para accidente con camión comercial en Wisconsin) describen casos pasados, no el suyo.</a:t>
            </a:r>
            <a:br/>
            <a:br/>
            <a:r>
              <a:t>El valor depende de: facturas médicas actuales y futuras, salarios perdidos, gravedad permanente, clari</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Milwaukee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Milwaukee, Wisconsin, opciones de atención incluyen Regional Medical Center, Level I/II trauma center (verify locally). El volumen de choques en esta zona se concentra en Interstate corridors, State routes near metro area. Milwaukee sees heavy commuter traffic and intersection crashes. Seek care prompt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Wisconsin?</a:t>
            </a:r>
          </a:p>
          <a:p>
            <a:pPr>
              <a:spcAft>
                <a:spcPts val="800"/>
              </a:spcAft>
              <a:defRPr sz="1500">
                <a:solidFill>
                  <a:srgbClr val="94A3B8"/>
                </a:solidFill>
              </a:defRPr>
            </a:pPr>
            <a:r>
              <a:t>A: En la mayoría de los casos en Wisconsin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https://www.wreckmatch.com/es/blog/semi-truck-accident-in-milwaukee-wisconsin-top-city-guide-2026-07-17</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https://www.wreckmatch.com/es/blog/semi-truck-accident-in-milwaukee-wisconsin-top-city-guide-2026-07-17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Milwaukee, Wisconsin — Guía en español — Top City Guide (2026-07-17)</dc:title>
  <dc:subject>WreckMatch educational guide — Wisconsin</dc:subject>
  <dc:creator/>
  <cp:keywords>WreckMatch, car accident, Wisconsin, Wisconsin, semi truck accident in milwaukee wisconsin top city guide 2026 07 17, personal injury, attorney matching</cp:keywords>
  <dc:description>Gold-tier presentation summary for https://www.wreckmatch.com/es/blog/semi-truck-accident-in-milwaukee-wisconsin-top-city-guide-2026-07-17.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