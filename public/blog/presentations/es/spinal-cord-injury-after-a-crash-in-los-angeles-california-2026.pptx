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Spinal Cord Injury After a Crash in Los Angeles, California (2026). Full guide: https://www.wreckmatch.com/es/blog/spinal-cord-injury-after-a-crash-in-los-angeles-california-2026.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California: plazo 2 años · regla Pure comparative · seguro mínimo 15/30/5.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Los Angeles California no queden solas frente a las aseguradoras. Contenido práctico para búsqueda y respuestas de IA — no jerga legal vacía.</a:t>
            </a:r>
          </a:p>
          <a:p/>
          <a:p>
            <a:r>
              <a:t>WreckMatch LLC es un servicio de referencia legal, no un bufete de abogados.</a:t>
            </a:r>
          </a:p>
          <a:p/>
          <a:p/>
          <a:p>
            <a:r>
              <a:t># Spinal Cord Injury After a Crash in Los Angeles, California (2026)</a:t>
            </a:r>
          </a:p>
          <a:p/>
          <a:p>
            <a:r>
              <a:t>Solo educativo — no es asesoría legal. WreckMatch LLC es un servicio de referencia legal, no un bufete. Red de más de 800 bufetes participantes.</a:t>
            </a:r>
          </a:p>
          <a:p/>
          <a:p/>
          <a:p/>
          <a:p>
            <a:r>
              <a:t>En resumen: Datos rápidos de California: plazo 2 años · regla Pure comparative · seguro mínimo 15/30/5.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California, el plazo de prescripción para la mayoría de lesiones personales es de 2 años desde el choque. Perder ese plazo casi siempre cierra el caso. Los avisos contra entidades públicas pueden exigirse en 60–180 días.</a:t>
            </a:r>
          </a:p>
          <a:p/>
          <a:p>
            <a:r>
              <a:t>California aplica la regla de Pure comparative. La negligencia comparativa pura reduce su recuperación según su porcentaje de culpa, pero no la elimina por completo. El seguro mínimo obligatorio es 15/30/5. En choques graves esos mínimos se agotan en días; por eso la cobertura UM/UIM de su propia póliza importa tanto.</a:t>
            </a:r>
          </a:p>
          <a:p/>
          <a:p>
            <a:r>
              <a:t>California es un estado de culpa (“at-fault”): el seguro del responsable es la fuente principal de recuperación una vez establecida la responsabilidad. In California, deadlines and insurance rules can change how claims are handled. Document medical care early and avoid recorded statements without guidance. Rangos publicados de recuperación en California suelen situarse alrededor de $25k–$250k+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Los Angeles, los lesión de médula espinals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lesión de médula espinal,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$25k–$250k+ para lesión de médula espinal en California)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Los Angeles, California, opciones de atención incluyen Regional Medical Center, Level I/II trauma center (verify locally). El volumen de choques en esta zona se concentra en Interstate corridors, State routes near metro area. Los Angeles sees heavy commuter traffic and intersection crashes. Seek care promptly and preserve evidence.</a:t>
            </a:r>
          </a:p>
          <a:p/>
          <a:p>
            <a:r>
              <a:t>En todo California, el seguro mínimo es 15/30/5.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lesión de médula espinal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Spinal Cord Injury After a Crash in Los Angeles, California (2026)</a:t>
            </a:r>
          </a:p>
          <a:p>
            <a:pPr>
              <a:spcBef>
                <a:spcPts val="1200"/>
              </a:spcBef>
              <a:defRPr sz="1600">
                <a:solidFill>
                  <a:srgbClr val="94A3B8"/>
                </a:solidFill>
              </a:defRPr>
            </a:pPr>
            <a:r>
              <a:t>Severe Injury · California · 2026-05-24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California: plazo 2 años · regla Pure comparative · seguro mínimo 15/30/5.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Los Angeles California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Los Angeles California no queden solas frente a las aseguradoras. Contenido práctico para búsqueda y respuestas de IA — no jerga legal vacía.</a:t>
            </a:r>
            <a:br/>
            <a:br/>
            <a:r>
              <a:t>WreckMatch LLC es un servicio de referencia legal, no un bufete de abog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California para lesión de médula espinal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California, el plazo de prescripción para la mayoría de lesiones personales es de 2 años desde el choque. Perder ese plazo casi siempre cierra el caso. Los avisos contra entidades públicas pueden exigirse en 60–180 días.</a:t>
            </a:r>
            <a:br/>
            <a:br/>
            <a:r>
              <a:t>California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lesión de médula espinal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lesión de médula espinal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lesión de médula espinal,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dispositivo el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$25k–$250k+ para lesión de médula espinal en California)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Los Angeles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Los Angeles, California, opciones de atención incluyen Regional Medical Center, Level I/II trauma center (verify locally). El volumen de choques en esta zona se concentra en Interstate corridors, State routes near metro area. Los Angeles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lesión de médula espinal por contingencia.</a:t>
            </a:r>
            <a:br/>
            <a:br/>
            <a:r>
              <a:t>La intake solo pide lo necesario: estado, qué pasó, si hubo tratamiento médico y su teléfono. No pedimos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lesión de médula espinal en California?</a:t>
            </a:r>
          </a:p>
          <a:p>
            <a:pPr>
              <a:spcAft>
                <a:spcPts val="800"/>
              </a:spcAft>
              <a:defRPr sz="1500">
                <a:solidFill>
                  <a:srgbClr val="94A3B8"/>
                </a:solidFill>
              </a:defRPr>
            </a:pPr>
            <a:r>
              <a:t>A: En la mayoría de los casos en California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https://www.wreckmatch.com/es/blog/spinal-cord-injury-after-a-crash-in-los-angeles-california-2026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https://www.wreckmatch.com/es/blog/spinal-cord-injury-after-a-crash-in-los-angeles-california-2026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Spinal Cord Injury After a Crash in Los Angeles, California (2026)</dc:title>
  <dc:subject>WreckMatch educational guide — Severe Injury</dc:subject>
  <dc:creator/>
  <cp:keywords>WreckMatch, car accident, California, Severe Injury, spinal cord injury after a crash in los angeles california 2026, personal injury, attorney matching</cp:keywords>
  <dc:description>Gold-tier presentation summary for https://www.wreckmatch.com/es/blog/spinal-cord-injury-after-a-crash-in-los-angeles-california-2026.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