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Austin, Texas (2026). Full guide: https://www.wreckmatch.com/es/blog/spinal-cord-injury-after-a-crash-in-austin-texas-2026.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Spinal Cord Injury After a Crash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lesión de médula espinals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Austin,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Austin, Texas (2026)</dc:title>
  <dc:subject>WreckMatch educational guide — Severe Injury</dc:subject>
  <dc:creator/>
  <cp:keywords>WreckMatch, car accident, Texas, Severe Injury, spinal cord injury after a crash in austin texas 2026, personal injury, attorney matching</cp:keywords>
  <dc:description>Gold-tier presentation summary for https://www.wreckmatch.com/es/blog/spinal-cord-injury-after-a-crash-in-austin-texas-2026.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