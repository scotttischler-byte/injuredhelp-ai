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Denver, Colorado — Guía en español — Top City Guide (2026-06-21). Full guide: https://www.wreckmatch.com/es/blog/what-to-do-after-a-car-accident-in-denver-colorado-top-city-guide-2026-06-21.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Denver Colorado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Denver, Colorado — Guía en español — Top City Guide (2026-06-21)</a:t>
            </a:r>
          </a:p>
          <a:p/>
          <a:p>
            <a:r>
              <a:t>Solo educativo — no es asesoría legal. WreckMatch LLC es un servicio de referencia legal, no un bufete. Red de más de 800 bufetes participantes.</a:t>
            </a:r>
          </a:p>
          <a:p/>
          <a:p/>
          <a:p/>
          <a:p>
            <a:r>
              <a:t>En resumen: Datos rápidos de Colorado: plazo 2 años · regla Modified 50%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Colorado, el plazo de prescripción para la mayoría de lesiones personales es de 2 años desde el choque. Perder ese plazo casi siempre cierra el caso. Los avisos contra entidades públicas pueden exigirse en 60–180 días.</a:t>
            </a:r>
          </a:p>
          <a:p/>
          <a:p>
            <a:r>
              <a:t>Colorado aplica la regla de Modified 50%. La negligencia comparativa modificada (umbral 50%) reduce su recuperación y puede bloquearla si su culpa llega al 50% o más. El seguro mínimo obligatorio es 25/50/15. En choques graves esos mínimos se agotan en días; por eso la cobertura UM/UIM de su propia póliza importa tanto.</a:t>
            </a:r>
          </a:p>
          <a:p/>
          <a:p>
            <a:r>
              <a:t>Colorado es un estado de culpa (“at-fault”): el seguro del responsable es la fuente principal de recuperación una vez establecida la responsabilidad. In Colorado, deadlines and insurance rules can change how claims are handled. Document medical care early and avoid recorded statements without guidance. Rangos publicados de recuperación en Colorado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Denver,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Colorado)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preserve evidence.</a:t>
            </a:r>
          </a:p>
          <a:p/>
          <a:p>
            <a:r>
              <a:t>En todo Colorado,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Denver, Colorado — Guía en español — Top City Guide (2026-06-21)</a:t>
            </a:r>
          </a:p>
          <a:p>
            <a:pPr>
              <a:spcBef>
                <a:spcPts val="1200"/>
              </a:spcBef>
              <a:defRPr sz="1600">
                <a:solidFill>
                  <a:srgbClr val="94A3B8"/>
                </a:solidFill>
              </a:defRPr>
            </a:pPr>
            <a:r>
              <a:t>Severe Injury · Colorado · 2026-06-21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Colorado: plazo 2 años · regla Modified 50%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Denver Colorado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Denver Colorado Top City Guide 2026 06 no queden solas frente a las aseguradoras. Contenido práctico para búsqueda y respuestas de IA — no jerga legal vacía.</a:t>
            </a:r>
            <a:br/>
            <a:br/>
            <a:r>
              <a:t>WreckMatch LLC es un servicio de referencia legal, no 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Colorado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Colorado, el plazo de prescripción para la mayoría de lesiones personales es de 2 años desde el choque. Perder ese plazo casi siempre cierra el caso. Los avisos contra entidades públicas pueden exigirse en 60–180 días.</a:t>
            </a:r>
            <a:br/>
            <a:br/>
            <a:r>
              <a:t>Colorado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Colorado)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Denver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Denver, Colorado, opciones de atención incluyen Regional Medical Center, Level I/II trauma center (verify locally). El volumen de choques en esta zona se concentra en Interstate corridors, State routes near metro area. Denver sees heavy commuter traffic and intersection crashes. Seek care promptly and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Colorado?</a:t>
            </a:r>
          </a:p>
          <a:p>
            <a:pPr>
              <a:spcAft>
                <a:spcPts val="800"/>
              </a:spcAft>
              <a:defRPr sz="1500">
                <a:solidFill>
                  <a:srgbClr val="94A3B8"/>
                </a:solidFill>
              </a:defRPr>
            </a:pPr>
            <a:r>
              <a:t>A: En la mayoría de los casos en Colorado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https://www.wreckmatch.com/es/blog/what-to-do-after-a-car-accident-in-denver-colorado-top-city-guide-2026-06-21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https://www.wreckmatch.com/es/blog/what-to-do-after-a-car-accident-in-denver-colorado-top-city-guide-2026-06-21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Denver, Colorado — Guía en español — Top City Guide (2026-06-21)</dc:title>
  <dc:subject>WreckMatch educational guide — Severe Injury</dc:subject>
  <dc:creator/>
  <cp:keywords>WreckMatch, car accident, Colorado, Severe Injury, what to do after a car accident in denver colorado top city guide 2026 06 21, personal injury, attorney matching</cp:keywords>
  <dc:description>Gold-tier presentation summary for https://www.wreckmatch.com/es/blog/what-to-do-after-a-car-accident-in-denver-colorado-top-city-guide-2026-06-21.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