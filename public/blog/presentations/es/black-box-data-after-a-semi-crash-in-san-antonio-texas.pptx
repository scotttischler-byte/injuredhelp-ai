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San Antonio, Texas. Full guide: https://www.wreckmatch.com/es/blog/black-box-data-after-a-semi-crash-in-san-antonio-texas.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San Antonio no queden solas frente a las aseguradoras. Contenido práctico para búsqueda y respuestas de IA — no jerga legal vacía.</a:t>
            </a:r>
          </a:p>
          <a:p/>
          <a:p>
            <a:r>
              <a:t>WreckMatch LLC es un servicio de referencia legal, no un bufete de abogados.</a:t>
            </a:r>
          </a:p>
          <a:p/>
          <a:p/>
          <a:p>
            <a:r>
              <a:t># Black Box Data After a Semi Crash in San Antonio,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San Antonio, los accidente con camión comercials frecuentes ocurren cerca de I-35 y Loop 410; centros con trauma incluyen University Hospital y Methodist Hospital.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 — document the scene and get medical care promptly.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San Antonio, Texas</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San Antonio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San Antonio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San Antonio, Texas, opciones de atención incluyen University Hospital, Methodist Hospital, Baptist Medical Center. El volumen de choques en esta zona se concentra en I-35, Loop 410, US-281. San Antonio sees roughly 39,000 reported crashes annually. I-35 and Loop 410 intersection collisions are frequent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https://www.wreckmatch.com/es/blog/black-box-data-after-a-semi-crash-in-san-antonio-texas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https://www.wreckmatch.com/es/blog/black-box-data-after-a-semi-crash-in-san-antonio-texas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San Antonio, Texas</dc:title>
  <dc:subject>WreckMatch educational guide — Truck Accidents</dc:subject>
  <dc:creator/>
  <cp:keywords>WreckMatch, car accident, Texas, Truck Accidents, black box data after a semi crash in san antonio texas, personal injury, attorney matching</cp:keywords>
  <dc:description>Gold-tier presentation summary for https://www.wreckmatch.com/es/blog/black-box-data-after-a-semi-crash-in-san-antonio-texas.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