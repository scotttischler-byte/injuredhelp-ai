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City Guides (2026) — Guía en español — Houston, Dallas, Austin &amp; More. Full guide: https://www.wreckmatch.com/es/blog/texas-car-accident-city-guides-2026.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City Guides (2026) — Guía en español — Houston, Dallas, Austin &amp; More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City Guides (2026) — Guía en español — Houston, Dallas, Austin &amp; More</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en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todo Texas, el seguro mínimo es 30/60/25. Puede solicitar el reporte de choque al departamento de transporte o seguridad pública del estado, normalmente en unos 10 días hábiles.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https://www.wreckmatch.com/es/blog/texas-car-accident-city-guides-2026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https://www.wreckmatch.com/es/blog/texas-car-accident-city-guides-2026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City Guides (2026) — Guía en español — Houston, Dallas, Austin &amp; More</dc:title>
  <dc:subject>WreckMatch educational guide — Texas</dc:subject>
  <dc:creator/>
  <cp:keywords>WreckMatch, car accident, Texas, Texas, texas car accident city guides 2026, personal injury, attorney matching</cp:keywords>
  <dc:description>Gold-tier presentation summary for https://www.wreckmatch.com/es/blog/texas-car-accident-city-guides-2026.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