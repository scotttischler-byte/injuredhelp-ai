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Jackson, Mississippi: Legal Steps (2026). Full guide: https://www.wreckmatch.com/es/blog/tractor-trailer-injury-in-jackson-mississippi-legal-steps-2026.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Jackson Mississippi Legal Steps no queden solas frente a las aseguradoras. Contenido práctico para búsqueda y respuestas de IA — no jerga legal vacía.</a:t>
            </a:r>
          </a:p>
          <a:p/>
          <a:p>
            <a:r>
              <a:t>WreckMatch LLC es un servicio de referencia legal, no un bufete de abogados.</a:t>
            </a:r>
          </a:p>
          <a:p/>
          <a:p/>
          <a:p>
            <a:r>
              <a:t># Tractor-Trailer Injury in Jackson, Mississippi: Legal Steps (2026)</a:t>
            </a:r>
          </a:p>
          <a:p/>
          <a:p>
            <a:r>
              <a:t>Solo educativo — no es asesoría legal. WreckMatch LLC es un servicio de referencia legal, no un bufete. Red de más de 800 bufetes participantes.</a:t>
            </a:r>
          </a:p>
          <a:p/>
          <a:p/>
          <a:p/>
          <a:p>
            <a:r>
              <a:t>En resumen: 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Mississippi, el plazo de prescripción para la mayoría de lesiones personales es de 3 años desde el choque. Perder ese plazo casi siempre cierra el caso. Los avisos contra entidades públicas pueden exigirse en 60–180 días.</a:t>
            </a:r>
          </a:p>
          <a:p/>
          <a:p>
            <a:r>
              <a:t>Mississippi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Mississippi es un estado de culpa (“at-fault”): el seguro del responsable es la fuente principal de recuperación una vez establecida la responsabilidad. In Mississippi, deadlines and insurance rules can change how claims are handled. Document medical care early and avoid recorded statements without guidance. Rangos publicados de recuperación en Mississippi suelen situarse alrededor de $16k–$90k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Jackson,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$16k–$90k para accidente con camión comercial en Mississippi)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 and preserve evidence.</a:t>
            </a:r>
          </a:p>
          <a:p/>
          <a:p>
            <a:r>
              <a:t>En todo Mississippi,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Jackson, Mississippi: Legal Steps (2026)</a:t>
            </a:r>
          </a:p>
          <a:p>
            <a:pPr>
              <a:spcBef>
                <a:spcPts val="1200"/>
              </a:spcBef>
              <a:defRPr sz="1600">
                <a:solidFill>
                  <a:srgbClr val="94A3B8"/>
                </a:solidFill>
              </a:defRPr>
            </a:pPr>
            <a:r>
              <a:t>Truck Accidents · Mississippi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Mississippi: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Jackson Mississippi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Jackson Mississippi Legal Steps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Mississippi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Mississippi, el plazo de prescripción para la mayoría de lesiones personales es de 3 años desde el choque. Perder ese plazo casi siempre cierra el caso. Los avisos contra entidades públicas pueden exigirse en 60–180 días.</a:t>
            </a:r>
            <a:br/>
            <a:br/>
            <a:r>
              <a:t>Mississippi aplica la regla de Pure comparative. La negligencia comparativa pura reduce su rec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$16k–$90k para accidente con camión comercial en Mississippi)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Mississippi?</a:t>
            </a:r>
          </a:p>
          <a:p>
            <a:pPr>
              <a:spcAft>
                <a:spcPts val="800"/>
              </a:spcAft>
              <a:defRPr sz="1500">
                <a:solidFill>
                  <a:srgbClr val="94A3B8"/>
                </a:solidFill>
              </a:defRPr>
            </a:pPr>
            <a:r>
              <a:t>A: En la mayoría de los casos en Mississippi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https://www.wreckmatch.com/es/blog/tractor-trailer-injury-in-jackson-mississippi-legal-steps-2026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https://www.wreckmatch.com/es/blog/tractor-trailer-injury-in-jackson-mississippi-legal-steps-2026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Jackson, Mississippi: Legal Steps (2026)</dc:title>
  <dc:subject>WreckMatch educational guide — Truck Accidents</dc:subject>
  <dc:creator/>
  <cp:keywords>WreckMatch, car accident, Mississippi, Truck Accidents, tractor trailer injury in jackson mississippi legal steps 2026, personal injury, attorney matching</cp:keywords>
  <dc:description>Gold-tier presentation summary for https://www.wreckmatch.com/es/blog/tractor-trailer-injury-in-jackson-mississippi-legal-steps-2026.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