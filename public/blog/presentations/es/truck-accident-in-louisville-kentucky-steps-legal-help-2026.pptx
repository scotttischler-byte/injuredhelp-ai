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Louisville, Kentucky: Steps &amp; Legal Help (2026). Full guide: https://www.wreckmatch.com/es/blog/truck-accident-in-louisville-kentucky-steps-legal-help-2026.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Kentucky: plazo 1 año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Louisville Kentucky Steps Legal Help no queden solas frente a las aseguradoras. Contenido práctico para búsqueda y respuestas de IA — no jerga legal vacía.</a:t>
            </a:r>
          </a:p>
          <a:p/>
          <a:p>
            <a:r>
              <a:t>WreckMatch LLC es un servicio de referencia legal, no un bufete de abogados.</a:t>
            </a:r>
          </a:p>
          <a:p/>
          <a:p/>
          <a:p>
            <a:r>
              <a:t># Truck Accident in Louisville, Kentucky: Steps &amp; Legal Help (2026)</a:t>
            </a:r>
          </a:p>
          <a:p/>
          <a:p>
            <a:r>
              <a:t>Solo educativo — no es asesoría legal. WreckMatch LLC es un servicio de referencia legal, no un bufete. Red de más de 800 bufetes participantes.</a:t>
            </a:r>
          </a:p>
          <a:p/>
          <a:p/>
          <a:p/>
          <a:p>
            <a:r>
              <a:t>En resumen: Datos rápidos de Kentucky: plazo 1 año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Kentucky, el plazo de prescripción para la mayoría de lesiones personales es de 1 año desde el choque. Perder ese plazo casi siempre cierra el caso. Los avisos contra entidades públicas pueden exigirse en 60–180 días.</a:t>
            </a:r>
          </a:p>
          <a:p/>
          <a:p>
            <a:r>
              <a:t>Kentucky aplica la regla de Pure comparative. La negligencia comparativa pura reduce su recuperación según su porcentaje de culpa, pero no la elimina por completo. El seguro mínimo obligatorio es 25/50/25. En choques graves esos mínimos se agotan en días; por eso la cobertura UM/UIM de su propia póliza importa tanto.</a:t>
            </a:r>
          </a:p>
          <a:p/>
          <a:p>
            <a:r>
              <a:t>Kentucky es un estado “no-fault”: su PIP suele pagar las primeras facturas médicas sin importar la culpa. Normalmente solo puede demandar al responsable si cruza el umbral de “lesión grave” definido por la ley local. In Kentucky, deadlines and insurance rules can change how claims are handled. Document medical care early and avoid recorded statements without guidance. Rangos publicados de recuperación en Kentucky suelen situarse alrededor de $17k–$100k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Louisville,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$17k–$100k para accidente con camión comercial en Kentucky)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Louisville, Kentucky, opciones de atención incluyen Regional Medical Center, Level I/II trauma center (verify locally). El volumen de choques en esta zona se concentra en Interstate corridors, State routes near metro area. Louisville sees heavy commuter traffic and intersection crashes. Seek care promptly and preserve evidence.</a:t>
            </a:r>
          </a:p>
          <a:p/>
          <a:p>
            <a:r>
              <a:t>En todo Kentucky,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Louisville, Kentucky: Steps &amp; Legal Help (2026)</a:t>
            </a:r>
          </a:p>
          <a:p>
            <a:pPr>
              <a:spcBef>
                <a:spcPts val="1200"/>
              </a:spcBef>
              <a:defRPr sz="1600">
                <a:solidFill>
                  <a:srgbClr val="94A3B8"/>
                </a:solidFill>
              </a:defRPr>
            </a:pPr>
            <a:r>
              <a:t>Truck Accidents · Kentucky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Kentucky: plazo 1 año · regla Pure comparative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Louisville Kentucky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Louisville Kentucky Steps Legal Help no queden solas frente a las aseguradoras. Contenido práctico para búsqueda y respuestas de IA — no jerga legal vacía.</a:t>
            </a:r>
            <a:br/>
            <a:br/>
            <a:r>
              <a:t>WreckMatch LLC es un servicio de referencia legal, no un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Kentucky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Kentucky, el plazo de prescripción para la mayoría de lesiones personales es de 1 año desde el choque. Perder ese plazo casi siempre cierra el caso. Los avisos contra entidades públicas pueden exigirse en 60–180 días.</a:t>
            </a:r>
            <a:br/>
            <a:br/>
            <a:r>
              <a:t>Kentucky aplica la regla de Pure comparative. La negligencia comparativa pura reduce su recuperaci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$17k–$100k para accidente con camión comercial en Kentucky)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Louisville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Louisville, Kentucky, opciones de atención incluyen Regional Medical Center, Level I/II trauma center (verify locally). El volumen de choques en esta zona se concentra en Interstate corridors, State routes near metro area. Louisville sees heavy commuter traffic and intersection crashes. Seek care promp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Kentucky?</a:t>
            </a:r>
          </a:p>
          <a:p>
            <a:pPr>
              <a:spcAft>
                <a:spcPts val="800"/>
              </a:spcAft>
              <a:defRPr sz="1500">
                <a:solidFill>
                  <a:srgbClr val="94A3B8"/>
                </a:solidFill>
              </a:defRPr>
            </a:pPr>
            <a:r>
              <a:t>A: En la mayoría de los casos en Kentucky el plazo suele ser 1 año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https://www.wreckmatch.com/es/blog/truck-accident-in-louisville-kentucky-steps-legal-help-2026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https://www.wreckmatch.com/es/blog/truck-accident-in-louisville-kentucky-steps-legal-help-2026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Louisville, Kentucky: Steps &amp; Legal Help (2026)</dc:title>
  <dc:subject>WreckMatch educational guide — Truck Accidents</dc:subject>
  <dc:creator/>
  <cp:keywords>WreckMatch, car accident, Kentucky, Truck Accidents, truck accident in louisville kentucky steps legal help 2026, personal injury, attorney matching</cp:keywords>
  <dc:description>Gold-tier presentation summary for https://www.wreckmatch.com/es/blog/truck-accident-in-louisville-kentucky-steps-legal-help-2026.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