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Baltimore, Maryland — Guía en español — Top City Guide (2026-06-30). Full guide: https://www.wreckmatch.com/es/blog/semi-truck-accident-in-baltimore-maryland-top-city-guide-2026-06-30.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Baltimore Maryland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Baltimore, Maryland — Guía en español — Top City Guide (2026-06-30)</a:t>
            </a:r>
          </a:p>
          <a:p/>
          <a:p>
            <a:r>
              <a:t>Solo educativo — no es asesoría legal. WreckMatch LLC es un servicio de referencia legal, no un bufete. Red de más de 800 bufetes participantes.</a:t>
            </a:r>
          </a:p>
          <a:p/>
          <a:p/>
          <a:p/>
          <a:p>
            <a:r>
              <a:t>En resumen: 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Maryland, el plazo de prescripción para la mayoría de lesiones personales es de 3 años desde el choque. Perder ese plazo casi siempre cierra el caso. Los avisos contra entidades públicas pueden exigirse en 60–180 días.</a:t>
            </a:r>
          </a:p>
          <a:p/>
          <a:p>
            <a:r>
              <a:t>Maryland aplica la regla de Contributory. Con negligencia contributiva tradicional, aunque tenga solo 1% de culpa puede quedar sin recuperación — una de las reglas más duras. Por eso la evidencia de las primeras 48 horas es crítica. El seguro mínimo obligatorio es 30/60/15. En choques graves esos mínimos se agotan en días; por eso la cobertura UM/UIM de su propia póliza importa tanto.</a:t>
            </a:r>
          </a:p>
          <a:p/>
          <a:p>
            <a:r>
              <a:t>Maryland es un estado de culpa (“at-fault”): el seguro del responsable es la fuente principal de recuperación una vez establecida la responsabilidad. In Maryland, deadlines and insurance rules can change how claims are handled. Document medical care early and avoid recorded statements without guidance. Rangos publicados de recuperación en Maryland suelen situarse alrededor de $24k–$150k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Baltimore,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$24k–$150k para accidente con camión comercial en Maryland)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promptly and preserve evidence.</a:t>
            </a:r>
          </a:p>
          <a:p/>
          <a:p>
            <a:r>
              <a:t>En todo Maryland, el seguro mínimo es 30/60/15.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Baltimore, Maryland — Guía en español — Top City Guide (2026-06-30)</a:t>
            </a:r>
          </a:p>
          <a:p>
            <a:pPr>
              <a:spcBef>
                <a:spcPts val="1200"/>
              </a:spcBef>
              <a:defRPr sz="1600">
                <a:solidFill>
                  <a:srgbClr val="94A3B8"/>
                </a:solidFill>
              </a:defRPr>
            </a:pPr>
            <a:r>
              <a:t>Truck Accidents · Maryland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Maryland: plazo 3 años · regla Contributory · seguro mínimo 30/60/15.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Baltimore Maryland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Baltimore Maryland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Maryland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Maryland, el plazo de prescripción para la mayoría de lesiones personales es de 3 años desde el choque. Perder ese plazo casi siempre cierra el caso. Los avisos contra entidades públicas pueden exigirse en 60–180 días.</a:t>
            </a:r>
            <a:br/>
            <a:br/>
            <a:r>
              <a:t>Maryland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$24k–$150k para accidente con camión comercial en Maryland)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Maryland?</a:t>
            </a:r>
          </a:p>
          <a:p>
            <a:pPr>
              <a:spcAft>
                <a:spcPts val="800"/>
              </a:spcAft>
              <a:defRPr sz="1500">
                <a:solidFill>
                  <a:srgbClr val="94A3B8"/>
                </a:solidFill>
              </a:defRPr>
            </a:pPr>
            <a:r>
              <a:t>A: En la mayoría de los casos en Maryland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https://www.wreckmatch.com/es/blog/semi-truck-accident-in-baltimore-maryland-top-city-guide-2026-06-30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https://www.wreckmatch.com/es/blog/semi-truck-accident-in-baltimore-maryland-top-city-guide-2026-06-30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Baltimore, Maryland — Guía en español — Top City Guide (2026-06-30)</dc:title>
  <dc:subject>WreckMatch educational guide — Truck Accidents</dc:subject>
  <dc:creator/>
  <cp:keywords>WreckMatch, car accident, Maryland, Truck Accidents, semi truck accident in baltimore maryland top city guide 2026 06 30, personal injury, attorney matching</cp:keywords>
  <dc:description>Gold-tier presentation summary for https://www.wreckmatch.com/es/blog/semi-truck-accident-in-baltimore-maryland-top-city-guide-2026-06-30.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