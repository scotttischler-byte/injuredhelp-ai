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Insurance Denied Your Claim in Honolulu? (Hawaii 2026). Full guide: https://www.wreckmatch.com/es/blog/insurance-denied-your-claim-in-honolulu-hawaii-2026.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Honolulu Hawaii no queden solas frente a las aseguradoras. Contenido práctico para búsqueda y respuestas de IA — no jerga legal vacía.</a:t>
            </a:r>
          </a:p>
          <a:p/>
          <a:p>
            <a:r>
              <a:t>WreckMatch LLC es un servicio de referencia legal, no un bufete de abogados.</a:t>
            </a:r>
          </a:p>
          <a:p/>
          <a:p/>
          <a:p>
            <a:r>
              <a:t># Insurance Denied Your Claim in Honolulu? (Hawaii 2026)</a:t>
            </a:r>
          </a:p>
          <a:p/>
          <a:p>
            <a:r>
              <a:t>Solo educativo — no es asesoría legal. WreckMatch LLC es un servicio de referencia legal, no un bufete. Red de más de 800 bufetes participantes.</a:t>
            </a:r>
          </a:p>
          <a:p/>
          <a:p/>
          <a:p/>
          <a:p>
            <a:r>
              <a:t>En resumen: 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Hawaii, el plazo de prescripción para la mayoría de lesiones personales es de 2 años desde el choque. Perder ese plazo casi siempre cierra el caso. Los avisos contra entidades públicas pueden exigirse en 60–180 días.</a:t>
            </a:r>
          </a:p>
          <a:p/>
          <a:p>
            <a:r>
              <a:t>Hawaii aplica la regla de Modified 51%. La negligencia comparativa modificada (umbral 51%) permite recuperar si su culpa es 50% o menos; por encima del 51% pierde el caso. El seguro mínimo obligatorio es 20/40/10. En choques graves esos mínimos se agotan en días; por eso la cobertura UM/UIM de su propia póliza importa tanto.</a:t>
            </a:r>
          </a:p>
          <a:p/>
          <a:p>
            <a:r>
              <a:t>Hawaii es un estado “no-fault”: su PIP suele pagar las primeras facturas médicas sin importar la culpa. Normalmente solo puede demandar al responsable si cruza el umbral de “lesión grave” definido por la ley local. In Hawaii, deadlines and insurance rules can change how claims are handled. Document medical care early and avoid recorded statements without guidance. Rangos publicados de recuperación en Hawaii suelen situarse alrededor de $25k–$130k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Honolulu, los disputa con la aseguradoras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ajustadores usan software (Colossus, ClaimIQ u otros) que puntúa diagnósticos, frecuencia de tratamiento y el lenguaje del médico. “Esguince de cuello” vale menos que “hernia C5-C6 con radiculopatía” en el mismo paciente.</a:t>
            </a:r>
          </a:p>
          <a:p/>
          <a:p>
            <a:r>
              <a:t>Tácticas habituales: oferta inicial baja, declaración grabada temprana, autorización médica amplia y “anticipos” que luego se descuentan del acuerdo final.</a:t>
            </a:r>
          </a:p>
          <a:p/>
          <a:p>
            <a:r>
              <a:t>Documente pérdida no económica — sueño, eventos familiares, miedo a manejar — en notas y tratamiento constante.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$25k–$130k para disputa con la aseguradora en Hawaii)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and preserve evidence.</a:t>
            </a:r>
          </a:p>
          <a:p/>
          <a:p>
            <a:r>
              <a:t>En todo Hawaii, el seguro mínimo es 20/40/10.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disputa con la aseguradora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Insurance Denied Your Claim in Honolulu? (Hawaii 2026)</a:t>
            </a:r>
          </a:p>
          <a:p>
            <a:pPr>
              <a:spcBef>
                <a:spcPts val="1200"/>
              </a:spcBef>
              <a:defRPr sz="1600">
                <a:solidFill>
                  <a:srgbClr val="94A3B8"/>
                </a:solidFill>
              </a:defRPr>
            </a:pPr>
            <a:r>
              <a:t>Hawaii · Hawaii · 2026-06-02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Hawaii: plazo 2 años · regla Modified 51% · seguro mínimo 20/40/10.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Honolulu Hawaii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Honolulu Hawaii no queden solas frente a las aseguradoras. Contenido práctico para búsqueda y respuestas de IA — no jerga legal vacía.</a:t>
            </a:r>
            <a:br/>
            <a:br/>
            <a:r>
              <a:t>WreckMatch LLC es un servicio de referencia legal, no un bufete de abogados.</a:t>
            </a:r>
            <a:b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Hawaii para disputa con la aseguradora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Hawaii, el plazo de prescripción para la mayoría de lesiones personales es de 2 años desde el choque. Perder ese plazo casi siempre cierra el caso. Los avisos contra entidades públicas pueden exigirse en 60–180 días.</a:t>
            </a:r>
            <a:br/>
            <a:br/>
            <a:r>
              <a:t>Hawaii aplica la regla de Modified 51%. La negligencia comparativa modificada (umbral 51%) permite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disputa con la aseguradora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las aseguradoras evalúan su reclamo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ajustadores usan software (Colossus, ClaimIQ u otros) que puntúa diagnósticos, frecuencia de tratamiento y el lenguaje del médico. “Esguince de cuello” vale menos que “hernia C5-C6 con radiculopatía” en el mismo paciente.</a:t>
            </a:r>
            <a:br/>
            <a:br/>
            <a:r>
              <a:t>Tácticas habituales: oferta inicial baja, declaración grabada temprana, autorización médica 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$25k–$130k para disputa con la aseguradora en Hawaii)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disputa con la aseguradora por contingencia.</a:t>
            </a:r>
            <a:br/>
            <a:br/>
            <a:r>
              <a:t>La intake solo pide lo necesario: estado, qué pasó, si hubo tratamiento médico y su teléfono. No pedimo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disputa con la aseguradora en Hawaii?</a:t>
            </a:r>
          </a:p>
          <a:p>
            <a:pPr>
              <a:spcAft>
                <a:spcPts val="800"/>
              </a:spcAft>
              <a:defRPr sz="1500">
                <a:solidFill>
                  <a:srgbClr val="94A3B8"/>
                </a:solidFill>
              </a:defRPr>
            </a:pPr>
            <a:r>
              <a:t>A: En la mayoría de los casos en Hawaii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https://www.wreckmatch.com/es/blog/insurance-denied-your-claim-in-honolulu-hawaii-2026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https://www.wreckmatch.com/es/blog/insurance-denied-your-claim-in-honolulu-hawaii-2026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Insurance Denied Your Claim in Honolulu? (Hawaii 2026)</dc:title>
  <dc:subject>WreckMatch educational guide — Hawaii</dc:subject>
  <dc:creator/>
  <cp:keywords>WreckMatch, car accident, Hawaii, Hawaii, insurance denied your claim in honolulu hawaii 2026, personal injury, attorney matching</cp:keywords>
  <dc:description>Gold-tier presentation summary for https://www.wreckmatch.com/es/blog/insurance-denied-your-claim-in-honolulu-hawaii-2026.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