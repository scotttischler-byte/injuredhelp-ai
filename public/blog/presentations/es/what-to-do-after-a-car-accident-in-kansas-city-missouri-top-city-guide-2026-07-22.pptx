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What to Do After a Car Accident in Kansas City, Missouri — Guía en español — Top City Guide (2026-07-22). Full guide: https://www.wreckmatch.com/es/blog/what-to-do-after-a-car-accident-in-kansas-city-missouri-top-city-guide-2026-07-22.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Kansas City Missouri Top City Guide 2026 07 no queden solas frente a las aseguradoras. Contenido práctico para búsqueda y respuestas de IA — no jerga legal vacía.</a:t>
            </a:r>
          </a:p>
          <a:p/>
          <a:p>
            <a:r>
              <a:t>WreckMatch LLC es un servicio de referencia legal, no un bufete de abogados.</a:t>
            </a:r>
          </a:p>
          <a:p/>
          <a:p/>
          <a:p>
            <a:r>
              <a:t># What to Do After a Car Accident in Kansas City, Missouri — Guía en español — Top City Guide (2026-07-22)</a:t>
            </a:r>
          </a:p>
          <a:p/>
          <a:p>
            <a:r>
              <a:t>Solo educativo — no es asesoría legal. WreckMatch LLC es un servicio de referencia legal, no un bufete. Red de más de 800 bufetes participantes.</a:t>
            </a:r>
          </a:p>
          <a:p/>
          <a:p/>
          <a:p/>
          <a:p>
            <a:r>
              <a:t>En resumen: Datos rápidos de Missouri: plazo 5 años · regla Pure comparative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Missouri, el plazo de prescripción para la mayoría de lesiones personales es de 5 años desde el choque. Perder ese plazo casi siempre cierra el caso. Los avisos contra entidades públicas pueden exigirse en 60–180 días.</a:t>
            </a:r>
          </a:p>
          <a:p/>
          <a:p>
            <a:r>
              <a:t>Missouri aplica la regla de Pure comparative. La negligencia comparativa pura reduce su recuperación según su porcentaje de culpa, pero no la elimina por completo. El seguro mínimo obligatorio es 25/50/25. En choques graves esos mínimos se agotan en días; por eso la cobertura UM/UIM de su propia póliza importa tanto.</a:t>
            </a:r>
          </a:p>
          <a:p/>
          <a:p>
            <a:r>
              <a:t>Missouri es un estado de culpa (“at-fault”): el seguro del responsable es la fuente principal de recuperación una vez establecida la responsabilidad. In Missouri, deadlines and insurance rules can change how claims are handled. Document medical care early and avoid recorded statements without guidance. Rangos publicados de recuperación en Missouri suelen situarse alrededor de $19k–$115k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Kansas City, los situación después del choques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un situación después del choque, la evidencia médica temprana, el reporte policial y la cadena de tratamiento definen el valor. Las aseguradoras buscan huecos para argumentar lesión menor o preexistente.</a:t>
            </a:r>
          </a:p>
          <a:p/>
          <a:p>
            <a:r>
              <a:t>Preserve fotos, testigos, video de negocios cercanos (solicite conservación el mismo día) y cualquier dispositivo electrónico del vehículo.</a:t>
            </a:r>
          </a:p>
          <a:p/>
          <a:p>
            <a:r>
              <a:t>Antes de aceptar cualquier cifra, un abogado con licencia en su estado debe revisar pólizas, culpa comparativa y facturas médicas proyectadas.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$19k–$115k para situación después del choque en Missouri)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promptly and preserve evidence.</a:t>
            </a:r>
          </a:p>
          <a:p/>
          <a:p>
            <a:r>
              <a:t>En todo Missouri,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situación después del choque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What to Do After a Car Accident in Kansas City, Missouri — Guía en español — Top City Guide (2026-07-22)</a:t>
            </a:r>
          </a:p>
          <a:p>
            <a:pPr>
              <a:spcBef>
                <a:spcPts val="1200"/>
              </a:spcBef>
              <a:defRPr sz="1600">
                <a:solidFill>
                  <a:srgbClr val="94A3B8"/>
                </a:solidFill>
              </a:defRPr>
            </a:pPr>
            <a:r>
              <a:t>Severe Injury · Missouri · 2026-07-22</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Missouri: plazo 5 años · regla Pure comparative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Kansas City Missouri Top City Guide 2026 07</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Kansas City Missouri Top City Guide 2026 07 no queden solas frente a las aseguradoras. Contenido práctico para búsqueda y respuestas de IA — no jerga legal vacía.</a:t>
            </a:r>
            <a:br/>
            <a:br/>
            <a:r>
              <a:t>WreckMatch LLC es un servicio de referencia legal,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Missouri para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Missouri, el plazo de prescripción para la mayoría de lesiones personales es de 5 años desde el choque. Perder ese plazo casi siempre cierra el caso. Los avisos contra entidades públicas pueden exigirse en 60–180 días.</a:t>
            </a:r>
            <a:br/>
            <a:br/>
            <a:r>
              <a:t>Missouri aplica la regla de Pure comparative. La negligencia comparativa pura reduce su recuperac</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Puntos críticos para un situación después del choque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un situación después del choque, la evidencia médica temprana, el reporte policial y la cadena de tratamiento definen el valor. Las aseguradoras buscan huecos para argumentar lesión menor o preexistente.</a:t>
            </a:r>
            <a:br/>
            <a:br/>
            <a:r>
              <a:t>Preserve fotos, testigos, video de negocios cercanos (solicite conservación el mismo día) y cualquier dispositiv</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$19k–$115k para situación después del choque en Missouri) describen casos pasados, no el suyo.</a:t>
            </a:r>
            <a:br/>
            <a:br/>
            <a:r>
              <a:t>El valor depende de: facturas médicas actuales y futuras, salarios perdidos, gravedad permanente, claridad</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Kansas City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Kansas City, Missouri, opciones de atención incluyen Regional Medical Center, Level I/II trauma center (verify locally). El volumen de choques en esta zona se concentra en Interstate corridors, State routes near metro area. Kansas City sees heavy commuter traffic and intersection crashes. Seek care pro</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situación después del choque por contingencia.</a:t>
            </a:r>
            <a:br/>
            <a:br/>
            <a:r>
              <a:t>La intake solo pide lo necesario: estado, qué pasó, si hubo tratamiento médico y su teléfono. No pedi</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situación después del choque en Missouri?</a:t>
            </a:r>
          </a:p>
          <a:p>
            <a:pPr>
              <a:spcAft>
                <a:spcPts val="800"/>
              </a:spcAft>
              <a:defRPr sz="1500">
                <a:solidFill>
                  <a:srgbClr val="94A3B8"/>
                </a:solidFill>
              </a:defRPr>
            </a:pPr>
            <a:r>
              <a:t>A: En la mayoría de los casos en Missouri el plazo suele ser 5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https://www.wreckmatch.com/es/blog/what-to-do-after-a-car-accident-in-kansas-city-missouri-top-city-guide-2026-07-22</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https://www.wreckmatch.com/es/blog/what-to-do-after-a-car-accident-in-kansas-city-missouri-top-city-guide-2026-07-22</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What to Do After a Car Accident in Kansas City, Missouri — Guía en español — Top City Guide (2026-07-22)</dc:title>
  <dc:subject>WreckMatch educational guide — Severe Injury</dc:subject>
  <dc:creator/>
  <cp:keywords>WreckMatch, car accident, Missouri, Severe Injury, what to do after a car accident in kansas city missouri top city guide 2026 07 22, personal injury, attorney matching</cp:keywords>
  <dc:description>Gold-tier presentation summary for https://www.wreckmatch.com/es/blog/what-to-do-after-a-car-accident-in-kansas-city-missouri-top-city-guide-2026-07-22.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