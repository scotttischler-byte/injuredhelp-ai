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Black Box Data After a Semi Crash in Knoxville, Tennessee. Full guide: https://www.wreckmatch.com/es/blog/black-box-data-after-a-semi-crash-in-knoxville-tennessee-202605311317.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Knoxville Tennessee no queden solas frente a las aseguradoras. Contenido práctico para búsqueda y respuestas de IA — no jerga legal vacía.</a:t>
            </a:r>
          </a:p>
          <a:p/>
          <a:p>
            <a:r>
              <a:t>WreckMatch LLC es un servicio de referencia legal, no un bufete de abogados.</a:t>
            </a:r>
          </a:p>
          <a:p/>
          <a:p/>
          <a:p>
            <a:r>
              <a:t># Black Box Data After a Semi Crash in Knoxville, Tennessee</a:t>
            </a:r>
          </a:p>
          <a:p/>
          <a:p>
            <a:r>
              <a:t>Solo educativo — no es asesoría legal. WreckMatch LLC es un servicio de referencia legal, no un bufete. Red de más de 800 bufetes participantes.</a:t>
            </a:r>
          </a:p>
          <a:p/>
          <a:p/>
          <a:p/>
          <a:p>
            <a:r>
              <a:t>En resumen: 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Tennessee, el plazo de prescripción para la mayoría de lesiones personales es de 1 año desde el choque. Perder ese plazo casi siempre cierra el caso. Los avisos contra entidades públicas pueden exigirse en 60–180 días.</a:t>
            </a:r>
          </a:p>
          <a:p/>
          <a:p>
            <a:r>
              <a:t>Tennessee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Tennessee es un estado de culpa (“at-fault”): el seguro del responsable es la fuente principal de recuperación una vez establecida la responsabilidad. In Tennessee, deadlines and insurance rules can change how claims are handled. Document medical care early and avoid recorded statements without guidance. Rangos publicados de recuperación en Tennessee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Knoxville,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accidente con camión comercial en Tennessee)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Knoxville, Tennessee, opciones de atención incluyen Regional Medical Center, Level I/II trauma center (verify locally). El volumen de choques en esta zona se concentra en Interstate corridors, State routes near metro area. Knoxville sees heavy commuter traffic and intersection crashes. Seek care promptly and preserve evidence.</a:t>
            </a:r>
          </a:p>
          <a:p/>
          <a:p>
            <a:r>
              <a:t>En todo Tennessee,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Black Box Data After a Semi Crash in Knoxville, Tennessee</a:t>
            </a:r>
          </a:p>
          <a:p>
            <a:pPr>
              <a:spcBef>
                <a:spcPts val="1200"/>
              </a:spcBef>
              <a:defRPr sz="1600">
                <a:solidFill>
                  <a:srgbClr val="94A3B8"/>
                </a:solidFill>
              </a:defRPr>
            </a:pPr>
            <a:r>
              <a:t>Truck Accidents · Tennessee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Tennessee: plazo 1 año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Knoxville Tennessee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Knoxville Tennessee no queden solas frente a las aseguradoras. Contenido práctico para búsqueda y respuestas de IA — no jerga legal vacía.</a:t>
            </a:r>
            <a:br/>
            <a:br/>
            <a:r>
              <a:t>WreckMatch LLC es un servicio de referencia legal, no un bufete de abogado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Tennessee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Tennessee, el plazo de prescripción para la mayoría de lesiones personales es de 1 año desde el choque. Perder ese plazo casi siempre cierra el caso. Los avisos contra entidades públicas pueden exigirse en 60–180 días.</a:t>
            </a:r>
            <a:br/>
            <a:br/>
            <a:r>
              <a:t>Tennessee aplica la regla de Modified 50%. La negligencia comparativa modificada (umbral 50%) red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accidente con camión comercial en Tennessee)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Knoxville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Knoxville, Tennessee, opciones de atención incluyen Regional Medical Center, Level I/II trauma center (verify locally). El volumen de choques en esta zona se concentra en Interstate corridors, State routes near metro area. Knoxville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Tennessee?</a:t>
            </a:r>
          </a:p>
          <a:p>
            <a:pPr>
              <a:spcAft>
                <a:spcPts val="800"/>
              </a:spcAft>
              <a:defRPr sz="1500">
                <a:solidFill>
                  <a:srgbClr val="94A3B8"/>
                </a:solidFill>
              </a:defRPr>
            </a:pPr>
            <a:r>
              <a:t>A: En la mayoría de los casos en Tennessee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https://www.wreckmatch.com/es/blog/black-box-data-after-a-semi-crash-in-knoxville-tennessee-202605311317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https://www.wreckmatch.com/es/blog/black-box-data-after-a-semi-crash-in-knoxville-tennessee-202605311317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Box Data After a Semi Crash in Knoxville, Tennessee</dc:title>
  <dc:subject>WreckMatch educational guide — Truck Accidents</dc:subject>
  <dc:creator/>
  <cp:keywords>WreckMatch, car accident, Tennessee, Truck Accidents, black box data after a semi crash in knoxville tennessee 202605311317, personal injury, attorney matching</cp:keywords>
  <dc:description>Gold-tier presentation summary for https://www.wreckmatch.com/es/blog/black-box-data-after-a-semi-crash-in-knoxville-tennessee-202605311317.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