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Tractor-Trailer Injury in Nashville, Tennessee: Legal Steps (2026). Full guide: https://www.wreckmatch.com/es/blog/tractor-trailer-injury-in-nashville-tennessee-legal-steps-2026.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Nashville Tennessee Legal Steps no queden solas frente a las aseguradoras. Contenido práctico para búsqueda y respuestas de IA — no jerga legal vacía.</a:t>
            </a:r>
          </a:p>
          <a:p/>
          <a:p>
            <a:r>
              <a:t>WreckMatch LLC es un servicio de referencia legal, no un bufete de abogados.</a:t>
            </a:r>
          </a:p>
          <a:p/>
          <a:p/>
          <a:p>
            <a:r>
              <a:t># Tractor-Trailer Injury in Nashville, Tennessee: Legal Steps (2026)</a:t>
            </a:r>
          </a:p>
          <a:p/>
          <a:p>
            <a:r>
              <a:t>Solo educativo — no es asesoría legal. WreckMatch LLC es un servicio de referencia legal, no un bufete. Red de más de 800 bufetes participantes.</a:t>
            </a:r>
          </a:p>
          <a:p/>
          <a:p/>
          <a:p/>
          <a:p>
            <a:r>
              <a:t>En resumen: 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Tennessee, el plazo de prescripción para la mayoría de lesiones personales es de 1 año desde el choque. Perder ese plazo casi siempre cierra el caso. Los avisos contra entidades públicas pueden exigirse en 60–180 días.</a:t>
            </a:r>
          </a:p>
          <a:p/>
          <a:p>
            <a:r>
              <a:t>Tennessee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Tennessee es un estado de culpa (“at-fault”): el seguro del responsable es la fuente principal de recuperación una vez establecida la responsabilidad. In Tennessee, deadlines and insurance rules can change how claims are handled. Document medical care early and avoid recorded statements without guidance. Rangos publicados de recuperación en Tennessee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Nashville,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accidente con camión comercial en Tennessee)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promptly and preserve evidence.</a:t>
            </a:r>
          </a:p>
          <a:p/>
          <a:p>
            <a:r>
              <a:t>En todo Tennessee,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Tractor-Trailer Injury in Nashville, Tennessee: Legal Steps (2026)</a:t>
            </a:r>
          </a:p>
          <a:p>
            <a:pPr>
              <a:spcBef>
                <a:spcPts val="1200"/>
              </a:spcBef>
              <a:defRPr sz="1600">
                <a:solidFill>
                  <a:srgbClr val="94A3B8"/>
                </a:solidFill>
              </a:defRPr>
            </a:pPr>
            <a:r>
              <a:t>Truck Accidents · Tennessee · 2026-06-09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Tennessee: plazo 1 año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Nashville Tennessee Legal Steps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Nashville Tennessee Legal Steps no queden solas frente a las aseguradoras. Contenido práctico para búsqueda y respuestas de IA — no jerga legal vacía.</a:t>
            </a:r>
            <a:br/>
            <a:br/>
            <a:r>
              <a:t>WreckMatch LLC es un servicio de referencia legal, no un bufet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Tennessee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Tennessee, el plazo de prescripción para la mayoría de lesiones personales es de 1 año desde el choque. Perder ese plazo casi siempre cierra el caso. Los avisos contra entidades públicas pueden exigirse en 60–180 días.</a:t>
            </a:r>
            <a:br/>
            <a:br/>
            <a:r>
              <a:t>Tennessee aplica la regla de Modified 50%. La negligencia comparativa modificada (umbral 50%) red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accidente con camión comercial en Tennessee)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Nashville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Tennessee?</a:t>
            </a:r>
          </a:p>
          <a:p>
            <a:pPr>
              <a:spcAft>
                <a:spcPts val="800"/>
              </a:spcAft>
              <a:defRPr sz="1500">
                <a:solidFill>
                  <a:srgbClr val="94A3B8"/>
                </a:solidFill>
              </a:defRPr>
            </a:pPr>
            <a:r>
              <a:t>A: En la mayoría de los casos en Tennessee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https://www.wreckmatch.com/es/blog/tractor-trailer-injury-in-nashville-tennessee-legal-steps-2026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https://www.wreckmatch.com/es/blog/tractor-trailer-injury-in-nashville-tennessee-legal-steps-2026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Tractor-Trailer Injury in Nashville, Tennessee: Legal Steps (2026)</dc:title>
  <dc:subject>WreckMatch educational guide — Truck Accidents</dc:subject>
  <dc:creator/>
  <cp:keywords>WreckMatch, car accident, Tennessee, Truck Accidents, tractor trailer injury in nashville tennessee legal steps 2026, personal injury, attorney matching</cp:keywords>
  <dc:description>Gold-tier presentation summary for https://www.wreckmatch.com/es/blog/tractor-trailer-injury-in-nashville-tennessee-legal-steps-2026.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