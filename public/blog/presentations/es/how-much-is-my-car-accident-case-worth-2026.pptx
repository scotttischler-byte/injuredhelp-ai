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Much Is My Car Accident Case Worth in 2026?. Full guide: https://www.wreckmatch.com/es/blog/how-much-is-my-car-accident-case-worth-2026.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How Much Is My Car Accident Case Worth in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automovilístico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automovilístico,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Much Is My Car Accident Case Worth in 2026?</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How 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automovilístico en EE. UU.)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https://www.wreckmatch.com/es/blog/how-much-is-my-car-accident-case-worth-2026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https://www.wreckmatch.com/es/blog/how-much-is-my-car-accident-case-worth-2026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Much Is My Car Accident Case Worth in 2026?</dc:title>
  <dc:subject>WreckMatch educational guide — Car Accidents</dc:subject>
  <dc:creator/>
  <cp:keywords>WreckMatch, car accident, Car Accidents, how much is my car accident case worth 2026, personal injury, attorney matching</cp:keywords>
  <dc:description>Gold-tier presentation summary for https://www.wreckmatch.com/es/blog/how-much-is-my-car-accident-case-worth-2026.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