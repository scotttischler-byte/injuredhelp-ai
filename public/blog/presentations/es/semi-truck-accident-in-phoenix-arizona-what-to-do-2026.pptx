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Phoenix, Arizona: What to Do (2026). Full guide: https://www.wreckmatch.com/es/blog/semi-truck-accident-in-phoenix-arizona-what-to-do-2026.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Phoenix Arizona What To Do no queden solas frente a las aseguradoras. Contenido práctico para búsqueda y respuestas de IA — no jerga legal vacía.</a:t>
            </a:r>
          </a:p>
          <a:p/>
          <a:p>
            <a:r>
              <a:t>WreckMatch LLC es un servicio de referencia legal, no un bufete de abogados.</a:t>
            </a:r>
          </a:p>
          <a:p/>
          <a:p/>
          <a:p>
            <a:r>
              <a:t># Semi Truck Accident in Phoenix, Arizona: What to Do (2026)</a:t>
            </a:r>
          </a:p>
          <a:p/>
          <a:p>
            <a:r>
              <a:t>Solo educativo — no es asesoría legal. WreckMatch LLC es un servicio de referencia legal, no un bufete. Red de más de 800 bufetes participantes.</a:t>
            </a:r>
          </a:p>
          <a:p/>
          <a:p/>
          <a:p/>
          <a:p>
            <a:r>
              <a:t>En resumen: 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Arizona, el plazo de prescripción para la mayoría de lesiones personales es de 2 años desde el choque. Perder ese plazo casi siempre cierra el caso. Los avisos contra entidades públicas pueden exigirse en 60–180 días.</a:t>
            </a:r>
          </a:p>
          <a:p/>
          <a:p>
            <a:r>
              <a:t>Arizona aplica la regla de Pure comparative. La negligencia comparativa pura reduce su recuperación según su porcentaje de culpa, pero no la elimina por completo. El seguro mínimo obligatorio es 25/50/15. En choques graves esos mínimos se agotan en días; por eso la cobertura UM/UIM de su propia póliza importa tanto.</a:t>
            </a:r>
          </a:p>
          <a:p/>
          <a:p>
            <a:r>
              <a:t>Arizona es un estado de culpa (“at-fault”): el seguro del responsable es la fuente principal de recuperación una vez establecida la responsabilidad. In Arizona, deadlines and insurance rules can change how claims are handled. Document medical care early and avoid recorded statements without guidance. Rangos publicados de recuperación en Arizona suelen situarse alrededor de $20k–$110k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Phoenix,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$20k–$110k para accidente con camión comercial en Arizona)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 preserve evidence.</a:t>
            </a:r>
          </a:p>
          <a:p/>
          <a:p>
            <a:r>
              <a:t>En todo Arizona,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Phoenix, Arizona: What to Do (2026)</a:t>
            </a:r>
          </a:p>
          <a:p>
            <a:pPr>
              <a:spcBef>
                <a:spcPts val="1200"/>
              </a:spcBef>
              <a:defRPr sz="1600">
                <a:solidFill>
                  <a:srgbClr val="94A3B8"/>
                </a:solidFill>
              </a:defRPr>
            </a:pPr>
            <a:r>
              <a:t>Truck Accidents · Arizona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Arizona: plazo 2 años · regla Pure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Phoenix Arizona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Phoenix Arizona What To Do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Arizona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Arizona, el plazo de prescripción para la mayoría de lesiones personales es de 2 años desde el choque. Perder ese plazo casi siempre cierra el caso. Los avisos contra entidades públicas pueden exigirse en 60–180 días.</a:t>
            </a:r>
            <a:br/>
            <a:br/>
            <a:r>
              <a:t>Arizona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$20k–$110k para accidente con camión comercial en Arizona)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Arizona?</a:t>
            </a:r>
          </a:p>
          <a:p>
            <a:pPr>
              <a:spcAft>
                <a:spcPts val="800"/>
              </a:spcAft>
              <a:defRPr sz="1500">
                <a:solidFill>
                  <a:srgbClr val="94A3B8"/>
                </a:solidFill>
              </a:defRPr>
            </a:pPr>
            <a:r>
              <a:t>A: En la mayoría de los casos en Arizona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https://www.wreckmatch.com/es/blog/semi-truck-accident-in-phoenix-arizona-what-to-do-2026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https://www.wreckmatch.com/es/blog/semi-truck-accident-in-phoenix-arizona-what-to-do-2026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Phoenix, Arizona: What to Do (2026)</dc:title>
  <dc:subject>WreckMatch educational guide — Truck Accidents</dc:subject>
  <dc:creator/>
  <cp:keywords>WreckMatch, car accident, Arizona, Truck Accidents, semi truck accident in phoenix arizona what to do 2026, personal injury, attorney matching</cp:keywords>
  <dc:description>Gold-tier presentation summary for https://www.wreckmatch.com/es/blog/semi-truck-accident-in-phoenix-arizona-what-to-do-2026.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