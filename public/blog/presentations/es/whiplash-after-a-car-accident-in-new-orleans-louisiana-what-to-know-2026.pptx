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Whiplash After a Car Accident in New Orleans, Louisiana — Guía en español — What to Know (2026). Full guide: https://www.wreckmatch.com/es/blog/whiplash-after-a-car-accident-in-new-orleans-louisiana-what-to-know-2026.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Louisiana: plazo 1 año · regla Pure comparative · seguro mínimo 15/30/25.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 Orleans Louisiana What To Know no queden solas frente a las aseguradoras. Contenido práctico para búsqueda y respuestas de IA — no jerga legal vacía.</a:t>
            </a:r>
          </a:p>
          <a:p/>
          <a:p>
            <a:r>
              <a:t>WreckMatch LLC es un servicio de referencia legal, no un bufete de abogados.</a:t>
            </a:r>
          </a:p>
          <a:p/>
          <a:p/>
          <a:p>
            <a:r>
              <a:t># Whiplash After a Car Accident in New Orleans, Louisiana — Guía en español — What to Know (2026)</a:t>
            </a:r>
          </a:p>
          <a:p/>
          <a:p>
            <a:r>
              <a:t>Solo educativo — no es asesoría legal. WreckMatch LLC es un servicio de referencia legal, no un bufete. Red de más de 800 bufetes participantes.</a:t>
            </a:r>
          </a:p>
          <a:p/>
          <a:p/>
          <a:p/>
          <a:p>
            <a:r>
              <a:t>En resumen: Datos rápidos de Louisiana: plazo 1 año · regla Pure comparative · seguro mínimo 15/30/25.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Louisiana, el plazo de prescripción para la mayoría de lesiones personales es de 1 año desde el choque. Perder ese plazo casi siempre cierra el caso. Los avisos contra entidades públicas pueden exigirse en 60–180 días.</a:t>
            </a:r>
          </a:p>
          <a:p/>
          <a:p>
            <a:r>
              <a:t>Louisiana aplica la regla de Pure comparative. La negligencia comparativa pura reduce su recuperación según su porcentaje de culpa, pero no la elimina por completo. El seguro mínimo obligatorio es 15/30/25. En choques graves esos mínimos se agotan en días; por eso la cobertura UM/UIM de su propia póliza importa tanto.</a:t>
            </a:r>
          </a:p>
          <a:p/>
          <a:p>
            <a:r>
              <a:t>Louisiana es un estado de culpa (“at-fault”): el seguro del responsable es la fuente principal de recuperación una vez establecida la responsabilidad. In Louisiana, deadlines and insurance rules can change how claims are handled. Document medical care early and avoid recorded statements without guidance. Rangos publicados de recuperación en Louisiana suelen situarse alrededor de $20k–$120k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 Orleans, los latigazo cervical y lesión de tejidos blandoss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latigazo cervical y lesión de tejidos blandos,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$20k–$120k para latigazo cervical y lesión de tejidos blandos en Louisiana)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 Orleans, Louisiana, opciones de atención incluyen Regional Medical Center, Level I/II trauma center (verify locally). El volumen de choques en esta zona se concentra en Interstate corridors, State routes near metro area. New Orleans sees heavy commuter traffic and intersection crashes. Seek care promptly and preserve evidence.</a:t>
            </a:r>
          </a:p>
          <a:p/>
          <a:p>
            <a:r>
              <a:t>En todo Louisiana, el seguro mínimo es 15/30/25.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latigazo cervical y lesión de tejidos blandos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Whiplash After a Car Accident in New Orleans, Louisiana — Guía en español — What to Know (2026)</a:t>
            </a:r>
          </a:p>
          <a:p>
            <a:pPr>
              <a:spcBef>
                <a:spcPts val="1200"/>
              </a:spcBef>
              <a:defRPr sz="1600">
                <a:solidFill>
                  <a:srgbClr val="94A3B8"/>
                </a:solidFill>
              </a:defRPr>
            </a:pPr>
            <a:r>
              <a:t>Louisiana · Louisiana · 2026-06-07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Louisiana: plazo 1 año · regla Pure comparative · seguro mínimo 15/30/25.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 Orleans Louisiana What To Know</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 Orleans Louisiana What To Know no queden solas frente a las aseguradoras. Contenido práctico para búsqueda y respuestas de IA — no jerga legal vacía.</a:t>
            </a:r>
            <a:br/>
            <a:br/>
            <a:r>
              <a:t>WreckMatch LLC es un servicio de referencia legal, no un bu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Louisiana para latigazo cervical y lesión de tejidos blandos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Louisiana, el plazo de prescripción para la mayoría de lesiones personales es de 1 año desde el choque. Perder ese plazo casi siempre cierra el caso. Los avisos contra entidades públicas pueden exigirse en 60–180 días.</a:t>
            </a:r>
            <a:br/>
            <a:br/>
            <a:r>
              <a:t>Louisiana aplica la regla de Pure comparative. La negligencia comparativa pura reduce su recupera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latigazo cervical y lesión de tejidos blandos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latigazo cervical y lesión de tejidos blandos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latigazo cervical y lesión de tejidos blandos,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$20k–$120k para latigazo cervical y lesión de tejidos blandos en Louisiana) describen casos pasados, no el suyo.</a:t>
            </a:r>
            <a:br/>
            <a:br/>
            <a:r>
              <a:t>El valor depende de: facturas médicas actuales y futuras, salarios perdidos, gravedad pe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 Orleans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 Orleans, Louisiana, opciones de atención incluyen Regional Medical Center, Level I/II trauma center (verify locally). El volumen de choques en esta zona se concentra en Interstate corridors, State routes near metro area. New Orleans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latigazo cervical y lesión de tejidos blandos por contingencia.</a:t>
            </a:r>
            <a:br/>
            <a:br/>
            <a:r>
              <a:t>La intake solo pide lo necesario: estado, qué pasó, si hubo tratamiento médico y su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latigazo cervical y lesión de tejidos blandos en Louisiana?</a:t>
            </a:r>
          </a:p>
          <a:p>
            <a:pPr>
              <a:spcAft>
                <a:spcPts val="800"/>
              </a:spcAft>
              <a:defRPr sz="1500">
                <a:solidFill>
                  <a:srgbClr val="94A3B8"/>
                </a:solidFill>
              </a:defRPr>
            </a:pPr>
            <a:r>
              <a:t>A: En la mayoría de los casos en Louisiana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https://www.wreckmatch.com/es/blog/whiplash-after-a-car-accident-in-new-orleans-louisiana-what-to-know-2026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https://www.wreckmatch.com/es/blog/whiplash-after-a-car-accident-in-new-orleans-louisiana-what-to-know-2026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Whiplash After a Car Accident in New Orleans, Louisiana — Guía en español — What to Know (2026)</dc:title>
  <dc:subject>WreckMatch educational guide — Louisiana</dc:subject>
  <dc:creator/>
  <cp:keywords>WreckMatch, car accident, Louisiana, Louisiana, whiplash after a car accident in new orleans louisiana what to know 2026, personal injury, attorney matching</cp:keywords>
  <dc:description>Gold-tier presentation summary for https://www.wreckmatch.com/es/blog/whiplash-after-a-car-accident-in-new-orleans-louisiana-what-to-know-2026.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