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Washington, District of Columbia: Steps &amp; Legal Help (2026). Full guide: https://www.wreckmatch.com/es/blog/truck-accident-in-washington-district-of-columbia-steps-legal-help-2026.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Washington District Of Columbia Steps Legal Help no queden solas frente a las aseguradoras. Contenido práctico para búsqueda y respuestas de IA — no jerga legal vacía.</a:t>
            </a:r>
          </a:p>
          <a:p/>
          <a:p>
            <a:r>
              <a:t>WreckMatch LLC es un servicio de referencia legal, no un bufete de abogados.</a:t>
            </a:r>
          </a:p>
          <a:p/>
          <a:p/>
          <a:p>
            <a:r>
              <a:t># Truck Accident in Washington, District of Columbia: Steps &amp; Legal Help (2026)</a:t>
            </a:r>
          </a:p>
          <a:p/>
          <a:p>
            <a:r>
              <a:t>Solo educativo — no es asesoría legal. WreckMatch LLC es un servicio de referencia legal, no un bufete. Red de más de 800 bufetes participantes.</a:t>
            </a:r>
          </a:p>
          <a:p/>
          <a:p/>
          <a:p/>
          <a:p>
            <a:r>
              <a:t>En resumen: 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District of Columbia, el plazo de prescripción para la mayoría de lesiones personales es de 3 años desde el choque. Perder ese plazo casi siempre cierra el caso. Los avisos contra entidades públicas pueden exigirse en 60–180 días.</a:t>
            </a:r>
          </a:p>
          <a:p/>
          <a:p>
            <a:r>
              <a:t>District of Columbia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District of Columbia es un estado de culpa (“at-fault”): el seguro del responsable es la fuente principal de recuperación una vez establecida la responsabilidad. In District of Columbia, deadlines and insurance rules can change how claims are handled. Document medical care early and avoid recorded statements without guidance. Rangos publicados de recuperación en District of Columbia suelen situarse alrededor de $30k–$200k+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Washington,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$30k–$200k+ para accidente con camión comercial en District of Columbia)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Seek care promptly and preserve evidence.</a:t>
            </a:r>
          </a:p>
          <a:p/>
          <a:p>
            <a:r>
              <a:t>En todo District of Columbia,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Washington, District of Columbia: Steps &amp; Legal Help (2026)</a:t>
            </a:r>
          </a:p>
          <a:p>
            <a:pPr>
              <a:spcBef>
                <a:spcPts val="1200"/>
              </a:spcBef>
              <a:defRPr sz="1600">
                <a:solidFill>
                  <a:srgbClr val="94A3B8"/>
                </a:solidFill>
              </a:defRPr>
            </a:pPr>
            <a:r>
              <a:t>Truck Accidents · District of Columbia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District of Columbia: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Washington District Of Columbia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Washington District Of Columbia Steps Legal Help no queden solas frente a las aseguradoras. Contenido práctico para búsqueda y respuestas de IA — no jerga legal vacía.</a:t>
            </a:r>
            <a:br/>
            <a:br/>
            <a:r>
              <a:t>WreckMatch LLC es un servicio de referencia 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District of Columbia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District of Columbia, el plazo de prescripción para la mayoría de lesiones personales es de 3 años desde el choque. Perder ese plazo casi siempre cierra el caso. Los avisos contra entidades públicas pueden exigirse en 60–180 días.</a:t>
            </a:r>
            <a:br/>
            <a:br/>
            <a:r>
              <a:t>District of Columbia aplica la regla de Pure comparative. La negligencia comparativa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$30k–$200k+ para accidente con camión comercial en District of Columbia) describen casos pasados, no el suyo.</a:t>
            </a:r>
            <a:br/>
            <a:br/>
            <a:r>
              <a:t>El valor depende de: facturas médicas actuales y futuras, salarios perdidos, gravedad perma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District of Columbia?</a:t>
            </a:r>
          </a:p>
          <a:p>
            <a:pPr>
              <a:spcAft>
                <a:spcPts val="800"/>
              </a:spcAft>
              <a:defRPr sz="1500">
                <a:solidFill>
                  <a:srgbClr val="94A3B8"/>
                </a:solidFill>
              </a:defRPr>
            </a:pPr>
            <a:r>
              <a:t>A: En la mayoría de los casos en District of Columbia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https://www.wreckmatch.com/es/blog/truck-accident-in-washington-district-of-columbia-steps-legal-help-2026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https://www.wreckmatch.com/es/blog/truck-accident-in-washington-district-of-columbia-steps-legal-help-2026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Washington, District of Columbia: Steps &amp; Legal Help (2026)</dc:title>
  <dc:subject>WreckMatch educational guide — Truck Accidents</dc:subject>
  <dc:creator/>
  <cp:keywords>WreckMatch, car accident, District of Columbia, Truck Accidents, truck accident in washington district of columbia steps legal help 2026, personal injury, attorney matching</cp:keywords>
  <dc:description>Gold-tier presentation summary for https://www.wreckmatch.com/es/blog/truck-accident-in-washington-district-of-columbia-steps-legal-help-2026.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