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Whiplash After a Car Accident in Burlington, Vermont — Guía en español — What to Know (2026). Full guide: https://www.wreckmatch.com/es/blog/whiplash-after-a-car-accident-in-burlington-vermont-what-to-know-2026.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Vermont: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Burlington Vermont What To Know no queden solas frente a las aseguradoras. Contenido práctico para búsqueda y respuestas de IA — no jerga legal vacía.</a:t>
            </a:r>
          </a:p>
          <a:p/>
          <a:p>
            <a:r>
              <a:t>WreckMatch LLC es un servicio de referencia legal, no un bufete de abogados.</a:t>
            </a:r>
          </a:p>
          <a:p/>
          <a:p/>
          <a:p>
            <a:r>
              <a:t># Whiplash After a Car Accident in Burlington, Vermont — Guía en español — What to Know (2026)</a:t>
            </a:r>
          </a:p>
          <a:p/>
          <a:p>
            <a:r>
              <a:t>Solo educativo — no es asesoría legal. WreckMatch LLC es un servicio de referencia legal, no un bufete. Red de más de 800 bufetes participantes.</a:t>
            </a:r>
          </a:p>
          <a:p/>
          <a:p/>
          <a:p/>
          <a:p>
            <a:r>
              <a:t>En resumen: Datos rápidos de Vermont: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Vermont, el plazo de prescripción para la mayoría de lesiones personales es de 3 años desde el choque. Perder ese plazo casi siempre cierra el caso. Los avisos contra entidades públicas pueden exigirse en 60–180 días.</a:t>
            </a:r>
          </a:p>
          <a:p/>
          <a:p>
            <a:r>
              <a:t>Vermont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Vermont es un estado de culpa (“at-fault”): el seguro del responsable es la fuente principal de recuperación una vez establecida la responsabilidad. In Vermont, deadlines and insurance rules can change how claims are handled. Document medical care early and avoid recorded statements without guidance. Rangos publicados de recuperación en Vermont suelen situarse alrededor de $20k–$105k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Burlington, los latigazo cervical y lesión de tejidos blandoss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latigazo cervical y lesión de tejidos blandos,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$20k–$105k para latigazo cervical y lesión de tejidos blandos en Vermont)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Burlington, Vermont, opciones de atención incluyen Regional Medical Center, Level I/II trauma center (verify locally). El volumen de choques en esta zona se concentra en Interstate corridors, State routes near metro area. Burlington sees heavy commuter traffic and intersection crashes. Seek care promptly and preserve evidence.</a:t>
            </a:r>
          </a:p>
          <a:p/>
          <a:p>
            <a:r>
              <a:t>En todo Vermont,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latigazo cervical y lesión de tejidos blandos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Whiplash After a Car Accident in Burlington, Vermont — Guía en español — What to Know (2026)</a:t>
            </a:r>
          </a:p>
          <a:p>
            <a:pPr>
              <a:spcBef>
                <a:spcPts val="1200"/>
              </a:spcBef>
              <a:defRPr sz="1600">
                <a:solidFill>
                  <a:srgbClr val="94A3B8"/>
                </a:solidFill>
              </a:defRPr>
            </a:pPr>
            <a:r>
              <a:t>Vermont · Vermont · 2026-06-08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Vermont: plazo 3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Burlington Vermont What To Know</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Burlington Vermont What To Know no queden solas frente a las aseguradoras. Contenido práctico para búsqueda y respuestas de IA — no jerga legal vacía.</a:t>
            </a:r>
            <a:br/>
            <a:br/>
            <a:r>
              <a:t>WreckMatch LLC es un servicio de referencia legal, no un bufet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Vermont para latigazo cervical y lesión de tejidos blandos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Vermont, el plazo de prescripción para la mayoría de lesiones personales es de 3 años desde el choque. Perder ese plazo casi siempre cierra el caso. Los avisos contra entidades públicas pueden exigirse en 60–180 días.</a:t>
            </a:r>
            <a:br/>
            <a:br/>
            <a:r>
              <a:t>Vermont aplica la regla de Modified comparative. Las reglas de culpa comparativa pueden reducir o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latigazo cervical y lesión de tejidos blandos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latigazo cervical y lesión de tejidos blandos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latigazo cervical y lesión de tejidos blandos,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$20k–$105k para latigazo cervical y lesión de tejidos blandos en Vermont) describen casos pasados, no el suyo.</a:t>
            </a:r>
            <a:br/>
            <a:br/>
            <a:r>
              <a:t>El valor depende de: facturas médicas actuales y futuras, salarios perdidos, gravedad perm</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Burlington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Burlington, Vermont, opciones de atención incluyen Regional Medical Center, Level I/II trauma center (verify locally). El volumen de choques en esta zona se concentra en Interstate corridors, State routes near metro area. Burlington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latigazo cervical y lesión de tejidos blandos por contingencia.</a:t>
            </a:r>
            <a:br/>
            <a:br/>
            <a:r>
              <a:t>La intake solo pide lo necesario: estado, qué pasó, si hubo tratamiento médico y su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latigazo cervical y lesión de tejidos blandos en Vermont?</a:t>
            </a:r>
          </a:p>
          <a:p>
            <a:pPr>
              <a:spcAft>
                <a:spcPts val="800"/>
              </a:spcAft>
              <a:defRPr sz="1500">
                <a:solidFill>
                  <a:srgbClr val="94A3B8"/>
                </a:solidFill>
              </a:defRPr>
            </a:pPr>
            <a:r>
              <a:t>A: En la mayoría de los casos en Vermont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https://www.wreckmatch.com/es/blog/whiplash-after-a-car-accident-in-burlington-vermont-what-to-know-2026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https://www.wreckmatch.com/es/blog/whiplash-after-a-car-accident-in-burlington-vermont-what-to-know-2026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Whiplash After a Car Accident in Burlington, Vermont — Guía en español — What to Know (2026)</dc:title>
  <dc:subject>WreckMatch educational guide — Vermont</dc:subject>
  <dc:creator/>
  <cp:keywords>WreckMatch, car accident, Vermont, Vermont, whiplash after a car accident in burlington vermont what to know 2026, personal injury, attorney matching</cp:keywords>
  <dc:description>Gold-tier presentation summary for https://www.wreckmatch.com/es/blog/whiplash-after-a-car-accident-in-burlington-vermont-what-to-know-2026.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