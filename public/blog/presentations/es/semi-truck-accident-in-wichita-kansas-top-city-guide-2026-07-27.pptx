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Wichita, Kansas — Guía en español — Top City Guide (2026-07-27). Full guide: https://www.wreckmatch.com/es/blog/semi-truck-accident-in-wichita-kansas-top-city-guide-2026-07-27.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Kansas: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Wichita Kansas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Wichita, Kansas — Guía en español — Top City Guide (2026-07-27)</a:t>
            </a:r>
          </a:p>
          <a:p/>
          <a:p>
            <a:r>
              <a:t>Solo educativo — no es asesoría legal. WreckMatch LLC es un servicio de referencia legal, no un bufete. Red de más de 800 bufetes participantes.</a:t>
            </a:r>
          </a:p>
          <a:p/>
          <a:p/>
          <a:p/>
          <a:p>
            <a:r>
              <a:t>En resumen: Datos rápidos de Kansas: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Kansas, el plazo de prescripción para la mayoría de lesiones personales es de 2 años desde el choque. Perder ese plazo casi siempre cierra el caso. Los avisos contra entidades públicas pueden exigirse en 60–180 días.</a:t>
            </a:r>
          </a:p>
          <a:p/>
          <a:p>
            <a:r>
              <a:t>Kansas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Kansas es un estado de culpa (“at-fault”): el seguro del responsable es la fuente principal de recuperación una vez establecida la responsabilidad. In Kansas, deadlines and insurance rules can change how claims are handled. Document medical care early and avoid recorded statements without guidance. Rangos publicados de recuperación en Kansas suelen situarse alrededor de $18k–$105k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Wichita,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$18k–$105k para accidente con camión comercial en Kansas)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Wichita, Kansas, opciones de atención incluyen Regional Medical Center, Level I/II trauma center (verify locally). El volumen de choques en esta zona se concentra en Interstate corridors, State routes near metro area. Wichita sees heavy commuter traffic and intersection crashes. Seek care promptly and preserve evidence.</a:t>
            </a:r>
          </a:p>
          <a:p/>
          <a:p>
            <a:r>
              <a:t>En todo Kansas,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Wichita, Kansas — Guía en español — Top City Guide (2026-07-27)</a:t>
            </a:r>
          </a:p>
          <a:p>
            <a:pPr>
              <a:spcBef>
                <a:spcPts val="1200"/>
              </a:spcBef>
              <a:defRPr sz="1600">
                <a:solidFill>
                  <a:srgbClr val="94A3B8"/>
                </a:solidFill>
              </a:defRPr>
            </a:pPr>
            <a:r>
              <a:t>Truck Accidents · Kansas · 2026-07-27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Kansas: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Wichita Kansas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Wichita Kansas Top City Guide 2026 07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Kansas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Kansas, el plazo de prescripción para la mayoría de lesiones personales es de 2 años desde el choque. Perder ese plazo casi siempre cierra el caso. Los avisos contra entidades públicas pueden exigirse en 60–180 días.</a:t>
            </a:r>
            <a:br/>
            <a:br/>
            <a:r>
              <a:t>Kansas aplica la regla de Modified 50%. La negligencia comparativa modificada (umbral 50%) reduce 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$18k–$105k para accidente con camión comercial en Kansas)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Wichita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Wichita, Kansas, opciones de atención incluyen Regional Medical Center, Level I/II trauma center (verify locally). El volumen de choques en esta zona se concentra en Interstate corridors, State routes near metro area. Wichita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Kansas?</a:t>
            </a:r>
          </a:p>
          <a:p>
            <a:pPr>
              <a:spcAft>
                <a:spcPts val="800"/>
              </a:spcAft>
              <a:defRPr sz="1500">
                <a:solidFill>
                  <a:srgbClr val="94A3B8"/>
                </a:solidFill>
              </a:defRPr>
            </a:pPr>
            <a:r>
              <a:t>A: En la mayoría de los casos en Kansas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https://www.wreckmatch.com/es/blog/semi-truck-accident-in-wichita-kansas-top-city-guide-2026-07-27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https://www.wreckmatch.com/es/blog/semi-truck-accident-in-wichita-kansas-top-city-guide-2026-07-27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Wichita, Kansas — Guía en español — Top City Guide (2026-07-27)</dc:title>
  <dc:subject>WreckMatch educational guide — Truck Accidents</dc:subject>
  <dc:creator/>
  <cp:keywords>WreckMatch, car accident, Kansas, Truck Accidents, semi truck accident in wichita kansas top city guide 2026 07 27, personal injury, attorney matching</cp:keywords>
  <dc:description>Gold-tier presentation summary for https://www.wreckmatch.com/es/blog/semi-truck-accident-in-wichita-kansas-top-city-guide-2026-07-27.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