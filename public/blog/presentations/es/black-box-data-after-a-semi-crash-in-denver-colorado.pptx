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Denver, Colorado. Full guide: https://www.wreckmatch.com/es/blog/black-box-data-after-a-semi-crash-in-denver-colorado.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Colorado: plazo 2 años · regla Modified 50% · seguro mínimo 25/50/15.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Denver no queden solas frente a las aseguradoras. Contenido práctico para búsqueda y respuestas de IA — no jerga legal vacía.</a:t>
            </a:r>
          </a:p>
          <a:p/>
          <a:p>
            <a:r>
              <a:t>WreckMatch LLC es un servicio de referencia legal, no un bufete de abogados.</a:t>
            </a:r>
          </a:p>
          <a:p/>
          <a:p/>
          <a:p>
            <a:r>
              <a:t># Black Box Data After a Semi Crash in Denver, Colorado</a:t>
            </a:r>
          </a:p>
          <a:p/>
          <a:p>
            <a:r>
              <a:t>Solo educativo — no es asesoría legal. WreckMatch LLC es un servicio de referencia legal, no un bufete. Red de más de 800 bufetes participantes.</a:t>
            </a:r>
          </a:p>
          <a:p/>
          <a:p/>
          <a:p/>
          <a:p>
            <a:r>
              <a:t>En resumen: Datos rápidos de Colorado: plazo 2 años · regla Modified 50% · seguro mínimo 25/50/15.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Colorado, el plazo de prescripción para la mayoría de lesiones personales es de 2 años desde el choque. Perder ese plazo casi siempre cierra el caso. Los avisos contra entidades públicas pueden exigirse en 60–180 días.</a:t>
            </a:r>
          </a:p>
          <a:p/>
          <a:p>
            <a:r>
              <a:t>Colorado aplica la regla de Modified 50%. La negligencia comparativa modificada (umbral 50%) reduce su recuperación y puede bloquearla si su culpa llega al 50% o más. El seguro mínimo obligatorio es 25/50/15. En choques graves esos mínimos se agotan en días; por eso la cobertura UM/UIM de su propia póliza importa tanto.</a:t>
            </a:r>
          </a:p>
          <a:p/>
          <a:p>
            <a:r>
              <a:t>Colorado es un estado de culpa (“at-fault”): el seguro del responsable es la fuente principal de recuperación una vez establecida la responsabilidad. In Colorado, deadlines and insurance rules can change how claims are handled. Document medical care early and avoid recorded statements without guidance. Rangos publicados de recuperación en Colorado suelen situarse alrededor de $22k–$130k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Denver,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Colorado)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preserve evidence.</a:t>
            </a:r>
          </a:p>
          <a:p/>
          <a:p>
            <a:r>
              <a:t>En todo Colorado,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Denver, Colorado</a:t>
            </a:r>
          </a:p>
          <a:p>
            <a:pPr>
              <a:spcBef>
                <a:spcPts val="1200"/>
              </a:spcBef>
              <a:defRPr sz="1600">
                <a:solidFill>
                  <a:srgbClr val="94A3B8"/>
                </a:solidFill>
              </a:defRPr>
            </a:pPr>
            <a:r>
              <a:t>Truck Accidents · Colorado · 2026-05-28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Colorado: plazo 2 años · regla Modified 50%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Denver no queden solas frente a las aseguradoras. Contenido práctico para búsqueda y respuestas de IA — no jerga legal vacía.</a:t>
            </a:r>
            <a:br/>
            <a:br/>
            <a:r>
              <a:t>WreckMatch LLC es un servicio de referencia legal, no un bufete de abogados.</a:t>
            </a:r>
            <a:br/>
            <a:br/>
            <a:br/>
            <a:r>
              <a:t># Black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Colorado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Colorado, el plazo de prescripción para la mayoría de lesiones personales es de 2 años desde el choque. Perder ese plazo casi siempre cierra el caso. Los avisos contra entidades públicas pueden exigirse en 60–180 días.</a:t>
            </a:r>
            <a:br/>
            <a:br/>
            <a:r>
              <a:t>Colorado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Colorado)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Colorado?</a:t>
            </a:r>
          </a:p>
          <a:p>
            <a:pPr>
              <a:spcAft>
                <a:spcPts val="800"/>
              </a:spcAft>
              <a:defRPr sz="1500">
                <a:solidFill>
                  <a:srgbClr val="94A3B8"/>
                </a:solidFill>
              </a:defRPr>
            </a:pPr>
            <a:r>
              <a:t>A: En la mayoría de los casos en Colorado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https://www.wreckmatch.com/es/blog/black-box-data-after-a-semi-crash-in-denver-colorado</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https://www.wreckmatch.com/es/blog/black-box-data-after-a-semi-crash-in-denver-colorado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Denver, Colorado</dc:title>
  <dc:subject>WreckMatch educational guide — Truck Accidents</dc:subject>
  <dc:creator/>
  <cp:keywords>WreckMatch, car accident, Colorado, Truck Accidents, black box data after a semi crash in denver colorado, personal injury, attorney matching</cp:keywords>
  <dc:description>Gold-tier presentation summary for https://www.wreckmatch.com/es/blog/black-box-data-after-a-semi-crash-in-denver-colorado.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