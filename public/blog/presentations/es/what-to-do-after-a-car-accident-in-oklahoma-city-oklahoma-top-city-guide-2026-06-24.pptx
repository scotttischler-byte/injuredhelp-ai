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Oklahoma City, Oklahoma — Guía en español — Top City Guide (2026-06-24). Full guide: https://www.wreckmatch.com/es/blog/what-to-do-after-a-car-accident-in-oklahoma-city-oklahoma-top-city-guide-2026-06-24.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Oklahoma: plazo 2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Oklahoma City Oklahoma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Oklahoma City, Oklahoma — Guía en español — Top City Guide (2026-06-24)</a:t>
            </a:r>
          </a:p>
          <a:p/>
          <a:p>
            <a:r>
              <a:t>Solo educativo — no es asesoría legal. WreckMatch LLC es un servicio de referencia legal, no un bufete. Red de más de 800 bufetes participantes.</a:t>
            </a:r>
          </a:p>
          <a:p/>
          <a:p/>
          <a:p/>
          <a:p>
            <a:r>
              <a:t>En resumen: Datos rápidos de Oklahoma: plazo 2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Oklahoma, el plazo de prescripción para la mayoría de lesiones personales es de 2 años desde el choque. Perder ese plazo casi siempre cierra el caso. Los avisos contra entidades públicas pueden exigirse en 60–180 días.</a:t>
            </a:r>
          </a:p>
          <a:p/>
          <a:p>
            <a:r>
              <a:t>Oklahoma aplica la regla de Modified 51%. La negligencia comparativa modificada (umbral 51%) permite recuperar si su culpa es 50% o menos; por encima del 51% pierde el caso. El seguro mínimo obligatorio es 25/50/25. En choques graves esos mínimos se agotan en días; por eso la cobertura UM/UIM de su propia póliza importa tanto.</a:t>
            </a:r>
          </a:p>
          <a:p/>
          <a:p>
            <a:r>
              <a:t>Oklahoma es un estado de culpa (“at-fault”): el seguro del responsable es la fuente principal de recuperación una vez establecida la responsabilidad. In Oklahoma, deadlines and insurance rules can change how claims are handled. Document medical care early and avoid recorded statements without guidance. Rangos publicados de recuperación en Oklahoma suelen situarse alrededor de $17k–$100k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Oklahoma City,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$17k–$100k para situación después del choque en Oklahoma)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Oklahoma City, Oklahoma, opciones de atención incluyen Regional Medical Center, Level I/II trauma center (verify locally). El volumen de choques en esta zona se concentra en Interstate corridors, State routes near metro area. Oklahoma City sees heavy commuter traffic and intersection crashes. Seek care promptly and preserve evidence.</a:t>
            </a:r>
          </a:p>
          <a:p/>
          <a:p>
            <a:r>
              <a:t>En todo Oklahoma,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Oklahoma City, Oklahoma — Guía en español — Top City Guide (2026-06-24)</a:t>
            </a:r>
          </a:p>
          <a:p>
            <a:pPr>
              <a:spcBef>
                <a:spcPts val="1200"/>
              </a:spcBef>
              <a:defRPr sz="1600">
                <a:solidFill>
                  <a:srgbClr val="94A3B8"/>
                </a:solidFill>
              </a:defRPr>
            </a:pPr>
            <a:r>
              <a:t>Oklahoma · Oklahoma · 2026-06-24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Oklahoma: plazo 2 años · regla Modified 51%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Oklahoma City Oklahoma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Oklahoma City Oklahoma Top City Guide 2026 06 no queden solas frente a las aseguradoras. Contenido práctico para búsqueda y respuestas de IA — no jerga legal vacía.</a:t>
            </a:r>
            <a:br/>
            <a:br/>
            <a:r>
              <a:t>WreckMatch LLC es un servicio de referencia lega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Oklahoma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Oklahoma, el plazo de prescripción para la mayoría de lesiones personales es de 2 años desde el choque. Perder ese plazo casi siempre cierra el caso. Los avisos contra entidades públicas pueden exigirse en 60–180 días.</a:t>
            </a:r>
            <a:br/>
            <a:br/>
            <a:r>
              <a:t>Oklahoma aplica la regla de Modified 51%. La negligencia comparativa modificada (umbral 51%) perm</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$17k–$100k para situación después del choque en Oklahoma)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Oklahoma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Oklahoma City, Oklahoma, opciones de atención incluyen Regional Medical Center, Level I/II trauma center (verify locally). El volumen de choques en esta zona se concentra en Interstate corridors, State routes near metro area. Oklahoma City sees heavy commuter traffic and intersection crashes. Seek care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Oklahoma?</a:t>
            </a:r>
          </a:p>
          <a:p>
            <a:pPr>
              <a:spcAft>
                <a:spcPts val="800"/>
              </a:spcAft>
              <a:defRPr sz="1500">
                <a:solidFill>
                  <a:srgbClr val="94A3B8"/>
                </a:solidFill>
              </a:defRPr>
            </a:pPr>
            <a:r>
              <a:t>A: En la mayoría de los casos en Oklahoma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https://www.wreckmatch.com/es/blog/what-to-do-after-a-car-accident-in-oklahoma-city-oklahoma-top-city-guide-2026-06-24</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https://www.wreckmatch.com/es/blog/what-to-do-after-a-car-accident-in-oklahoma-city-oklahoma-top-city-guide-2026-06-24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Oklahoma City, Oklahoma — Guía en español — Top City Guide (2026-06-24)</dc:title>
  <dc:subject>WreckMatch educational guide — Oklahoma</dc:subject>
  <dc:creator/>
  <cp:keywords>WreckMatch, car accident, Oklahoma, Oklahoma, what to do after a car accident in oklahoma city oklahoma top city guide 2026 06 24, personal injury, attorney matching</cp:keywords>
  <dc:description>Gold-tier presentation summary for https://www.wreckmatch.com/es/blog/what-to-do-after-a-car-accident-in-oklahoma-city-oklahoma-top-city-guide-2026-06-24.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