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Des Moines, Iowa: What to Do (2026). Full guide: https://www.wreckmatch.com/es/blog/semi-truck-accident-in-des-moines-iowa-what-to-do-2026.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Des Moines Iowa What To Do no queden solas frente a las aseguradoras. Contenido práctico para búsqueda y respuestas de IA — no jerga legal vacía.</a:t>
            </a:r>
          </a:p>
          <a:p/>
          <a:p>
            <a:r>
              <a:t>WreckMatch LLC es un servicio de referencia legal, no un bufete de abogados.</a:t>
            </a:r>
          </a:p>
          <a:p/>
          <a:p/>
          <a:p>
            <a:r>
              <a:t># Semi Truck Accident in Des Moines, Iowa: What to Do (2026)</a:t>
            </a:r>
          </a:p>
          <a:p/>
          <a:p>
            <a:r>
              <a:t>Solo educativo — no es asesoría legal. WreckMatch LLC es un servicio de referencia legal, no un bufete. Red de más de 800 bufetes participantes.</a:t>
            </a:r>
          </a:p>
          <a:p/>
          <a:p/>
          <a:p/>
          <a:p>
            <a:r>
              <a:t>En resumen: Datos rápidos de Iowa: plazo 2 años · regla Modified comparative · seguro mínimo 20/40/15.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Iowa, el plazo de prescripción para la mayoría de lesiones personales es de 2 años desde el choque. Perder ese plazo casi siempre cierra el caso. Los avisos contra entidades públicas pueden exigirse en 60–180 días.</a:t>
            </a:r>
          </a:p>
          <a:p/>
          <a:p>
            <a:r>
              <a:t>Iowa aplica la regla de Modified comparative. Las reglas de culpa comparativa pueden reducir o eliminar la recuperación; documentar la responsabilidad del otro conductor desde el inicio es esencial. El seguro mínimo obligatorio es 20/40/15. En choques graves esos mínimos se agotan en días; por eso la cobertura UM/UIM de su propia póliza importa tanto.</a:t>
            </a:r>
          </a:p>
          <a:p/>
          <a:p>
            <a:r>
              <a:t>Iowa es un estado de culpa (“at-fault”): el seguro del responsable es la fuente principal de recuperación una vez establecida la responsabilidad. In Iowa, deadlines and insurance rules can change how claims are handled. Document medical care early and avoid recorded statements without guidance. Rangos publicados de recuperación en Iowa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Des Moines,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Iowa)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and preserve evidence.</a:t>
            </a:r>
          </a:p>
          <a:p/>
          <a:p>
            <a:r>
              <a:t>En todo Iowa, el seguro mínimo es 20/40/15.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Des Moines, Iowa: What to Do (2026)</a:t>
            </a:r>
          </a:p>
          <a:p>
            <a:pPr>
              <a:spcBef>
                <a:spcPts val="1200"/>
              </a:spcBef>
              <a:defRPr sz="1600">
                <a:solidFill>
                  <a:srgbClr val="94A3B8"/>
                </a:solidFill>
              </a:defRPr>
            </a:pPr>
            <a:r>
              <a:t>Truck Accidents · Iowa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Iowa: plazo 2 años · regla Modified comparative · seguro mínimo 20/40/15.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Des Moines Iowa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Des Moines Iowa What To Do no queden solas frente a las aseguradoras. Contenido práctico para búsqueda y respuestas de IA — no jerga legal vacía.</a:t>
            </a:r>
            <a:br/>
            <a:br/>
            <a:r>
              <a:t>WreckMatch LLC es un servicio de referencia legal, no un bufete de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Iowa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Iowa, el plazo de prescripción para la mayoría de lesiones personales es de 2 años desde el choque. Perder ese plazo casi siempre cierra el caso. Los avisos contra entidades públicas pueden exigirse en 60–180 días.</a:t>
            </a:r>
            <a:br/>
            <a:br/>
            <a:r>
              <a:t>Iowa aplica la regla de Modified comparative. Las reglas de culpa comparativa pueden reducir o elimin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Iowa)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Des Moines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Des Moines, Iowa, opciones de atención incluyen Regional Medical Center, Level I/II trauma center (verify locally). El volumen de choques en esta zona se concentra en Interstate corridors, State routes near metro area. Des Moines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Iowa?</a:t>
            </a:r>
          </a:p>
          <a:p>
            <a:pPr>
              <a:spcAft>
                <a:spcPts val="800"/>
              </a:spcAft>
              <a:defRPr sz="1500">
                <a:solidFill>
                  <a:srgbClr val="94A3B8"/>
                </a:solidFill>
              </a:defRPr>
            </a:pPr>
            <a:r>
              <a:t>A: En la mayoría de los casos en Iowa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https://www.wreckmatch.com/es/blog/semi-truck-accident-in-des-moines-iowa-what-to-do-2026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https://www.wreckmatch.com/es/blog/semi-truck-accident-in-des-moines-iowa-what-to-do-2026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Des Moines, Iowa: What to Do (2026)</dc:title>
  <dc:subject>WreckMatch educational guide — Truck Accidents</dc:subject>
  <dc:creator/>
  <cp:keywords>WreckMatch, car accident, Iowa, Truck Accidents, semi truck accident in des moines iowa what to do 2026, personal injury, attorney matching</cp:keywords>
  <dc:description>Gold-tier presentation summary for https://www.wreckmatch.com/es/blog/semi-truck-accident-in-des-moines-iowa-what-to-do-2026.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