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Wrongful Death Car Accident in Dallas, Texas — Guía en español — Family Guide. Full guide: https://www.wreckmatch.com/es/blog/wrongful-death-car-accident-in-dallas-texas-family-guide.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Texas: plazo 2 años · regla Modified 51% · seguro mínimo 30/60/25.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Dallas Texas Family no queden solas frente a las aseguradoras. Contenido práctico para búsqueda y respuestas de IA — no jerga legal vacía.</a:t>
            </a:r>
          </a:p>
          <a:p/>
          <a:p>
            <a:r>
              <a:t>WreckMatch LLC es un servicio de referencia legal, no un bufete de abogados.</a:t>
            </a:r>
          </a:p>
          <a:p/>
          <a:p/>
          <a:p>
            <a:r>
              <a:t># Wrongful Death Car Accident in Dallas, Texas — Guía en español — Family Guide</a:t>
            </a:r>
          </a:p>
          <a:p/>
          <a:p>
            <a:r>
              <a:t>Solo educativo — no es asesoría legal. WreckMatch LLC es un servicio de referencia legal, no un bufete. Red de más de 800 bufetes participantes.</a:t>
            </a:r>
          </a:p>
          <a:p/>
          <a:p/>
          <a:p/>
          <a:p>
            <a:r>
              <a:t>En resumen: Datos rápidos de Texas: plazo 2 años · regla Modified 51% · seguro mínimo 30/60/25.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Texas, el plazo de prescripción para la mayoría de lesiones personales es de 2 años desde el choque. Perder ese plazo casi siempre cierra el caso. Los avisos contra entidades públicas pueden exigirse en 60–180 días.</a:t>
            </a:r>
          </a:p>
          <a:p/>
          <a:p>
            <a:r>
              <a:t>Texas aplica la regla de Modified 51%. La negligencia comparativa modificada (umbral 51%) permite recuperar si su culpa es 50% o menos; por encima del 51% pierde el caso. El seguro mínimo obligatorio es 30/60/25. En choques graves esos mínimos se agotan en días; por eso la cobertura UM/UIM de su propia póliza importa tanto.</a:t>
            </a:r>
          </a:p>
          <a:p/>
          <a:p>
            <a:r>
              <a:t>Texas es un estado de culpa (“at-fault”): el seguro del responsable es la fuente principal de recuperación una vez establecida la responsabilidad. In Texas, deadlines and insurance rules can change how claims are handled. Document medical care early and avoid recorded statements without guidance. Rangos publicados de recuperación en Texas suelen situarse alrededor de $22k–$180k — describen casos pasados, no una promesa para el suyo.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Dallas, los caso por muerte injustas frecuentes ocurren cerca de I-35E y I-30; centros con trauma incluyen Parkland Memorial (Level I trauma) y Baylor University Medical Center.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“autorización médica” amplia sin abogado.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caso por muerte injusta,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$22k–$180k para caso por muerte injusta en Texas)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Dallas, Texas, opciones de atención incluyen Parkland Memorial (Level I trauma), Baylor University Medical Center, UT Southwestern. El volumen de choques en esta zona se concentra en I-35E, I-30, I-635 (LBJ Freeway). Dallas County has among the highest fatality rates in Texas. Crashes on I-635 and I-35E are often severe — preserve evidence and avoid recorded insurer statements.</a:t>
            </a:r>
          </a:p>
          <a:p/>
          <a:p>
            <a:r>
              <a:t>En todo Texas, el seguro mínimo es 30/60/25.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caso por muerte injusta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Wrongful Death Car Accident in Dallas, Texas — Guía en español — Family Guide</a:t>
            </a:r>
          </a:p>
          <a:p>
            <a:pPr>
              <a:spcBef>
                <a:spcPts val="1200"/>
              </a:spcBef>
              <a:defRPr sz="1600">
                <a:solidFill>
                  <a:srgbClr val="94A3B8"/>
                </a:solidFill>
              </a:defRPr>
            </a:pPr>
            <a:r>
              <a:t>Wrongful Death · Texas · 2026-05-23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Texas: plazo 2 años · regla Modified 51% · seguro mínimo 30/60/25.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Dallas Texas Family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Dallas Texas Family no queden solas frente a las aseguradoras. Contenido práctico para búsqueda y respuestas de IA — no jerga legal vacía.</a:t>
            </a:r>
            <a:br/>
            <a:br/>
            <a:r>
              <a:t>WreckMatch LLC es un servicio de referencia legal, no un bufete de abogado</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Texas para caso por muerte injusta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Texas, el plazo de prescripción para la mayoría de lesiones personales es de 2 años desde el choque. Perder ese plazo casi siempre cierra el caso. Los avisos contra entidades públicas pueden exigirse en 60–180 días.</a:t>
            </a:r>
            <a:br/>
            <a:br/>
            <a:r>
              <a:t>Texas aplica la regla de Modified 51%. La negligencia comparativa modificada (umbral 51%) permite re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caso por muerte injusta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caso por muerte injusta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caso por muerte injusta,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dispositivo ele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$22k–$180k para caso por muerte injusta en Texas) describen casos pasados, no el suyo.</a:t>
            </a:r>
            <a:br/>
            <a:br/>
            <a:r>
              <a:t>El valor depende de: facturas médicas actuales y futuras, salarios perdidos, gravedad permanente, claridad de culp</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Dallas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Dallas, Texas, opciones de atención incluyen Parkland Memorial (Level I trauma), Baylor University Medical Center, UT Southwestern. El volumen de choques en esta zona se concentra en I-35E, I-30, I-635 (LBJ Freeway). Dallas County has among the highest fatality rates in Texas. Crashes on I-635 and I-35</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caso por muerte injusta por contingencia.</a:t>
            </a:r>
            <a:br/>
            <a:br/>
            <a:r>
              <a:t>La intake solo pide lo necesario: estado, qué pasó, si hubo tratamiento médico y su teléfono. No pedimos 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caso por muerte injusta en Texas?</a:t>
            </a:r>
          </a:p>
          <a:p>
            <a:pPr>
              <a:spcAft>
                <a:spcPts val="800"/>
              </a:spcAft>
              <a:defRPr sz="1500">
                <a:solidFill>
                  <a:srgbClr val="94A3B8"/>
                </a:solidFill>
              </a:defRPr>
            </a:pPr>
            <a:r>
              <a:t>A: En la mayoría de los casos en Texas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https://www.wreckmatch.com/es/blog/wrongful-death-car-accident-in-dallas-texas-family-guide</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https://www.wreckmatch.com/es/blog/wrongful-death-car-accident-in-dallas-texas-family-guide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Wrongful Death Car Accident in Dallas, Texas — Guía en español — Family Guide</dc:title>
  <dc:subject>WreckMatch educational guide — Wrongful Death</dc:subject>
  <dc:creator/>
  <cp:keywords>WreckMatch, car accident, Texas, Wrongful Death, wrongful death car accident in dallas texas family guide, personal injury, attorney matching</cp:keywords>
  <dc:description>Gold-tier presentation summary for https://www.wreckmatch.com/es/blog/wrongful-death-car-accident-in-dallas-texas-family-guide.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