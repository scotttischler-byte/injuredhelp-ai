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How Long Does a Car Accident Settlement Take in Houston? (2026). Full guide: https://www.wreckmatch.com/es/blog/how-long-does-a-car-accident-settlement-take-in-houston-2026.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Houston no queden solas frente a las aseguradoras. Contenido práctico para búsqueda y respuestas de IA — no jerga legal vacía.</a:t>
            </a:r>
          </a:p>
          <a:p/>
          <a:p>
            <a:r>
              <a:t>WreckMatch LLC es un servicio de referencia legal, no un bufete de abogados.</a:t>
            </a:r>
          </a:p>
          <a:p/>
          <a:p/>
          <a:p>
            <a:r>
              <a:t># How Long Does a Car Accident Settlement Take in Houston?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Houston, los plazo legal para demandars frecuentes ocurren cerca de I-45 (Gulf Freeway) y I-10; centros con trauma incluyen Memorial Hermann y Houston Methodist.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plazo legal para demandar,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plazo legal para demandar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are common; seek care and preserve evidence immediately.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plazo legal para demandar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How Long Does a Car Accident Settlement Take in Houston? (2026)</a:t>
            </a:r>
          </a:p>
          <a:p>
            <a:pPr>
              <a:spcBef>
                <a:spcPts val="1200"/>
              </a:spcBef>
              <a:defRPr sz="1600">
                <a:solidFill>
                  <a:srgbClr val="94A3B8"/>
                </a:solidFill>
              </a:defRPr>
            </a:pPr>
            <a:r>
              <a:t>Texas · Texas · 2026-05-22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Houston no queden solas frente a las aseguradoras. Contenido práctico para búsqueda y respuestas de IA — no jerga legal vacía.</a:t>
            </a:r>
            <a:br/>
            <a:br/>
            <a:r>
              <a:t>WreckMatch LLC es un servicio de referencia legal, no un bufete de abogados.</a:t>
            </a:r>
            <a:br/>
            <a:br/>
            <a:br/>
            <a:r>
              <a:t># How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plazo legal para demandar,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plazo legal para demandar en Texas) describen casos pasados, no el suyo.</a:t>
            </a:r>
            <a:br/>
            <a:br/>
            <a:r>
              <a:t>El valor depende de: facturas médicas actuales y futuras, salarios perdidos, gravedad permanente, claridad de cu</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plazo legal para demandar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plazo legal para demandar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https://www.wreckmatch.com/es/blog/how-long-does-a-car-accident-settlement-take-in-houston-2026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https://www.wreckmatch.com/es/blog/how-long-does-a-car-accident-settlement-take-in-houston-2026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Long Does a Car Accident Settlement Take in Houston? (2026)</dc:title>
  <dc:subject>WreckMatch educational guide — Texas</dc:subject>
  <dc:creator/>
  <cp:keywords>WreckMatch, car accident, Texas, Texas, how long does a car accident settlement take in houston 2026, personal injury, attorney matching</cp:keywords>
  <dc:description>Gold-tier presentation summary for https://www.wreckmatch.com/es/blog/how-long-does-a-car-accident-settlement-take-in-houston-2026.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