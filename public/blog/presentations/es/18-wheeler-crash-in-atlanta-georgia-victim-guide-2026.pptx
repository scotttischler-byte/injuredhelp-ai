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Atlanta, Georgia — Guía en español — Victim Guide (2026). Full guide: https://www.wreckmatch.com/es/blog/18-wheeler-crash-in-atlanta-georgia-victim-guide-2026.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Georgia: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Atlanta Georgia Victim Guide no queden solas frente a las aseguradoras. Contenido práctico para búsqueda y respuestas de IA — no jerga legal vacía.</a:t>
            </a:r>
          </a:p>
          <a:p/>
          <a:p>
            <a:r>
              <a:t>WreckMatch LLC es un servicio de referencia legal, no un bufete de abogados.</a:t>
            </a:r>
          </a:p>
          <a:p/>
          <a:p/>
          <a:p>
            <a:r>
              <a:t># 18-Wheeler Crash in Atlanta, Georgia — Guía en español — Victim Guide (2026)</a:t>
            </a:r>
          </a:p>
          <a:p/>
          <a:p>
            <a:r>
              <a:t>Solo educativo — no es asesoría legal. WreckMatch LLC es un servicio de referencia legal, no un bufete. Red de más de 800 bufetes participantes.</a:t>
            </a:r>
          </a:p>
          <a:p/>
          <a:p/>
          <a:p/>
          <a:p>
            <a:r>
              <a:t>En resumen: Datos rápidos de Georgia: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Georgia, el plazo de prescripción para la mayoría de lesiones personales es de 2 años desde el choque. Perder ese plazo casi siempre cierra el caso. Los avisos contra entidades públicas pueden exigirse en 60–180 días.</a:t>
            </a:r>
          </a:p>
          <a:p/>
          <a:p>
            <a:r>
              <a:t>Georgia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Georgia es un estado de culpa (“at-fault”): el seguro del responsable es la fuente principal de recuperación una vez establecida la responsabilidad. In Georgia, deadlines and insurance rules can change how claims are handled. Document medical care early and avoid recorded statements without guidance. Rangos publicados de recuperación en Georgia suelen situarse alrededor de $20k–$150k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Atlanta,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$20k–$150k para accidente con camión comercial en Georgia)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Atlanta, Georgia, opciones de atención incluyen Regional Medical Center, Level I/II trauma center (verify locally). El volumen de choques en esta zona se concentra en Interstate corridors, State routes near metro area. Atlanta sees heavy commuter traffic and intersection crashes. Seek care promptly and preserve evidence.</a:t>
            </a:r>
          </a:p>
          <a:p/>
          <a:p>
            <a:r>
              <a:t>En todo Georgia,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Atlanta, Georgia — Guía en español — Victim Guide (2026)</a:t>
            </a:r>
          </a:p>
          <a:p>
            <a:pPr>
              <a:spcBef>
                <a:spcPts val="1200"/>
              </a:spcBef>
              <a:defRPr sz="1600">
                <a:solidFill>
                  <a:srgbClr val="94A3B8"/>
                </a:solidFill>
              </a:defRPr>
            </a:pPr>
            <a:r>
              <a:t>Truck Accidents · Georgia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Georgia: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Atlanta Georgia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Atlanta Georgia Victim Guide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Georgia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Georgia, el plazo de prescripción para la mayoría de lesiones personales es de 2 años desde el choque. Perder ese plazo casi siempre cierra el caso. Los avisos contra entidades públicas pueden exigirse en 60–180 días.</a:t>
            </a:r>
            <a:br/>
            <a:br/>
            <a:r>
              <a:t>Georgia aplica la regla de Modified 50%. La negligencia comparativa modificada (umbral 50%) reduce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$20k–$150k para accidente con camión comercial en Georgia)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Atlanta, Georgia, opciones de atención incluyen Regional Medical Center, Level I/II trauma center (verify locally). El volumen de choques en esta zona se concentra en Interstate corridors, State routes near metro area. Atlanta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Georgia?</a:t>
            </a:r>
          </a:p>
          <a:p>
            <a:pPr>
              <a:spcAft>
                <a:spcPts val="800"/>
              </a:spcAft>
              <a:defRPr sz="1500">
                <a:solidFill>
                  <a:srgbClr val="94A3B8"/>
                </a:solidFill>
              </a:defRPr>
            </a:pPr>
            <a:r>
              <a:t>A: En la mayoría de los casos en Georgia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https://www.wreckmatch.com/es/blog/18-wheeler-crash-in-atlanta-georgia-victim-guide-2026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https://www.wreckmatch.com/es/blog/18-wheeler-crash-in-atlanta-georgia-victim-guide-2026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Atlanta, Georgia — Guía en español — Victim Guide (2026)</dc:title>
  <dc:subject>WreckMatch educational guide — Truck Accidents</dc:subject>
  <dc:creator/>
  <cp:keywords>WreckMatch, car accident, Georgia, Truck Accidents, 18 wheeler crash in atlanta georgia victim guide 2026, personal injury, attorney matching</cp:keywords>
  <dc:description>Gold-tier presentation summary for https://www.wreckmatch.com/es/blog/18-wheeler-crash-in-atlanta-georgia-victim-guide-2026.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