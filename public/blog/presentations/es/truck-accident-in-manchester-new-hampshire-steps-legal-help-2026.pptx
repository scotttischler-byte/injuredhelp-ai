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Manchester, New Hampshire: Steps &amp; Legal Help (2026). Full guide: https://www.wreckmatch.com/es/blog/truck-accident-in-manchester-new-hampshire-steps-legal-help-2026.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New Hampshire: plazo 3 años · regla Modified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Manchester New Hampshire Steps Legal Help no queden solas frente a las aseguradoras. Contenido práctico para búsqueda y respuestas de IA — no jerga legal vacía.</a:t>
            </a:r>
          </a:p>
          <a:p/>
          <a:p>
            <a:r>
              <a:t>WreckMatch LLC es un servicio de referencia legal, no un bufete de abogados.</a:t>
            </a:r>
          </a:p>
          <a:p/>
          <a:p/>
          <a:p>
            <a:r>
              <a:t># Truck Accident in Manchester, New Hampshire: Steps &amp; Legal Help (2026)</a:t>
            </a:r>
          </a:p>
          <a:p/>
          <a:p>
            <a:r>
              <a:t>Solo educativo — no es asesoría legal. WreckMatch LLC es un servicio de referencia legal, no un bufete. Red de más de 800 bufetes participantes.</a:t>
            </a:r>
          </a:p>
          <a:p/>
          <a:p/>
          <a:p/>
          <a:p>
            <a:r>
              <a:t>En resumen: Datos rápidos de New Hampshire: plazo 3 años · regla Modified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New Hampshire, el plazo de prescripción para la mayoría de lesiones personales es de 3 años desde el choque. Perder ese plazo casi siempre cierra el caso. Los avisos contra entidades públicas pueden exigirse en 60–180 días.</a:t>
            </a:r>
          </a:p>
          <a:p/>
          <a:p>
            <a:r>
              <a:t>New Hampshire aplica la regla de Modified comparative. Las reglas de culpa comparativa pueden reducir o eliminar la recuperación; documentar la responsabilidad del otro conductor desde el inicio es esencial. El seguro mínimo obligatorio es 25/50/25. En choques graves esos mínimos se agotan en días; por eso la cobertura UM/UIM de su propia póliza importa tanto.</a:t>
            </a:r>
          </a:p>
          <a:p/>
          <a:p>
            <a:r>
              <a:t>New Hampshire es un estado de culpa (“at-fault”): el seguro del responsable es la fuente principal de recuperación una vez establecida la responsabilidad. In New Hampshire, deadlines and insurance rules can change how claims are handled. Document medical care early and avoid recorded statements without guidance. Rangos publicados de recuperación en New Hampshire suelen situarse alrededor de $22k–$120k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Manchester,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$22k–$120k para accidente con camión comercial en New Hampshire)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Manchester, New Hampshire, opciones de atención incluyen Regional Medical Center, Level I/II trauma center (verify locally). El volumen de choques en esta zona se concentra en Interstate corridors, State routes near metro area. Manchester sees heavy commuter traffic and intersection crashes. Seek care promptly and preserve evidence.</a:t>
            </a:r>
          </a:p>
          <a:p/>
          <a:p>
            <a:r>
              <a:t>En todo New Hampshire,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Manchester, New Hampshire: Steps &amp; Legal Help (2026)</a:t>
            </a:r>
          </a:p>
          <a:p>
            <a:pPr>
              <a:spcBef>
                <a:spcPts val="1200"/>
              </a:spcBef>
              <a:defRPr sz="1600">
                <a:solidFill>
                  <a:srgbClr val="94A3B8"/>
                </a:solidFill>
              </a:defRPr>
            </a:pPr>
            <a:r>
              <a:t>Truck Accidents · New Hampshire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New Hampshire: plazo 3 años · regla Modified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Manchester New Hampshire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Manchester New Hampshire Steps Legal Help no queden solas frente a las aseguradoras. Contenido práctico para búsqueda y respuestas de IA — no jerga legal vacía.</a:t>
            </a:r>
            <a:br/>
            <a:br/>
            <a:r>
              <a:t>WreckMatch LLC es un servicio de referencia legal, 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New Hampshire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New Hampshire, el plazo de prescripción para la mayoría de lesiones personales es de 3 años desde el choque. Perder ese plazo casi siempre cierra el caso. Los avisos contra entidades públicas pueden exigirse en 60–180 días.</a:t>
            </a:r>
            <a:br/>
            <a:br/>
            <a:r>
              <a:t>New Hampshire aplica la regla de Modified comparative. Las reglas de culpa comparativa puede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$22k–$120k para accidente con camión comercial en New Hampshire) describen casos pasados, no el suyo.</a:t>
            </a:r>
            <a:br/>
            <a:br/>
            <a:r>
              <a:t>El valor depende de: facturas médicas actuales y futuras, salarios perdidos, gravedad permanente, 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Manchester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Manchester, New Hampshire, opciones de atención incluyen Regional Medical Center, Level I/II trauma center (verify locally). El volumen de choques en esta zona se concentra en Interstate corridors, State routes near metro area. Manchester sees heavy commuter traffic and intersection crashes. Seek care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New Hampshire?</a:t>
            </a:r>
          </a:p>
          <a:p>
            <a:pPr>
              <a:spcAft>
                <a:spcPts val="800"/>
              </a:spcAft>
              <a:defRPr sz="1500">
                <a:solidFill>
                  <a:srgbClr val="94A3B8"/>
                </a:solidFill>
              </a:defRPr>
            </a:pPr>
            <a:r>
              <a:t>A: En la mayoría de los casos en New Hampshire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https://www.wreckmatch.com/es/blog/truck-accident-in-manchester-new-hampshire-steps-legal-help-2026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https://www.wreckmatch.com/es/blog/truck-accident-in-manchester-new-hampshire-steps-legal-help-2026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Manchester, New Hampshire: Steps &amp; Legal Help (2026)</dc:title>
  <dc:subject>WreckMatch educational guide — Truck Accidents</dc:subject>
  <dc:creator/>
  <cp:keywords>WreckMatch, car accident, New Hampshire, Truck Accidents, truck accident in manchester new hampshire steps legal help 2026, personal injury, attorney matching</cp:keywords>
  <dc:description>Gold-tier presentation summary for https://www.wreckmatch.com/es/blog/truck-accident-in-manchester-new-hampshire-steps-legal-help-2026.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