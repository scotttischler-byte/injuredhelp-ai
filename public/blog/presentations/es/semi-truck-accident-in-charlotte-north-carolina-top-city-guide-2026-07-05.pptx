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Charlotte, North Carolina — Guía en español — Top City Guide (2026-07-05). Full guide: https://www.wreckmatch.com/es/blog/semi-truck-accident-in-charlotte-north-carolina-top-city-guide-2026-07-05.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North Carolina: plazo 3 años · regla Contributory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Charlotte North Carolina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Charlotte, North Carolina — Guía en español — Top City Guide (2026-07-05)</a:t>
            </a:r>
          </a:p>
          <a:p/>
          <a:p>
            <a:r>
              <a:t>Solo educativo — no es asesoría legal. WreckMatch LLC es un servicio de referencia legal, no un bufete. Red de más de 800 bufetes participantes.</a:t>
            </a:r>
          </a:p>
          <a:p/>
          <a:p/>
          <a:p/>
          <a:p>
            <a:r>
              <a:t>En resumen: Datos rápidos de North Carolina: plazo 3 años · regla Contributory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North Carolina, el plazo de prescripción para la mayoría de lesiones personales es de 3 años desde el choque. Perder ese plazo casi siempre cierra el caso. Los avisos contra entidades públicas pueden exigirse en 60–180 días.</a:t>
            </a:r>
          </a:p>
          <a:p/>
          <a:p>
            <a:r>
              <a:t>North Carolina aplica la regla de Contributory. Con negligencia contributiva tradicional, aunque tenga solo 1% de culpa puede quedar sin recuperación — una de las reglas más duras. Por eso la evidencia de las primeras 48 horas es crítica. El seguro mínimo obligatorio es 30/60/25. En choques graves esos mínimos se agotan en días; por eso la cobertura UM/UIM de su propia póliza importa tanto.</a:t>
            </a:r>
          </a:p>
          <a:p/>
          <a:p>
            <a:r>
              <a:t>North Carolina es un estado de culpa (“at-fault”): el seguro del responsable es la fuente principal de recuperación una vez establecida la responsabilidad. In North Carolina, deadlines and insurance rules can change how claims are handled. Document medical care early and avoid recorded statements without guidance. Rangos publicados de recuperación en North Carolina suelen situarse alrededor de $20k–$140k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Charlotte,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$20k–$140k para accidente con camión comercial en North Carolina)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Charlotte, North Carolina, opciones de atención incluyen Regional Medical Center, Level I/II trauma center (verify locally). El volumen de choques en esta zona se concentra en Interstate corridors, State routes near metro area. Charlotte sees heavy commuter traffic and intersection crashes. Seek care promptly and preserve evidence.</a:t>
            </a:r>
          </a:p>
          <a:p/>
          <a:p>
            <a:r>
              <a:t>En todo North Carolina,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Charlotte, North Carolina — Guía en español — Top City Guide (2026-07-05)</a:t>
            </a:r>
          </a:p>
          <a:p>
            <a:pPr>
              <a:spcBef>
                <a:spcPts val="1200"/>
              </a:spcBef>
              <a:defRPr sz="1600">
                <a:solidFill>
                  <a:srgbClr val="94A3B8"/>
                </a:solidFill>
              </a:defRPr>
            </a:pPr>
            <a:r>
              <a:t>Truck Accidents · North Carolina · 2026-07-05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North Carolina: plazo 3 años · regla Contributory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Charlotte North Carolina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Charlotte North Carolina Top City Guide 2026 07 no queden solas frente a las aseguradoras. Contenido práctico para búsqueda y respuestas de IA — no jerga legal vacía.</a:t>
            </a:r>
            <a:br/>
            <a:br/>
            <a:r>
              <a:t>WreckMatch LLC es un servicio de referencia 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North Carolina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North Carolina, el plazo de prescripción para la mayoría de lesiones personales es de 3 años desde el choque. Perder ese plazo casi siempre cierra el caso. Los avisos contra entidades públicas pueden exigirse en 60–180 días.</a:t>
            </a:r>
            <a:br/>
            <a:br/>
            <a:r>
              <a:t>North Carolina aplica la regla de Contributory. Con negligencia contributiva tradicional, 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$20k–$140k para accidente con camión comercial en North Carolina) describen casos pasados, no el suyo.</a:t>
            </a:r>
            <a:br/>
            <a:br/>
            <a:r>
              <a:t>El valor depende de: facturas médicas actuales y futuras, salarios perdidos, gravedad permanente,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Charlotte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Charlotte, North Carolina, opciones de atención incluyen Regional Medical Center, Level I/II trauma center (verify locally). El volumen de choques en esta zona se concentra en Interstate corridors, State routes near metro area. Charlotte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North Carolina?</a:t>
            </a:r>
          </a:p>
          <a:p>
            <a:pPr>
              <a:spcAft>
                <a:spcPts val="800"/>
              </a:spcAft>
              <a:defRPr sz="1500">
                <a:solidFill>
                  <a:srgbClr val="94A3B8"/>
                </a:solidFill>
              </a:defRPr>
            </a:pPr>
            <a:r>
              <a:t>A: En la mayoría de los casos en North Carolina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https://www.wreckmatch.com/es/blog/semi-truck-accident-in-charlotte-north-carolina-top-city-guide-2026-07-05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https://www.wreckmatch.com/es/blog/semi-truck-accident-in-charlotte-north-carolina-top-city-guide-2026-07-05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Charlotte, North Carolina — Guía en español — Top City Guide (2026-07-05)</dc:title>
  <dc:subject>WreckMatch educational guide — Truck Accidents</dc:subject>
  <dc:creator/>
  <cp:keywords>WreckMatch, car accident, North Carolina, Truck Accidents, semi truck accident in charlotte north carolina top city guide 2026 07 05, personal injury, attorney matching</cp:keywords>
  <dc:description>Gold-tier presentation summary for https://www.wreckmatch.com/es/blog/semi-truck-accident-in-charlotte-north-carolina-top-city-guide-2026-07-05.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