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Dallas, Texas (2026). Full guide: https://www.wreckmatch.com/es/blog/severe-injury-after-a-car-accident-in-dallas-texas-2026.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Dallas Texas no queden solas frente a las aseguradoras. Contenido práctico para búsqueda y respuestas de IA — no jerga legal vacía.</a:t>
            </a:r>
          </a:p>
          <a:p/>
          <a:p>
            <a:r>
              <a:t>WreckMatch LLC es un servicio de referencia legal, no un bufete de abogados.</a:t>
            </a:r>
          </a:p>
          <a:p/>
          <a:p/>
          <a:p>
            <a:r>
              <a:t># Severe Injury After a Car Accident in Dallas,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Dallas, los lesión catastróficas frecuentes ocurren cerca de I-35E y I-30; centros con trauma incluyen Parkland Memorial (Level I trauma) y Baylor University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catastrófica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I-35E are often severe — preserve evidence and avoid recorded insurer statements.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Dallas, Texas (2026)</a:t>
            </a:r>
          </a:p>
          <a:p>
            <a:pPr>
              <a:spcBef>
                <a:spcPts val="1200"/>
              </a:spcBef>
              <a:defRPr sz="1600">
                <a:solidFill>
                  <a:srgbClr val="94A3B8"/>
                </a:solidFill>
              </a:defRPr>
            </a:pPr>
            <a:r>
              <a:t>Severe Injury · Texas · 2026-05-23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Dallas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Dallas Texas no queden solas frente a las aseguradoras. Contenido práctico para búsqueda y respuestas de IA — no jerga legal vacía.</a:t>
            </a:r>
            <a:br/>
            <a:br/>
            <a:r>
              <a:t>WreckMatch LLC es un servicio de referencia legal, no un bufete de abogados.</a:t>
            </a:r>
            <a:br/>
            <a:br/>
            <a:br/>
            <a:r>
              <a:t>#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catastrófica en Texas) describen casos pasados, no el suyo.</a:t>
            </a:r>
            <a:br/>
            <a:br/>
            <a:r>
              <a:t>El valor depende de: facturas médicas actuales y futuras, salarios perdidos, gravedad permanente, claridad de culpa, 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Dallas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Dallas, Texas, opciones de atención incluyen Parkland Memorial (Level I trauma), Baylor University Medical Center, UT Southwestern. El volumen de choques en esta zona se concentra en I-35E, I-30, I-635 (LBJ Freeway). Dallas County has among the highest fatality rates in Texas. Crashes on I-635 and I-35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https://www.wreckmatch.com/es/blog/severe-injury-after-a-car-accident-in-dallas-texas-2026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https://www.wreckmatch.com/es/blog/severe-injury-after-a-car-accident-in-dallas-texas-2026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Dallas, Texas (2026)</dc:title>
  <dc:subject>WreckMatch educational guide — Severe Injury</dc:subject>
  <dc:creator/>
  <cp:keywords>WreckMatch, car accident, Texas, Severe Injury, severe injury after a car accident in dallas texas 2026, personal injury, attorney matching</cp:keywords>
  <dc:description>Gold-tier presentation summary for https://www.wreckmatch.com/es/blog/severe-injury-after-a-car-accident-in-dallas-texas-2026.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