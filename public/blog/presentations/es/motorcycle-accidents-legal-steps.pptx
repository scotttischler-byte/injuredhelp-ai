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Motorcycle Accidents — Guía en español — Common Injuries and Legal Steps. Full guide: https://www.wreckmatch.com/es/blog/motorcycle-accidents-legal-steps.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Car accident in your area in your area, your state? your state's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Motorcycle Accidents — Guía en español — Common Injuries and Legal Steps</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motocicleta,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accidente de motocicleta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de motocicleta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motocicleta,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Motorcycle Accidents — Guía en español — Common Injuries and Legal Steps</a:t>
            </a:r>
          </a:p>
          <a:p>
            <a:pPr>
              <a:spcBef>
                <a:spcPts val="1200"/>
              </a:spcBef>
              <a:defRPr sz="1600">
                <a:solidFill>
                  <a:srgbClr val="94A3B8"/>
                </a:solidFill>
              </a:defRPr>
            </a:pPr>
            <a:r>
              <a:t>Car Accidents · 2026-05-17T00:00:00.000Z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Car accident in your area in your area, your state? your state's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Motor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de motocicleta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accidente de motocicleta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accidente de motocicleta,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accidente de motocicleta en EE. UU.)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de motocicleta por contingencia.</a:t>
            </a:r>
            <a:br/>
            <a:br/>
            <a:r>
              <a:t>La intake solo pide lo necesario: estado, qué pasó, si hubo tratamiento médico y su teléfono. No pedimos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de motocicleta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https://www.wreckmatch.com/es/blog/motorcycle-accidents-legal-steps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https://www.wreckmatch.com/es/blog/motorcycle-accidents-legal-steps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Motorcycle Accidents — Guía en español — Common Injuries and Legal Steps</dc:title>
  <dc:subject>WreckMatch educational guide — Car Accidents</dc:subject>
  <dc:creator/>
  <cp:keywords>WreckMatch, car accident, Car Accidents, motorcycle accidents legal steps, personal injury, attorney matching</cp:keywords>
  <dc:description>Gold-tier presentation summary for https://www.wreckmatch.com/es/blog/motorcycle-accidents-legal-steps.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