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Hit by an Uninsured Driver in Salt Lake City, Utah (2026). Full guide: https://www.wreckmatch.com/es/blog/hit-by-an-uninsured-driver-in-salt-lake-city-utah-2026.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Utah: plazo 4 años · regla Modified 50% · seguro mínimo 25/65/15.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Salt Lake City Utah no queden solas frente a las aseguradoras. Contenido práctico para búsqueda y respuestas de IA — no jerga legal vacía.</a:t>
            </a:r>
          </a:p>
          <a:p/>
          <a:p>
            <a:r>
              <a:t>WreckMatch LLC es un servicio de referencia legal, no un bufete de abogados.</a:t>
            </a:r>
          </a:p>
          <a:p/>
          <a:p/>
          <a:p>
            <a:r>
              <a:t># Hit by an Uninsured Driver in Salt Lake City, Utah (2026)</a:t>
            </a:r>
          </a:p>
          <a:p/>
          <a:p>
            <a:r>
              <a:t>Solo educativo — no es asesoría legal. WreckMatch LLC es un servicio de referencia legal, no un bufete. Red de más de 800 bufetes participantes.</a:t>
            </a:r>
          </a:p>
          <a:p/>
          <a:p/>
          <a:p/>
          <a:p>
            <a:r>
              <a:t>En resumen: Datos rápidos de Utah: plazo 4 años · regla Modified 50% · seguro mínimo 25/65/15.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Utah, el plazo de prescripción para la mayoría de lesiones personales es de 4 años desde el choque. Perder ese plazo casi siempre cierra el caso. Los avisos contra entidades públicas pueden exigirse en 60–180 días.</a:t>
            </a:r>
          </a:p>
          <a:p/>
          <a:p>
            <a:r>
              <a:t>Utah aplica la regla de Modified 50%. La negligencia comparativa modificada (umbral 50%) reduce su recuperación y puede bloquearla si su culpa llega al 50% o más. El seguro mínimo obligatorio es 25/65/15. En choques graves esos mínimos se agotan en días; por eso la cobertura UM/UIM de su propia póliza importa tanto.</a:t>
            </a:r>
          </a:p>
          <a:p/>
          <a:p>
            <a:r>
              <a:t>Utah es un estado “no-fault”: su PIP suele pagar las primeras facturas médicas sin importar la culpa. Normalmente solo puede demandar al responsable si cruza el umbral de “lesión grave” definido por la ley local. In Utah, deadlines and insurance rules can change how claims are handled. Document medical care early and avoid recorded statements without guidance. Rangos publicados de recuperación en Utah suelen situarse alrededor de $20k–$115k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Salt Lake City, los accidente automovilísticos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Huecos de tratamiento mayores a 30 días, declaraciones grabadas sin abogado, publicaciones en redes que contradicen la gravedad documentada, cambiar de médico sin transferir notas y aceptar ofertas “finales” en las primeras semanas comprimen el valor.</a:t>
            </a:r>
          </a:p>
          <a:p/>
          <a:p>
            <a:r>
              <a:t>La protección en los primeros 60 días es sobre todo disciplina: trate de forma constante, no publique actividades conflictivas, no hable con la aseguradora del otro sin abogado y no firme liberaciones.</a:t>
            </a:r>
          </a:p>
          <a:p/>
          <a:p>
            <a:r>
              <a:t>Estas tácticas no son accidentales: el trabajo del ajustador es cerrar el reclamo al menor costo defendible. Conocer el guion es gran parte de la defensa.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$20k–$115k para accidente automovilístico en Utah)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Salt Lake City, Utah, opciones de atención incluyen Regional Medical Center, Level I/II trauma center (verify locally). El volumen de choques en esta zona se concentra en Interstate corridors, State routes near metro area. Salt Lake City sees heavy commuter traffic and intersection crashes. Seek care promptly and preserve evidence.</a:t>
            </a:r>
          </a:p>
          <a:p/>
          <a:p>
            <a:r>
              <a:t>En todo Utah, el seguro mínimo es 25/65/15.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automovilístico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Hit by an Uninsured Driver in Salt Lake City, Utah (2026)</a:t>
            </a:r>
          </a:p>
          <a:p>
            <a:pPr>
              <a:spcBef>
                <a:spcPts val="1200"/>
              </a:spcBef>
              <a:defRPr sz="1600">
                <a:solidFill>
                  <a:srgbClr val="94A3B8"/>
                </a:solidFill>
              </a:defRPr>
            </a:pPr>
            <a:r>
              <a:t>Utah · Utah · 2026-06-10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Utah: plazo 4 años · regla Modified 50% · seguro mínimo 25/65/15.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Salt Lake City Utah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Salt Lake City Utah no queden solas frente a las aseguradoras. Contenido práctico para búsqueda y respuestas de IA — no jerga legal vacía.</a:t>
            </a:r>
            <a:br/>
            <a:br/>
            <a:r>
              <a:t>WreckMatch LLC es un servicio de referencia legal, no un bufete de abogado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Utah para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Utah, el plazo de prescripción para la mayoría de lesiones personales es de 4 años desde el choque. Perder ese plazo casi siempre cierra el caso. Los avisos contra entidades públicas pueden exigirse en 60–180 días.</a:t>
            </a:r>
            <a:br/>
            <a:br/>
            <a:r>
              <a:t>Utah aplica la regla de Modified 50%. La negligencia comparativa modificada (umbral 50%) reduce su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Errores comunes que reducen el valor del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Huecos de tratamiento mayores a 30 días, declaraciones grabadas sin abogado, publicaciones en redes que contradicen la gravedad documentada, cambiar de médico sin transferir notas y aceptar ofertas “finales” en las primeras semanas comprimen el valor.</a:t>
            </a:r>
            <a:br/>
            <a:br/>
            <a:r>
              <a:t>La protección en los primeros 60 días es sobre todo disciplina: tra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$20k–$115k para accidente automovilístico en Utah) describen casos pasados, no el suyo.</a:t>
            </a:r>
            <a:br/>
            <a:br/>
            <a:r>
              <a:t>El valor depende de: facturas médicas actuales y futuras, salarios perdidos, gravedad permanente, claridad de cul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Salt Lake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Salt Lake City, Utah, opciones de atención incluyen Regional Medical Center, Level I/II trauma center (verify locally). El volumen de choques en esta zona se concentra en Interstate corridors, State routes near metro area. Salt Lake City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automovilístico por contingencia.</a:t>
            </a:r>
            <a:br/>
            <a:br/>
            <a:r>
              <a:t>La intake solo pide lo necesario: estado, qué pasó, si hubo tratamiento médico y su teléfono. No pedimos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automovilístico en Utah?</a:t>
            </a:r>
          </a:p>
          <a:p>
            <a:pPr>
              <a:spcAft>
                <a:spcPts val="800"/>
              </a:spcAft>
              <a:defRPr sz="1500">
                <a:solidFill>
                  <a:srgbClr val="94A3B8"/>
                </a:solidFill>
              </a:defRPr>
            </a:pPr>
            <a:r>
              <a:t>A: En la mayoría de los casos en Utah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https://www.wreckmatch.com/es/blog/hit-by-an-uninsured-driver-in-salt-lake-city-utah-2026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https://www.wreckmatch.com/es/blog/hit-by-an-uninsured-driver-in-salt-lake-city-utah-2026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Hit by an Uninsured Driver in Salt Lake City, Utah (2026)</dc:title>
  <dc:subject>WreckMatch educational guide — Utah</dc:subject>
  <dc:creator/>
  <cp:keywords>WreckMatch, car accident, Utah, Utah, hit by an uninsured driver in salt lake city utah 2026, personal injury, attorney matching</cp:keywords>
  <dc:description>Gold-tier presentation summary for https://www.wreckmatch.com/es/blog/hit-by-an-uninsured-driver-in-salt-lake-city-utah-2026.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