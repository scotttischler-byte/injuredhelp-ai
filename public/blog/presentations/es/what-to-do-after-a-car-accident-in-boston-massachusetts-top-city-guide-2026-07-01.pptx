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Boston, Massachusetts — Guía en español — Top City Guide (2026-07-01). Full guide: https://www.wreckmatch.com/es/blog/what-to-do-after-a-car-accident-in-boston-massachusetts-top-city-guide-2026-07-01.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Boston Massachusetts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Boston, Massachusetts — Guía en español — Top City Guide (2026-07-01)</a:t>
            </a:r>
          </a:p>
          <a:p/>
          <a:p>
            <a:r>
              <a:t>Solo educativo — no es asesoría legal. WreckMatch LLC es un servicio de referencia legal, no un bufete. Red de más de 800 bufetes participantes.</a:t>
            </a:r>
          </a:p>
          <a:p/>
          <a:p/>
          <a:p/>
          <a:p>
            <a:r>
              <a:t>En resumen: 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Massachusetts, el plazo de prescripción para la mayoría de lesiones personales es de 3 años desde el choque. Perder ese plazo casi siempre cierra el caso. Los avisos contra entidades públicas pueden exigirse en 60–180 días.</a:t>
            </a:r>
          </a:p>
          <a:p/>
          <a:p>
            <a:r>
              <a:t>Massachusetts aplica la regla de Modified 51%. La negligencia comparativa modificada (umbral 51%) permite recuperar si su culpa es 50% o menos; por encima del 51% pierde el caso. El seguro mínimo obligatorio es 20/40/5 (PIP). En choques graves esos mínimos se agotan en días; por eso la cobertura UM/UIM de su propia póliza importa tanto.</a:t>
            </a:r>
          </a:p>
          <a:p/>
          <a:p>
            <a:r>
              <a:t>Massachusetts es un estado “no-fault”: su PIP suele pagar las primeras facturas médicas sin importar la culpa. Normalmente solo puede demandar al responsable si cruza el umbral de “lesión grave” definido por la ley local. In Massachusetts, deadlines and insurance rules can change how claims are handled. Document medical care early and avoid recorded statements without guidance. Rangos publicados de recuperación en Massachusetts suelen situarse alrededor de $25k–$160k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$25k–$160k para situación después del choque en Massachusetts)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 and preserve evidence.</a:t>
            </a:r>
          </a:p>
          <a:p/>
          <a:p>
            <a:r>
              <a:t>En todo Massachusetts, el seguro mínimo es 20/40/5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Boston, Massachusetts — Guía en español — Top City Guide (2026-07-01)</a:t>
            </a:r>
          </a:p>
          <a:p>
            <a:pPr>
              <a:spcBef>
                <a:spcPts val="1200"/>
              </a:spcBef>
              <a:defRPr sz="1600">
                <a:solidFill>
                  <a:srgbClr val="94A3B8"/>
                </a:solidFill>
              </a:defRPr>
            </a:pPr>
            <a:r>
              <a:t>Truck Accidents · Massachusetts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Massachusetts: plazo 3 años · regla Modified 51% · seguro mínimo 20/40/5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Boston Massachusetts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Boston Massachusetts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Massachusetts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Massachusetts, el plazo de prescripción para la mayoría de lesiones personales es de 3 años desde el choque. Perder ese plazo casi siempre cierra el caso. Los avisos contra entidades públicas pueden exigirse en 60–180 días.</a:t>
            </a:r>
            <a:br/>
            <a:br/>
            <a:r>
              <a:t>Massachusetts aplica la regla de Modified 51%.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$25k–$160k para situación después del choque en Massachusetts)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Massachusetts?</a:t>
            </a:r>
          </a:p>
          <a:p>
            <a:pPr>
              <a:spcAft>
                <a:spcPts val="800"/>
              </a:spcAft>
              <a:defRPr sz="1500">
                <a:solidFill>
                  <a:srgbClr val="94A3B8"/>
                </a:solidFill>
              </a:defRPr>
            </a:pPr>
            <a:r>
              <a:t>A: En la mayoría de los casos en Massachusetts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https://www.wreckmatch.com/es/blog/what-to-do-after-a-car-accident-in-boston-massachusetts-top-city-guide-2026-07-01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https://www.wreckmatch.com/es/blog/what-to-do-after-a-car-accident-in-boston-massachusetts-top-city-guide-2026-07-01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Boston, Massachusetts — Guía en español — Top City Guide (2026-07-01)</dc:title>
  <dc:subject>WreckMatch educational guide — Truck Accidents</dc:subject>
  <dc:creator/>
  <cp:keywords>WreckMatch, car accident, Massachusetts, Truck Accidents, what to do after a car accident in boston massachusetts top city guide 2026 07 01, personal injury, attorney matching</cp:keywords>
  <dc:description>Gold-tier presentation summary for https://www.wreckmatch.com/es/blog/what-to-do-after-a-car-accident-in-boston-massachusetts-top-city-guide-2026-07-01.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