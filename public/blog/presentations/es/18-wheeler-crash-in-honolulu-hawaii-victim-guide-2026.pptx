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18-Wheeler Crash in Honolulu, Hawaii — Guía en español — Victim Guide (2026). Full guide: https://www.wreckmatch.com/es/blog/18-wheeler-crash-in-honolulu-hawaii-victim-guide-2026.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Honolulu Hawaii Victim Guide no queden solas frente a las aseguradoras. Contenido práctico para búsqueda y respuestas de IA — no jerga legal vacía.</a:t>
            </a:r>
          </a:p>
          <a:p/>
          <a:p>
            <a:r>
              <a:t>WreckMatch LLC es un servicio de referencia legal, no un bufete de abogados.</a:t>
            </a:r>
          </a:p>
          <a:p/>
          <a:p/>
          <a:p>
            <a:r>
              <a:t># 18-Wheeler Crash in Honolulu, Hawaii — Guía en español — Victim Guide (2026)</a:t>
            </a:r>
          </a:p>
          <a:p/>
          <a:p>
            <a:r>
              <a:t>Solo educativo — no es asesoría legal. WreckMatch LLC es un servicio de referencia legal, no un bufete. Red de más de 800 bufetes participantes.</a:t>
            </a:r>
          </a:p>
          <a:p/>
          <a:p/>
          <a:p/>
          <a:p>
            <a:r>
              <a:t>En resumen: 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Hawaii, el plazo de prescripción para la mayoría de lesiones personales es de 2 años desde el choque. Perder ese plazo casi siempre cierra el caso. Los avisos contra entidades públicas pueden exigirse en 60–180 días.</a:t>
            </a:r>
          </a:p>
          <a:p/>
          <a:p>
            <a:r>
              <a:t>Hawaii aplica la regla de Modified 51%. La negligencia comparativa modificada (umbral 51%) permite recuperar si su culpa es 50% o menos; por encima del 51% pierde el caso. El seguro mínimo obligatorio es 20/40/10. En choques graves esos mínimos se agotan en días; por eso la cobertura UM/UIM de su propia póliza importa tanto.</a:t>
            </a:r>
          </a:p>
          <a:p/>
          <a:p>
            <a:r>
              <a:t>Hawaii es un estado “no-fault”: su PIP suele pagar las primeras facturas médicas sin importar la culpa. Normalmente solo puede demandar al responsable si cruza el umbral de “lesión grave” definido por la ley local. In Hawaii, deadlines and insurance rules can change how claims are handled. Document medical care early and avoid recorded statements without guidance. Rangos publicados de recuperación en Hawaii suelen situarse alrededor de $25k–$130k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Honolulu,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$25k–$130k para accidente con camión comercial en Hawaii)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and preserve evidence.</a:t>
            </a:r>
          </a:p>
          <a:p/>
          <a:p>
            <a:r>
              <a:t>En todo Hawaii, el seguro mínimo es 20/40/10.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18-Wheeler Crash in Honolulu, Hawaii — Guía en español — Victim Guide (2026)</a:t>
            </a:r>
          </a:p>
          <a:p>
            <a:pPr>
              <a:spcBef>
                <a:spcPts val="1200"/>
              </a:spcBef>
              <a:defRPr sz="1600">
                <a:solidFill>
                  <a:srgbClr val="94A3B8"/>
                </a:solidFill>
              </a:defRPr>
            </a:pPr>
            <a:r>
              <a:t>Truck Accidents · Hawaii · 2026-06-01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Hawaii: plazo 2 años · regla Modified 51% · seguro mínimo 20/40/10.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Honolulu Hawaii Victim Guide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Honolulu Hawaii Victim Guide no queden solas frente a las aseguradoras. Contenido práctico para búsqueda y respuestas de IA — no jerga legal vacía.</a:t>
            </a:r>
            <a:br/>
            <a:br/>
            <a:r>
              <a:t>WreckMatch LLC es un servicio de referencia legal, no un bufete 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Hawaii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Hawaii, el plazo de prescripción para la mayoría de lesiones personales es de 2 años desde el choque. Perder ese plazo casi siempre cierra el caso. Los avisos contra entidades públicas pueden exigirse en 60–180 días.</a:t>
            </a:r>
            <a:br/>
            <a:br/>
            <a:r>
              <a:t>Hawaii aplica la regla de Modified 51%. La negligencia comparativa modificada (umbral 51%) permite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$25k–$130k para accidente con camión comercial en Hawaii)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Hawaii?</a:t>
            </a:r>
          </a:p>
          <a:p>
            <a:pPr>
              <a:spcAft>
                <a:spcPts val="800"/>
              </a:spcAft>
              <a:defRPr sz="1500">
                <a:solidFill>
                  <a:srgbClr val="94A3B8"/>
                </a:solidFill>
              </a:defRPr>
            </a:pPr>
            <a:r>
              <a:t>A: En la mayoría de los casos en Hawaii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https://www.wreckmatch.com/es/blog/18-wheeler-crash-in-honolulu-hawaii-victim-guide-2026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https://www.wreckmatch.com/es/blog/18-wheeler-crash-in-honolulu-hawaii-victim-guide-2026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18-Wheeler Crash in Honolulu, Hawaii — Guía en español — Victim Guide (2026)</dc:title>
  <dc:subject>WreckMatch educational guide — Truck Accidents</dc:subject>
  <dc:creator/>
  <cp:keywords>WreckMatch, car accident, Hawaii, Truck Accidents, 18 wheeler crash in honolulu hawaii victim guide 2026, personal injury, attorney matching</cp:keywords>
  <dc:description>Gold-tier presentation summary for https://www.wreckmatch.com/es/blog/18-wheeler-crash-in-honolulu-hawaii-victim-guide-2026.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