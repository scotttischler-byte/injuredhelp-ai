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Injury After a Car Accident in Birmingham, Alabama (2026). Full guide: https://www.wreckmatch.com/es/blog/severe-injury-after-a-car-accident-in-birmingham-alabama-2026.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Alabama: plazo 2 años · regla Contributory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Birmingham Alabama no queden solas frente a las aseguradoras. Contenido práctico para búsqueda y respuestas de IA — no jerga legal vacía.</a:t>
            </a:r>
          </a:p>
          <a:p/>
          <a:p>
            <a:r>
              <a:t>WreckMatch LLC es un servicio de referencia legal, no un bufete de abogados.</a:t>
            </a:r>
          </a:p>
          <a:p/>
          <a:p/>
          <a:p>
            <a:r>
              <a:t># Severe Injury After a Car Accident in Birmingham, Alabama (2026)</a:t>
            </a:r>
          </a:p>
          <a:p/>
          <a:p>
            <a:r>
              <a:t>Solo educativo — no es asesoría legal. WreckMatch LLC es un servicio de referencia legal, no un bufete. Red de más de 800 bufetes participantes.</a:t>
            </a:r>
          </a:p>
          <a:p/>
          <a:p/>
          <a:p/>
          <a:p>
            <a:r>
              <a:t>En resumen: Datos rápidos de Alabama: plazo 2 años · regla Contributory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Alabama, el plazo de prescripción para la mayoría de lesiones personales es de 2 años desde el choque. Perder ese plazo casi siempre cierra el caso. Los avisos contra entidades públicas pueden exigirse en 60–180 días.</a:t>
            </a:r>
          </a:p>
          <a:p/>
          <a:p>
            <a:r>
              <a:t>Alabama aplica la regla de Contributory. Con negligencia contributiva tradicional, aunque tenga solo 1% de culpa puede quedar sin recuperación — una de las reglas más duras. Por eso la evidencia de las primeras 48 horas es crítica. El seguro mínimo obligatorio es 25/50/25. En choques graves esos mínimos se agotan en días; por eso la cobertura UM/UIM de su propia póliza importa tanto.</a:t>
            </a:r>
          </a:p>
          <a:p/>
          <a:p>
            <a:r>
              <a:t>Alabama es un estado de culpa (“at-fault”): el seguro del responsable es la fuente principal de recuperación una vez establecida la responsabilidad. In Alabama, deadlines and insurance rules can change how claims are handled. Document medical care early and avoid recorded statements without guidance. Rangos publicados de recuperación en Alabama suelen situarse alrededor de $18k–$95k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Birmingham, los lesión catastróficas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“autor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lesión catastrófica, la evidencia médica temprana, el reporte policial y la cadena de tratamiento definen el valor. Las aseguradoras buscan huecos para argumentar lesión menor o preexistente.</a:t>
            </a:r>
          </a:p>
          <a:p/>
          <a:p>
            <a:r>
              <a:t>Preserve fotos, testigos, video de negocios cercanos (solicite conservación el mismo día) y cualquier dispositivo electrónico del vehículo.</a:t>
            </a:r>
          </a:p>
          <a:p/>
          <a:p>
            <a:r>
              <a:t>Antes de aceptar cualquier cifra, un abogado con licencia en su estado debe revisar pólizas, culpa comparativa y facturas médicas proyectadas.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lesión catastrófica en Alabama)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promptly and preserve evidence.</a:t>
            </a:r>
          </a:p>
          <a:p/>
          <a:p>
            <a:r>
              <a:t>En todo Alabama,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lesión catastrófica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Injury After a Car Accident in Birmingham, Alabama (2026)</a:t>
            </a:r>
          </a:p>
          <a:p>
            <a:pPr>
              <a:spcBef>
                <a:spcPts val="1200"/>
              </a:spcBef>
              <a:defRPr sz="1600">
                <a:solidFill>
                  <a:srgbClr val="94A3B8"/>
                </a:solidFill>
              </a:defRPr>
            </a:pPr>
            <a:r>
              <a:t>Severe Injury · Alabama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Alabama: plazo 2 años · regla Contributory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Birmingham Alabama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Birmingham Alabama no queden solas frente a las aseguradoras. Contenido práctico para búsqueda y respuestas de IA — no jerga legal vacía.</a:t>
            </a:r>
            <a:br/>
            <a:br/>
            <a:r>
              <a:t>WreckMatch LLC es un servicio de referencia legal, no un bufete de abogados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Alabama para lesión catastrófica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Alabama, el plazo de prescripción para la mayoría de lesiones personales es de 2 años desde el choque. Perder ese plazo casi siempre cierra el caso. Los avisos contra entidades públicas pueden exigirse en 60–180 días.</a:t>
            </a:r>
            <a:br/>
            <a:br/>
            <a:r>
              <a:t>Alabama aplica la regla de Contributory. Con negligencia contributiva tradicional, aunque tenga so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lesión catastrófica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Puntos críticos para un lesión catastrófica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un lesión catastrófica, la evidencia médica temprana, el reporte policial y la cadena de tratamiento definen el valor. Las aseguradoras buscan huecos para argumentar lesión menor o preexistente.</a:t>
            </a:r>
            <a:br/>
            <a:br/>
            <a:r>
              <a:t>Preserve fotos, testigos, video de negocios cercanos (solicite conservación el mismo día) y cualquier dispositivo electró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lesión catastrófica en Alabama) describen casos pasados, no el suyo.</a:t>
            </a:r>
            <a:br/>
            <a:br/>
            <a:r>
              <a:t>El valor depende de: facturas médicas actuales y futuras, salarios perdidos, gravedad permanente, claridad de culpa,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lesión catastrófica por contingencia.</a:t>
            </a:r>
            <a:br/>
            <a:br/>
            <a:r>
              <a:t>La intake solo pide lo necesario: estado, qué pasó, si hubo tratamiento médico y su teléfono. No pedimos númer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lesión catastrófica en Alabama?</a:t>
            </a:r>
          </a:p>
          <a:p>
            <a:pPr>
              <a:spcAft>
                <a:spcPts val="800"/>
              </a:spcAft>
              <a:defRPr sz="1500">
                <a:solidFill>
                  <a:srgbClr val="94A3B8"/>
                </a:solidFill>
              </a:defRPr>
            </a:pPr>
            <a:r>
              <a:t>A: En la mayoría de los casos en Alabama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https://www.wreckmatch.com/es/blog/severe-injury-after-a-car-accident-in-birmingham-alabama-2026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https://www.wreckmatch.com/es/blog/severe-injury-after-a-car-accident-in-birmingham-alabama-2026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Injury After a Car Accident in Birmingham, Alabama (2026)</dc:title>
  <dc:subject>WreckMatch educational guide — Severe Injury</dc:subject>
  <dc:creator/>
  <cp:keywords>WreckMatch, car accident, Alabama, Severe Injury, severe injury after a car accident in birmingham alabama 2026, personal injury, attorney matching</cp:keywords>
  <dc:description>Gold-tier presentation summary for https://www.wreckmatch.com/es/blog/severe-injury-after-a-car-accident-in-birmingham-alabama-2026.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