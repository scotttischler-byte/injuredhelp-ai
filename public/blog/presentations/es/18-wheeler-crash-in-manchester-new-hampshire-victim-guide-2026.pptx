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Manchester, New Hampshire — Guía en español — Victim Guide (2026). Full guide: https://www.wreckmatch.com/es/blog/18-wheeler-crash-in-manchester-new-hampshire-victim-guide-2026.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Manchester New Hampshire Victim Guide no queden solas frente a las aseguradoras. Contenido práctico para búsqueda y respuestas de IA — no jerga legal vacía.</a:t>
            </a:r>
          </a:p>
          <a:p/>
          <a:p>
            <a:r>
              <a:t>WreckMatch LLC es un servicio de referencia legal, no un bufete de abogados.</a:t>
            </a:r>
          </a:p>
          <a:p/>
          <a:p/>
          <a:p>
            <a:r>
              <a:t># 18-Wheeler Crash in Manchester, New Hampshire — Guía en español — Victim Guide (2026)</a:t>
            </a:r>
          </a:p>
          <a:p/>
          <a:p>
            <a:r>
              <a:t>Solo educativo — no es asesoría legal. WreckMatch LLC es un servicio de referencia legal, no un bufete. Red de más de 800 bufetes participantes.</a:t>
            </a:r>
          </a:p>
          <a:p/>
          <a:p/>
          <a:p/>
          <a:p>
            <a:r>
              <a:t>En resumen: 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Hampshire, el plazo de prescripción para la mayoría de lesiones personales es de 3 años desde el choque. Perder ese plazo casi siempre cierra el caso. Los avisos contra entidades públicas pueden exigirse en 60–180 días.</a:t>
            </a:r>
          </a:p>
          <a:p/>
          <a:p>
            <a:r>
              <a:t>New Hampshire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New Hampshire es un estado de culpa (“at-fault”): el seguro del responsable es la fuente principal de recuperación una vez establecida la responsabilidad. In New Hampshire, deadlines and insurance rules can change how claims are handled. Document medical care early and avoid recorded statements without guidance. Rangos publicados de recuperación en New Hampshire suelen situarse alrededor de $22k–$120k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Manchester,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$22k–$120k para accidente con camión comercial en New Hampshire)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promptly and preserve evidence.</a:t>
            </a:r>
          </a:p>
          <a:p/>
          <a:p>
            <a:r>
              <a:t>En todo New Hampshire,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Manchester, New Hampshire — Guía en español — Victim Guide (2026)</a:t>
            </a:r>
          </a:p>
          <a:p>
            <a:pPr>
              <a:spcBef>
                <a:spcPts val="1200"/>
              </a:spcBef>
              <a:defRPr sz="1600">
                <a:solidFill>
                  <a:srgbClr val="94A3B8"/>
                </a:solidFill>
              </a:defRPr>
            </a:pPr>
            <a:r>
              <a:t>Truck Accidents · New Hampshire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Hampshire: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Manchester New Hampshire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Manchester New Hampshire Victim Guide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Hampshire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Hampshire, el plazo de prescripción para la mayoría de lesiones personales es de 3 años desde el choque. Perder ese plazo casi siempre cierra el caso. Los avisos contra entidades públicas pueden exigirse en 60–180 días.</a:t>
            </a:r>
            <a:br/>
            <a:br/>
            <a:r>
              <a:t>New Hampshire aplica la regla de Modified comparative. Las reglas de culpa comparativa puede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$22k–$120k para accidente con camión comercial en New Hampshire)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Hampshire?</a:t>
            </a:r>
          </a:p>
          <a:p>
            <a:pPr>
              <a:spcAft>
                <a:spcPts val="800"/>
              </a:spcAft>
              <a:defRPr sz="1500">
                <a:solidFill>
                  <a:srgbClr val="94A3B8"/>
                </a:solidFill>
              </a:defRPr>
            </a:pPr>
            <a:r>
              <a:t>A: En la mayoría de los casos en New Hampshire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https://www.wreckmatch.com/es/blog/18-wheeler-crash-in-manchester-new-hampshire-victim-guide-2026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https://www.wreckmatch.com/es/blog/18-wheeler-crash-in-manchester-new-hampshire-victim-guide-2026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Manchester, New Hampshire — Guía en español — Victim Guide (2026)</dc:title>
  <dc:subject>WreckMatch educational guide — Truck Accidents</dc:subject>
  <dc:creator/>
  <cp:keywords>WreckMatch, car accident, New Hampshire, Truck Accidents, 18 wheeler crash in manchester new hampshire victim guide 2026, personal injury, attorney matching</cp:keywords>
  <dc:description>Gold-tier presentation summary for https://www.wreckmatch.com/es/blog/18-wheeler-crash-in-manchester-new-hampshire-victim-guide-2026.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