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Providence, Rhode Island — Guía en español — Top City Guide (2026-06-21). Full guide: https://www.wreckmatch.com/es/blog/semi-truck-accident-in-providence-rhode-island-top-city-guide-2026-06-21.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Rhode Island: plazo 3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Providence Rhode Island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Providence, Rhode Island — Guía en español — Top City Guide (2026-06-21)</a:t>
            </a:r>
          </a:p>
          <a:p/>
          <a:p>
            <a:r>
              <a:t>Solo educativo — no es asesoría legal. WreckMatch LLC es un servicio de referencia legal, no un bufete. Red de más de 800 bufetes participantes.</a:t>
            </a:r>
          </a:p>
          <a:p/>
          <a:p/>
          <a:p/>
          <a:p>
            <a:r>
              <a:t>En resumen: Datos rápidos de Rhode Island: plazo 3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Rhode Island, el plazo de prescripción para la mayoría de lesiones personales es de 3 años desde el choque. Perder ese plazo casi siempre cierra el caso. Los avisos contra entidades públicas pueden exigirse en 60–180 días.</a:t>
            </a:r>
          </a:p>
          <a:p/>
          <a:p>
            <a:r>
              <a:t>Rhode Island aplica la regla de Pure comparative. La negligencia comparativa pura reduce su recuperación según su porcentaje de culpa, pero no la elimina por completo. El seguro mínimo obligatorio es 25/50/25. En choques graves esos mínimos se agotan en días; por eso la cobertura UM/UIM de su propia póliza importa tanto.</a:t>
            </a:r>
          </a:p>
          <a:p/>
          <a:p>
            <a:r>
              <a:t>Rhode Island es un estado de culpa (“at-fault”): el seguro del responsable es la fuente principal de recuperación una vez establecida la responsabilidad. In Rhode Island, deadlines and insurance rules can change how claims are handled. Document medical care early and avoid recorded statements without guidance. Rangos publicados de recuperación en Rhode Island suelen situarse alrededor de $22k–$115k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Providence,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$22k–$115k para accidente con camión comercial en Rhode Island)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Providence, Rhode Island, opciones de atención incluyen Regional Medical Center, Level I/II trauma center (verify locally). El volumen de choques en esta zona se concentra en Interstate corridors, State routes near metro area. Providence sees heavy commuter traffic and intersection crashes. Seek care promptly and preserve evidence.</a:t>
            </a:r>
          </a:p>
          <a:p/>
          <a:p>
            <a:r>
              <a:t>En todo Rhode Island,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Providence, Rhode Island — Guía en español — Top City Guide (2026-06-21)</a:t>
            </a:r>
          </a:p>
          <a:p>
            <a:pPr>
              <a:spcBef>
                <a:spcPts val="1200"/>
              </a:spcBef>
              <a:defRPr sz="1600">
                <a:solidFill>
                  <a:srgbClr val="94A3B8"/>
                </a:solidFill>
              </a:defRPr>
            </a:pPr>
            <a:r>
              <a:t>Rhode Island · Rhode Island · 2026-06-21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Rhode Island: plazo 3 años · regla Pure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Providence Rhode Island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Providence Rhode Island Top City Guide 2026 06 no queden solas frente a las aseguradoras. Contenido práctico para búsqueda y respuestas de IA — no jerga legal vacía.</a:t>
            </a:r>
            <a:br/>
            <a:br/>
            <a:r>
              <a:t>WreckMatch LLC es un servicio de referencia leg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Rhode Island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Rhode Island, el plazo de prescripción para la mayoría de lesiones personales es de 3 años desde el choque. Perder ese plazo casi siempre cierra el caso. Los avisos contra entidades públicas pueden exigirse en 60–180 días.</a:t>
            </a:r>
            <a:br/>
            <a:br/>
            <a:r>
              <a:t>Rhode Island aplica la regla de Pure comparative. La negligencia comparativa pura reduce su 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$22k–$115k para accidente con camión comercial en Rhode Island) describen casos pasados, no el suyo.</a:t>
            </a:r>
            <a:br/>
            <a:br/>
            <a:r>
              <a:t>El valor depende de: facturas médicas actuales y futuras, salarios perdidos, gravedad permanente, cl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Providence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Providence, Rhode Island, opciones de atención incluyen Regional Medical Center, Level I/II trauma center (verify locally). El volumen de choques en esta zona se concentra en Interstate corridors, State routes near metro area. Providence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Rhode Island?</a:t>
            </a:r>
          </a:p>
          <a:p>
            <a:pPr>
              <a:spcAft>
                <a:spcPts val="800"/>
              </a:spcAft>
              <a:defRPr sz="1500">
                <a:solidFill>
                  <a:srgbClr val="94A3B8"/>
                </a:solidFill>
              </a:defRPr>
            </a:pPr>
            <a:r>
              <a:t>A: En la mayoría de los casos en Rhode Island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https://www.wreckmatch.com/es/blog/semi-truck-accident-in-providence-rhode-island-top-city-guide-2026-06-21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https://www.wreckmatch.com/es/blog/semi-truck-accident-in-providence-rhode-island-top-city-guide-2026-06-21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Providence, Rhode Island — Guía en español — Top City Guide (2026-06-21)</dc:title>
  <dc:subject>WreckMatch educational guide — Rhode Island</dc:subject>
  <dc:creator/>
  <cp:keywords>WreckMatch, car accident, Rhode Island, Rhode Island, semi truck accident in providence rhode island top city guide 2026 06 21, personal injury, attorney matching</cp:keywords>
  <dc:description>Gold-tier presentation summary for https://www.wreckmatch.com/es/blog/semi-truck-accident-in-providence-rhode-island-top-city-guide-2026-06-21.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