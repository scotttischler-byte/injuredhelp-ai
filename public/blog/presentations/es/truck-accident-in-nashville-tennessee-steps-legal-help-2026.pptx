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Nashville, Tennessee: Steps &amp; Legal Help (2026). Full guide: https://www.wreckmatch.com/es/blog/truck-accident-in-nashville-tennessee-steps-legal-help-2026.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Tennessee: plazo 1 año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Nashville Tennessee Steps Legal Help no queden solas frente a las aseguradoras. Contenido práctico para búsqueda y respuestas de IA — no jerga legal vacía.</a:t>
            </a:r>
          </a:p>
          <a:p/>
          <a:p>
            <a:r>
              <a:t>WreckMatch LLC es un servicio de referencia legal, no un bufete de abogados.</a:t>
            </a:r>
          </a:p>
          <a:p/>
          <a:p/>
          <a:p>
            <a:r>
              <a:t># Truck Accident in Nashville, Tennessee: Steps &amp; Legal Help (2026)</a:t>
            </a:r>
          </a:p>
          <a:p/>
          <a:p>
            <a:r>
              <a:t>Solo educativo — no es asesoría legal. WreckMatch LLC es un servicio de referencia legal, no un bufete. Red de más de 800 bufetes participantes.</a:t>
            </a:r>
          </a:p>
          <a:p/>
          <a:p/>
          <a:p/>
          <a:p>
            <a:r>
              <a:t>En resumen: Datos rápidos de Tennessee: plazo 1 año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Tennessee, el plazo de prescripción para la mayoría de lesiones personales es de 1 año desde el choque. Perder ese plazo casi siempre cierra el caso. Los avisos contra entidades públicas pueden exigirse en 60–180 días.</a:t>
            </a:r>
          </a:p>
          <a:p/>
          <a:p>
            <a:r>
              <a:t>Tennessee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Tennessee es un estado de culpa (“at-fault”): el seguro del responsable es la fuente principal de recuperación una vez establecida la responsabilidad. In Tennessee, deadlines and insurance rules can change how claims are handled. Document medical care early and avoid recorded statements without guidance. Rangos publicados de recuperación en Tennessee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Nashville,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Tennessee)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promptly and preserve evidence.</a:t>
            </a:r>
          </a:p>
          <a:p/>
          <a:p>
            <a:r>
              <a:t>En todo Tennessee,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Nashville, Tennessee: Steps &amp; Legal Help (2026)</a:t>
            </a:r>
          </a:p>
          <a:p>
            <a:pPr>
              <a:spcBef>
                <a:spcPts val="1200"/>
              </a:spcBef>
              <a:defRPr sz="1600">
                <a:solidFill>
                  <a:srgbClr val="94A3B8"/>
                </a:solidFill>
              </a:defRPr>
            </a:pPr>
            <a:r>
              <a:t>Truck Accidents · Tennessee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Tennessee: plazo 1 año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Nashville Tennessee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Nashville Tennessee Steps Legal Help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Tennessee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Tennessee, el plazo de prescripción para la mayoría de lesiones personales es de 1 año desde el choque. Perder ese plazo casi siempre cierra el caso. Los avisos contra entidades públicas pueden exigirse en 60–180 días.</a:t>
            </a:r>
            <a:br/>
            <a:br/>
            <a:r>
              <a:t>Tennessee aplica la regla de Modified 50%. La negligencia comparativa modificada (umbral 50%) red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Tennessee)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Nashville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Nashville, Tennessee, opciones de atención incluyen Regional Medical Center, Level I/II trauma center (verify locally). El volumen de choques en esta zona se concentra en Interstate corridors, State routes near metro area. Nashville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Tennessee?</a:t>
            </a:r>
          </a:p>
          <a:p>
            <a:pPr>
              <a:spcAft>
                <a:spcPts val="800"/>
              </a:spcAft>
              <a:defRPr sz="1500">
                <a:solidFill>
                  <a:srgbClr val="94A3B8"/>
                </a:solidFill>
              </a:defRPr>
            </a:pPr>
            <a:r>
              <a:t>A: En la mayoría de los casos en Tennessee el plazo suele ser 1 año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https://www.wreckmatch.com/es/blog/truck-accident-in-nashville-tennessee-steps-legal-help-2026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https://www.wreckmatch.com/es/blog/truck-accident-in-nashville-tennessee-steps-legal-help-2026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Nashville, Tennessee: Steps &amp; Legal Help (2026)</dc:title>
  <dc:subject>WreckMatch educational guide — Truck Accidents</dc:subject>
  <dc:creator/>
  <cp:keywords>WreckMatch, car accident, Tennessee, Truck Accidents, truck accident in nashville tennessee steps legal help 2026, personal injury, attorney matching</cp:keywords>
  <dc:description>Gold-tier presentation summary for https://www.wreckmatch.com/es/blog/truck-accident-in-nashville-tennessee-steps-legal-help-2026.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