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(Step-by-Step). Full guide: https://www.wreckmatch.com/es/blog/what-to-do-after-car-accident.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What to Do After a Car Accident (Step-by-Step)</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situación después del choque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(Step-by-Step)</a:t>
            </a:r>
          </a:p>
          <a:p>
            <a:pPr>
              <a:spcBef>
                <a:spcPts val="1200"/>
              </a:spcBef>
              <a:defRPr sz="1600">
                <a:solidFill>
                  <a:srgbClr val="94A3B8"/>
                </a:solidFill>
              </a:defRPr>
            </a:pPr>
            <a:r>
              <a:t>Car Accidents · 2026-05-10T00:00:00.000Z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What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situación después del choque en EE. UU.)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https://www.wreckmatch.com/es/blog/what-to-do-after-car-accident</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https://www.wreckmatch.com/es/blog/what-to-do-after-car-accident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(Step-by-Step)</dc:title>
  <dc:subject>WreckMatch educational guide — Car Accidents</dc:subject>
  <dc:creator/>
  <cp:keywords>WreckMatch, car accident, Car Accidents, what to do after car accident, personal injury, attorney matching</cp:keywords>
  <dc:description>Gold-tier presentation summary for https://www.wreckmatch.com/es/blog/what-to-do-after-car-accident.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