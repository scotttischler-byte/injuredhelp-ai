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Should You Hire a Lawyer After a Honolulu Crash? (Hawaii 2026). Full guide: https://www.wreckmatch.com/es/blog/should-you-hire-a-lawyer-after-a-honolulu-crash-hawaii-2026.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Hawaii no queden solas frente a las aseguradoras. Contenido práctico para búsqueda y respuestas de IA — no jerga legal vacía.</a:t>
            </a:r>
          </a:p>
          <a:p/>
          <a:p>
            <a:r>
              <a:t>WreckMatch LLC es un servicio de referencia legal, no un bufete de abogados.</a:t>
            </a:r>
          </a:p>
          <a:p/>
          <a:p/>
          <a:p>
            <a:r>
              <a:t># Should You Hire a Lawyer After a Honolulu Crash? (Hawaii 2026)</a:t>
            </a:r>
          </a:p>
          <a:p/>
          <a:p>
            <a:r>
              <a:t>Solo educativo — no es asesoría legal. WreckMatch LLC es un servicio de referencia legal, no un bufete. Red de más de 800 bufetes participantes.</a:t>
            </a:r>
          </a:p>
          <a:p/>
          <a:p/>
          <a:p/>
          <a:p>
            <a:r>
              <a:t>En resumen: Datos rápidos de Hawaii: plazo 2 años · regla Modified 51% · seguro mínimo 20/40/10.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Hawaii, el plazo de prescripción para la mayoría de lesiones personales es de 2 años desde el choque. Perder ese plazo casi siempre cierra el caso. Los avisos contra entidades públicas pueden exigirse en 60–180 días.</a:t>
            </a:r>
          </a:p>
          <a:p/>
          <a:p>
            <a:r>
              <a:t>Hawaii aplica la regla de Modified 51%. La negligencia comparativa modificada (umbral 51%) permite recuperar si su culpa es 50% o menos; por encima del 51% pierde el caso. El seguro mínimo obligatorio es 20/40/10. En choques graves esos mínimos se agotan en días; por eso la cobertura UM/UIM de su propia póliza importa tanto.</a:t>
            </a:r>
          </a:p>
          <a:p/>
          <a:p>
            <a:r>
              <a:t>Hawaii es un estado “no-fault”: su PIP suele pagar las primeras facturas médicas sin importar la culpa. Normalmente solo puede demandar al responsable si cruza el umbral de “lesión grave” definido por la ley local. In Hawaii, deadlines and insurance rules can change how claims are handled. Document medical care early and avoid recorded statements without guidance. Rangos publicados de recuperación en Hawaii suelen situarse alrededor de $25k–$130k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Honolulu, los accidente automovilísticos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Huecos de tratamiento mayores a 30 días, declaraciones grabadas sin abogado, publicaciones en redes que contradicen la gravedad documentada, cambiar de médico sin transferir notas y aceptar ofertas “finales” en las primeras semanas comprimen el valor.</a:t>
            </a:r>
          </a:p>
          <a:p/>
          <a:p>
            <a:r>
              <a:t>La protección en los primeros 60 días es sobre todo disciplina: trate de forma constante, no publique actividades conflictivas, no hable con la aseguradora del otro sin abogado y no firme liberaciones.</a:t>
            </a:r>
          </a:p>
          <a:p/>
          <a:p>
            <a:r>
              <a:t>Estas tácticas no son accidentales: el trabajo del ajustador es cerrar el reclamo al menor costo defendible. Conocer el guion es gran parte de la defensa.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$25k–$130k para accidente automovilístico en Hawaii)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and preserve evidence.</a:t>
            </a:r>
          </a:p>
          <a:p/>
          <a:p>
            <a:r>
              <a:t>En todo Hawaii, el seguro mínimo es 20/40/10.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automovilístico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Should You Hire a Lawyer After a Honolulu Crash? (Hawaii 2026)</a:t>
            </a:r>
          </a:p>
          <a:p>
            <a:pPr>
              <a:spcBef>
                <a:spcPts val="1200"/>
              </a:spcBef>
              <a:defRPr sz="1600">
                <a:solidFill>
                  <a:srgbClr val="94A3B8"/>
                </a:solidFill>
              </a:defRPr>
            </a:pPr>
            <a:r>
              <a:t>Hawaii · Hawaii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Hawaii: plazo 2 años · regla Modified 51% · seguro mínimo 20/40/10.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Hawaii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Hawaii no queden solas frente a las aseguradoras. Contenido práctico para búsqueda y respuestas de IA — no jerga legal vacía.</a:t>
            </a:r>
            <a:br/>
            <a:br/>
            <a:r>
              <a:t>WreckMatch LLC es un servicio de referencia legal, no un bufete de abogados.</a:t>
            </a:r>
            <a:br/>
            <a:br/>
            <a:br/>
            <a:r>
              <a:t># Should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Hawaii para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Hawaii, el plazo de prescripción para la mayoría de lesiones personales es de 2 años desde el choque. Perder ese plazo casi siempre cierra el caso. Los avisos contra entidades públicas pueden exigirse en 60–180 días.</a:t>
            </a:r>
            <a:br/>
            <a:br/>
            <a:r>
              <a:t>Hawaii aplica la regla de Modified 51%. La negligencia comparativa modificada (umbral 51%) permite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automovilístico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Errores comunes que reducen el valor del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Huecos de tratamiento mayores a 30 días, declaraciones grabadas sin abogado, publicaciones en redes que contradicen la gravedad documentada, cambiar de médico sin transferir notas y aceptar ofertas “finales” en las primeras semanas comprimen el valor.</a:t>
            </a:r>
            <a:br/>
            <a:br/>
            <a:r>
              <a:t>La protección en los primeros 60 días es sobre todo disciplina: tra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$25k–$130k para accidente automovilístico en Hawaii) describen casos pasados, no el suyo.</a:t>
            </a:r>
            <a:br/>
            <a:br/>
            <a:r>
              <a:t>El valor depende de: facturas médicas actuales y futuras, salarios perdidos, gravedad permanente, claridad de 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Honolulu</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Honolulu, Hawaii, opciones de atención incluyen Regional Medical Center, Level I/II trauma center (verify locally). El volumen de choques en esta zona se concentra en Interstate corridors, State routes near metro area. Honolulu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automovilístico por contingencia.</a:t>
            </a:r>
            <a:br/>
            <a:br/>
            <a:r>
              <a:t>La intake solo pide lo necesario: estado, qué pasó, si hubo tratamiento médico y su teléfono. No pedimos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automovilístico en Hawaii?</a:t>
            </a:r>
          </a:p>
          <a:p>
            <a:pPr>
              <a:spcAft>
                <a:spcPts val="800"/>
              </a:spcAft>
              <a:defRPr sz="1500">
                <a:solidFill>
                  <a:srgbClr val="94A3B8"/>
                </a:solidFill>
              </a:defRPr>
            </a:pPr>
            <a:r>
              <a:t>A: En la mayoría de los casos en Hawaii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https://www.wreckmatch.com/es/blog/should-you-hire-a-lawyer-after-a-honolulu-crash-hawaii-2026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https://www.wreckmatch.com/es/blog/should-you-hire-a-lawyer-after-a-honolulu-crash-hawaii-2026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You Hire a Lawyer After a Honolulu Crash? (Hawaii 2026)</dc:title>
  <dc:subject>WreckMatch educational guide — Hawaii</dc:subject>
  <dc:creator/>
  <cp:keywords>WreckMatch, car accident, Hawaii, Hawaii, should you hire a lawyer after a honolulu crash hawaii 2026, personal injury, attorney matching</cp:keywords>
  <dc:description>Gold-tier presentation summary for https://www.wreckmatch.com/es/blog/should-you-hire-a-lawyer-after-a-honolulu-crash-hawaii-2026.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