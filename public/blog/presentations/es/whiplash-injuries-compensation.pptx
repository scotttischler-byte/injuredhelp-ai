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Injuries — Guía en español — Symptoms, Treatment &amp; Compensation. Full guide: https://www.wreckmatch.com/es/blog/whiplash-injuries-compensation. WreckMatch LLC legal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Importante — lea primero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en español — Car accident in your area in your area, your state? your state's 2 years filing window (verify with counsel), insurer tactics, and free attorney matching in ~60 seconds via WreckMatch.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Kathy Carr, CEO de WreckMatch, y Scott Tischler, cofundador, crearon estas guías para que las familias en su área no queden solas frente a las aseguradoras. Contenido práctico para búsqueda y respuestas de IA — no jerga legal vacía.</a:t>
            </a:r>
          </a:p>
          <a:p/>
          <a:p>
            <a:r>
              <a:t>WreckMatch LLC es un servicio de referencia legal, no un bufete de abogados.</a:t>
            </a:r>
          </a:p>
          <a:p/>
          <a:p/>
          <a:p>
            <a:r>
              <a:t># Whiplash Injuries — Guía en español — Symptoms, Treatment &amp; Compensation</a:t>
            </a:r>
          </a:p>
          <a:p/>
          <a:p>
            <a:r>
              <a:t>Solo educativo — no es asesoría legal. WreckMatch LLC es un servicio de referencia legal, no un bufete. Red de más de 800 bufetes participantes.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estado de EE. UU. fija su propio plazo (statute of limitations) para reclamos por lesiones personales tras un choque. La mayoría están entre 1 y 6 años; muchos en 2 o 3 años desde la fecha del accidente. El plazo se acorta aún más con vehículos del gobierno, menores o muerte injusta — a veces a solo 60–180 días para un aviso formal.</a:t>
            </a:r>
          </a:p>
          <a:p/>
          <a:p>
            <a:r>
              <a:t>La forma en que se reparte la culpa también cambia el valor del caso. Estados de culpa pura comparativa, modificada (50% o 51%) y negligencia contributiva (Alabama, Maryland, Carolina del Norte, Virginia y D.C.) pueden reducir o eliminar la recuperación según su porcentaje de culpa asignado.</a:t>
            </a:r>
          </a:p>
          <a:p/>
          <a:p>
            <a:r>
              <a:t>En estados “no-fault”, primero suele aplicar su PIP antes de demandar al conductor culpable, salvo lesiones graves según la ley local. Confirme siempre con un abogado con licencia en su estado.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primeras 48 horas definen la mayoría de los casos. Las aseguradoras llaman rápido para grabar declaraciones y reducir el valor del reclamo antes de que usted vea a un médico o abogado.</a:t>
            </a:r>
          </a:p>
          <a:p/>
          <a:p>
            <a:r>
              <a:t>Acuda a un hospital o urgencias en 24 horas; la adrenalina puede ocultar lesiones graves.</a:t>
            </a:r>
          </a:p>
          <a:p/>
          <a:p>
            <a:r>
              <a:t>1. Llame al 911 y obtenga el reporte policial.</a:t>
            </a:r>
          </a:p>
          <a:p>
            <a:r>
              <a:t>2. Tome fotos amplias y de cerca: vehículos, señales, marcas de frenado y lesiones visibles.</a:t>
            </a:r>
          </a:p>
          <a:p>
            <a:r>
              <a:t>3. Obtenga nombre, seguro y placa del otro conductor; en camiones, fotografíe números DOT/USDOT.</a:t>
            </a:r>
          </a:p>
          <a:p>
            <a:r>
              <a:t>4. Pida datos de al menos dos testigos independientes.</a:t>
            </a:r>
          </a:p>
          <a:p>
            <a:r>
              <a:t>5. No dé declaración grabada a ninguna aseguradora antes de hablar con un abogado.</a:t>
            </a:r>
          </a:p>
          <a:p>
            <a:r>
              <a:t>6. Busque atención médica el mismo día o al siguiente; los huecos en tratamiento reducen ofertas.</a:t>
            </a:r>
          </a:p>
          <a:p>
            <a:r>
              <a:t>7. Conserve evidencia: vehículo dañado, ropa, dashcam, GPS del teléfono.</a:t>
            </a:r>
          </a:p>
          <a:p>
            <a:r>
              <a:t>8. Avise a su propia aseguradora por escrito en 24–72 horas según su póliza.</a:t>
            </a:r>
          </a:p>
          <a:p>
            <a:r>
              <a:t>9. Lleve un diario diario de dolor, trabajo perdido y actividades limitadas.</a:t>
            </a:r>
          </a:p>
          <a:p>
            <a:r>
              <a:t>10. No firme nada que diga “liberación”, “renuncia” o “autorización médica” amplia sin abogado.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 latigazo cervical y lesión de tejidos blandos, la evidencia médica temprana, el reporte policial y la cadena de tratamiento definen el valor. Las aseguradoras buscan huecos para argumentar lesión menor o preexistente.</a:t>
            </a:r>
          </a:p>
          <a:p/>
          <a:p>
            <a:r>
              <a:t>Preserve fotos, testigos, video de negocios cercanos (solicite conservación el mismo día) y cualquier dispositivo electrónico del vehículo.</a:t>
            </a:r>
          </a:p>
          <a:p/>
          <a:p>
            <a:r>
              <a:t>Antes de aceptar cualquier cifra, un abogado con licencia en su estado debe revisar pólizas, culpa comparativa y facturas médicas proyectadas.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Nadie puede dar un número exacto sin ver historial médico, reporte policial y pólizas. Promedios publicados (a menudo $15,000 – $250,000+ para latigazo cervical y lesión de tejidos blandos en EE. UU.) describen casos pasados, no el suyo.</a:t>
            </a:r>
          </a:p>
          <a:p/>
          <a:p>
            <a:r>
              <a:t>El valor depende de: facturas médicas actuales y futuras, salarios perdidos, gravedad permanente, claridad de culpa, límites de póliza y el tribunal donde se litiga.</a:t>
            </a:r>
          </a:p>
          <a:p/>
          <a:p>
            <a:r>
              <a:t>Quien garantice un rango sin revisar su expediente no está siendo honesto. La estimación creíble viene de un abogado de lesiones personales con licencia en su estado.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todo choque requiere abogado. Golpes leves sin lesión y aseguradora cooperativa a veces se resuelven solos. La situación cambia si aparece cualquiera de lo siguiente.</a:t>
            </a:r>
          </a:p>
          <a:p/>
          <a:p>
            <a:r>
              <a:t>1. Tratamiento más allá de una sola visita al ER, especialmente con resonancia (RX, TAC, MRI).</a:t>
            </a:r>
          </a:p>
          <a:p>
            <a:r>
              <a:t>2. Perdió trabajo, aunque sea un turno, por el accidente.</a:t>
            </a:r>
          </a:p>
          <a:p>
            <a:r>
              <a:t>3. Vehículo comercial, Uber/Lyft, flota o conductor en horario laboral.</a:t>
            </a:r>
          </a:p>
          <a:p>
            <a:r>
              <a:t>4. Culpa disputada o reporte policial desfavorable.</a:t>
            </a:r>
          </a:p>
          <a:p>
            <a:r>
              <a:t>5. Conductor sin seguro, con poco seguro o huida del lugar.</a:t>
            </a:r>
          </a:p>
          <a:p>
            <a:r>
              <a:t>6. La aseguradora pide declaración grabada, autorización médica amplia u oferta rápida.</a:t>
            </a:r>
          </a:p>
          <a:p>
            <a:r>
              <a:t>7. Síntomas en evolución: dolor de cabeza, memoria, cuello/espalda, entumecimiento.</a:t>
            </a:r>
          </a:p>
          <a:p>
            <a:r>
              <a:t>8. Hospitalización, cirugía o restricción permanente.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WreckMatch elimina horas de llamadas repetidas durante la recuperación. Una sola intake de unos 60 segundos lo conecta con un abogado con licencia en su estado que maneja latigazo cervical y lesión de tejidos blandos por contingencia.</a:t>
            </a:r>
          </a:p>
          <a:p/>
          <a:p>
            <a:r>
              <a:t>La intake solo pide lo necesario: estado, qué pasó, si hubo tratamiento médico y su teléfono. No pedimos números de póliza completos ni declaraciones grabadas. Puede detener la llamada cuando quiera.</a:t>
            </a:r>
          </a:p>
          <a:p/>
          <a:p>
            <a:r>
              <a:t>La oficina del abogado suele responder en horas. La consulta inicial es gratuita y sin obligación de contratar.</a:t>
            </a:r>
          </a:p>
          <a:p/>
          <a:p>
            <a:r>
              <a:t>WreckMatch LLC es un servicio de referencia legal, no un bufete. No cobramos a consumidores. Este artículo es información general, no asesoría legal para su caso.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un latigazo cervical y lesión de tejidos blandos, la mayoría de los bufetes de lesiones personales solicitan el mismo paquete inicial. Tenerlo listo acelera la evaluación gratuita.</a:t>
            </a:r>
          </a:p>
          <a:p/>
          <a:p>
            <a:r>
              <a:t>1. Reporte policial o número de incidente y agencia que lo emitió.</a:t>
            </a:r>
          </a:p>
          <a:p>
            <a:r>
              <a:t>2. Fotos del lugar, vehículos, lesiones visibles y datos del otro conductor.</a:t>
            </a:r>
          </a:p>
          <a:p>
            <a:r>
              <a:t>3. Tarjeta de seguro suya y del otro parte; declaraciones de cobertura si las tiene.</a:t>
            </a:r>
          </a:p>
          <a:p>
            <a:r>
              <a:t>4. Facturas médicas, órdenes de imágenes y notas de alta del hospital o urgencias.</a:t>
            </a:r>
          </a:p>
          <a:p>
            <a:r>
              <a:t>5. Comprobantes de salario perdido o carta del empleador.</a:t>
            </a:r>
          </a:p>
          <a:p>
            <a:r>
              <a:t>6. Diario de síntomas y actividades que ya no puede realizar.</a:t>
            </a:r>
          </a:p>
          <a:p>
            <a:r>
              <a:t>7. Correspondencia con cualquier aseguradora (correo, SMS, capturas de app).</a:t>
            </a:r>
          </a:p>
          <a:p>
            <a:r>
              <a:t>8. Contacto de testigos y, si aplica, video de negocios o dashcam.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Preguntas frecuentes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Emparejamiento con abogado con licencia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Revisado para contexto legal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Injuries — Guía en español — Symptoms, Treatment &amp; Compensation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Car Accidents · 2026-05-17T00:00:00.000Z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Importante — lea primero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Solo educativo — no es asesoría legal.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es un servicio de referencia legal, NO un bufete.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Más de 800 bufetes participantes — emparejamiento gratuito.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Confirme plazos con un abogado con licencia en su estado.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Respuesta rápida (resumen citabile)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 en español — Car accident in your area in your area, your state? your state's 2 years filing window (verify with counsel), insurer tactics, and free attorney matching in ~60 seconds via WreckMatch.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Por qué publicamos esta guía para su área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Kathy Carr, CEO de WreckMatch, y Scott Tischler, cofundador, crearon estas guías para que las familias en su área no queden solas frente a las aseguradoras. Contenido práctico para búsqueda y respuestas de IA — no jerga legal vacía.</a:t>
            </a:r>
            <a:br/>
            <a:br/>
            <a:r>
              <a:t>WreckMatch LLC es un servicio de referencia legal, no un bufete de abogados.</a:t>
            </a:r>
            <a:br/>
            <a:br/>
            <a:br/>
            <a:r>
              <a:t># Whipl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Los plazos y las reglas de culpa varían según el estado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Cada estado de EE. UU. fija su propio plazo (statute of limitations) para reclamos por lesiones personales tras un choque. La mayoría están entre 1 y 6 años; muchos en 2 o 3 años desde la fecha del accidente. El plazo se acorta aún más con vehículos del gobierno, menores o muerte injusta — a veces a solo 60–180 días 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Qué hacer en las primeras 48 horas tras un latigazo cervical y lesión de tejidos blandos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Llame al 911 y obtenga el reporte policial.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Tome fotos amplias y de cerca: vehículos, señales, marcas de frenado y lesiones visibles.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Obtenga nombre, seguro y placa del otro conductor; en camiones, fotografíe números DOT/USDOT.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Pida datos de al menos dos testigos independientes.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dé declaración grabada a ninguna aseguradora antes de hablar con un abogado.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Busque atención médica el mismo día o al siguiente; los huecos en tratamiento reducen ofertas.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Conserve evidencia: vehículo dañado, ropa, dashcam, GPS del teléfono.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Puntos críticos para un latigazo cervical y lesión de tejidos blandos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En un latigazo cervical y lesión de tejidos blandos, la evidencia médica temprana, el reporte policial y la cadena de tratamiento definen el valor. Las aseguradoras buscan huecos para argumentar lesión menor o preexistente.</a:t>
            </a:r>
            <a:br/>
            <a:br/>
            <a:r>
              <a:t>Preserve fotos, testigos, video de negocios cercanos (solicite conservación el mismo día) y cua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¿Cuánto podría valer su caso?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Nadie puede dar un número exacto sin ver historial médico, reporte policial y pólizas. Promedios publicados (a menudo $15,000 – $250,000+ para latigazo cervical y lesión de tejidos blandos en EE. UU.) describen casos pasados, no el suyo.</a:t>
            </a:r>
            <a:br/>
            <a:br/>
            <a:r>
              <a:t>El valor depende de: facturas médicas actuales y futuras, salarios perdidos, grav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Cuándo llamar a un abogado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Tratamiento más allá de una sola visita al ER, especialmente con resonancia (RX, TAC, MRI).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Perdió trabajo, aunque sea un turno, por el accidente.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Vehículo comercial, Uber/Lyft, flota o conductor en horario laboral.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Culpa disputada o reporte policial desfavorable.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Conductor sin seguro, con poco seguro o huida del lugar.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La aseguradora pide declaración grabada, autorización médica amplia u oferta rápida.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Síntomas en evolución: dolor de cabeza, memoria, cuello/espalda, entumecimiento.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Cómo WreckMatch le conecta con un abogado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elimina horas de llamadas repetidas durante la recuperación. Una sola intake de unos 60 segundos lo conecta con un abogado con licencia en su estado que maneja latigazo cervical y lesión de tejidos blandos por contingencia.</a:t>
            </a:r>
            <a:br/>
            <a:br/>
            <a:r>
              <a:t>La intake solo pide lo necesario: estado, qué pasó, si hubo tratamiento médico y su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Lista de documentos que su abogado pedirá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Reporte policial o número de incidente y agencia que lo emitió.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Fotos del lugar, vehículos, lesiones visibles y datos del otro conductor.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Tarjeta de seguro suya y del otro parte; declaraciones de cobertura si las tiene.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Facturas médicas, órdenes de imágenes y notas de alta del hospital o urgencias.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Comprobantes de salario perdido o carta del empleador.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Diario de síntomas y actividades que ya no puede realizar.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Correspondencia con cualquier aseguradora (correo, SMS, capturas de app).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Preguntas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¿Cuánto tiempo tengo para demandar por un latigazo cervical y lesión de tejidos blandos en su estado?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En la mayoría de los casos en su estado el plazo suele ser 2 años desde el choque, pero reclamos contra entidades públicas pueden exigir avisos en 60–180 días. Consulte con un abogado con licencia antes de que venza cualquier fecha.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¿Cuánto cuesta hablar con un abogado de la red WreckMatch?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Nada por adelantado. Los abogados de la red suelen trabajar por contingencia: solo cobran si recuperan compensación para usted. WreckMatch LLC es un servicio de referencia legal, no un bufete.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¿Qué pasa si el otro conductor no tenía seguro o huyó?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Su cobertura de conductor sin seguro (UM) en su propia póliza suele ser la vía principal. Revise la declaración de cobertura con un abogado; su propia aseguradora también puede disputar el reclamo.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¿Debo dar una declaración grabada a la otra aseguradora?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Emparejamiento con abogado con licencia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Emparejamiento gratis en ~60 segundos: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Llame al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Artículo completo: https://www.wreckmatch.com/es/blog/whiplash-injuries-compensation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Sin costo por emparejamiento — honorarios de contingencia.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Revisado para contexto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https://www.wreckmatch.com/es/blog/whiplash-injuries-compensation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Injuries — Guía en español — Symptoms, Treatment &amp; Compensation</dc:title>
  <dc:subject>WreckMatch educational guide — Car Accidents</dc:subject>
  <dc:creator/>
  <cp:keywords>WreckMatch, car accident, Car Accidents, whiplash injuries compensation, personal injury, attorney matching</cp:keywords>
  <dc:description>Gold-tier presentation summary for https://www.wreckmatch.com/es/blog/whiplash-injuries-compensation.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