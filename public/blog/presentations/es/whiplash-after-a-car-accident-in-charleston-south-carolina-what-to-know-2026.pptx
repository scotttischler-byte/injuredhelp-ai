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Whiplash After a Car Accident in Charleston, South Carolina — Guía en español — What to Know (2026). Full guide: https://www.wreckmatch.com/es/blog/whiplash-after-a-car-accident-in-charleston-south-carolina-what-to-know-2026.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Charleston South Carolina What To Know no queden solas frente a las aseguradoras. Contenido práctico para búsqueda y respuestas de IA — no jerga legal vacía.</a:t>
            </a:r>
          </a:p>
          <a:p/>
          <a:p>
            <a:r>
              <a:t>WreckMatch LLC es un servicio de referencia legal, no un bufete de abogados.</a:t>
            </a:r>
          </a:p>
          <a:p/>
          <a:p/>
          <a:p>
            <a:r>
              <a:t># Whiplash After a Car Accident in Charleston, South Carolina — Guía en español — What to Know (2026)</a:t>
            </a:r>
          </a:p>
          <a:p/>
          <a:p>
            <a:r>
              <a:t>Solo educativo — no es asesoría legal. WreckMatch LLC es un servicio de referencia legal, no un bufete. Red de más de 800 bufetes participantes.</a:t>
            </a:r>
          </a:p>
          <a:p/>
          <a:p/>
          <a:p/>
          <a:p>
            <a:r>
              <a:t>En resumen: 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South Carolina, el plazo de prescripción para la mayoría de lesiones personales es de 3 años desde el choque. Perder ese plazo casi siempre cierra el caso. Los avisos contra entidades públicas pueden exigirse en 60–180 días.</a:t>
            </a:r>
          </a:p>
          <a:p/>
          <a:p>
            <a:r>
              <a:t>South Carolina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South Carolina es un estado de culpa (“at-fault”): el seguro del responsable es la fuente principal de recuperación una vez establecida la responsabilidad. In South Carolina, deadlines and insurance rules can change how claims are handled. Document medical care early and avoid recorded statements without guidance. Rangos publicados de recuperación en South Carolina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Charleston, los latigazo cervical y lesión de tejidos blandoss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latigazo cervical y lesión de tejidos blandos,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latigazo cervical y lesión de tejidos blandos en South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 promptly and preserve evidence.</a:t>
            </a:r>
          </a:p>
          <a:p/>
          <a:p>
            <a:r>
              <a:t>En todo South Carolina,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latigazo cervical y lesión de tejidos blandos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Whiplash After a Car Accident in Charleston, South Carolina — Guía en español — What to Know (2026)</a:t>
            </a:r>
          </a:p>
          <a:p>
            <a:pPr>
              <a:spcBef>
                <a:spcPts val="1200"/>
              </a:spcBef>
              <a:defRPr sz="1600">
                <a:solidFill>
                  <a:srgbClr val="94A3B8"/>
                </a:solidFill>
              </a:defRPr>
            </a:pPr>
            <a:r>
              <a:t>South Carolina · South Carolina · 2026-06-07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South Carolina: plazo 3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Charleston South Carolina What To Know</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Charleston South Carolina What To Know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South Carolina para latigazo cervical y lesión de tejidos blandos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South Carolina, el plazo de prescripción para la mayoría de lesiones personales es de 3 años desde el choque. Perder ese plazo casi siempre cierra el caso. Los avisos contra entidades públicas pueden exigirse en 60–180 días.</a:t>
            </a:r>
            <a:br/>
            <a:br/>
            <a:r>
              <a:t>South Carolina aplica la regla de Modified 51%. La negligencia comparativa modificada (umbr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latigazo cervical y lesión de tejidos blandos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latigazo cervical y lesión de tejidos blandos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latigazo cervical y lesión de tejidos blandos,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latigazo cervical y lesión de tejidos blandos en South Carolina) describen casos pasados, no el suyo.</a:t>
            </a:r>
            <a:br/>
            <a:br/>
            <a:r>
              <a:t>El valor depende de: facturas médicas actuales y futuras, salarios perdidos, graved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latigazo cervical y lesión de tejidos blandos por contingencia.</a:t>
            </a:r>
            <a:br/>
            <a:br/>
            <a:r>
              <a:t>La intake solo pide lo necesario: estado, qué pasó, si hubo tratamiento médico y su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latigazo cervical y lesión de tejidos blandos en South Carolina?</a:t>
            </a:r>
          </a:p>
          <a:p>
            <a:pPr>
              <a:spcAft>
                <a:spcPts val="800"/>
              </a:spcAft>
              <a:defRPr sz="1500">
                <a:solidFill>
                  <a:srgbClr val="94A3B8"/>
                </a:solidFill>
              </a:defRPr>
            </a:pPr>
            <a:r>
              <a:t>A: En la mayoría de los casos en South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https://www.wreckmatch.com/es/blog/whiplash-after-a-car-accident-in-charleston-south-carolina-what-to-know-2026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https://www.wreckmatch.com/es/blog/whiplash-after-a-car-accident-in-charleston-south-carolina-what-to-know-2026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Whiplash After a Car Accident in Charleston, South Carolina — Guía en español — What to Know (2026)</dc:title>
  <dc:subject>WreckMatch educational guide — South Carolina</dc:subject>
  <dc:creator/>
  <cp:keywords>WreckMatch, car accident, South Carolina, South Carolina, whiplash after a car accident in charleston south carolina what to know 2026, personal injury, attorney matching</cp:keywords>
  <dc:description>Gold-tier presentation summary for https://www.wreckmatch.com/es/blog/whiplash-after-a-car-accident-in-charleston-south-carolina-what-to-know-2026.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