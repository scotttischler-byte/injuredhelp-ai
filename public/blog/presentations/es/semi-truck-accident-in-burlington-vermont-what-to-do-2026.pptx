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Burlington, Vermont: What to Do (2026). Full guide: https://www.wreckmatch.com/es/blog/semi-truck-accident-in-burlington-vermont-what-to-do-2026.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Vermont: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Burlington Vermont What To Do no queden solas frente a las aseguradoras. Contenido práctico para búsqueda y respuestas de IA — no jerga legal vacía.</a:t>
            </a:r>
          </a:p>
          <a:p/>
          <a:p>
            <a:r>
              <a:t>WreckMatch LLC es un servicio de referencia legal, no un bufete de abogados.</a:t>
            </a:r>
          </a:p>
          <a:p/>
          <a:p/>
          <a:p>
            <a:r>
              <a:t># Semi Truck Accident in Burlington, Vermont: What to Do (2026)</a:t>
            </a:r>
          </a:p>
          <a:p/>
          <a:p>
            <a:r>
              <a:t>Solo educativo — no es asesoría legal. WreckMatch LLC es un servicio de referencia legal, no un bufete. Red de más de 800 bufetes participantes.</a:t>
            </a:r>
          </a:p>
          <a:p/>
          <a:p/>
          <a:p/>
          <a:p>
            <a:r>
              <a:t>En resumen: Datos rápidos de Vermont: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Vermont, el plazo de prescripción para la mayoría de lesiones personales es de 3 años desde el choque. Perder ese plazo casi siempre cierra el caso. Los avisos contra entidades públicas pueden exigirse en 60–180 días.</a:t>
            </a:r>
          </a:p>
          <a:p/>
          <a:p>
            <a:r>
              <a:t>Vermont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Vermont es un estado de culpa (“at-fault”): el seguro del responsable es la fuente principal de recuperación una vez establecida la responsabilidad. In Vermont, deadlines and insurance rules can change how claims are handled. Document medical care early and avoid recorded statements without guidance. Rangos publicados de recuperación en Vermont suelen situarse alrededor de $20k–$105k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Burlington,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$20k–$105k para accidente con camión comercial en Vermont)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Burlington, Vermont, opciones de atención incluyen Regional Medical Center, Level I/II trauma center (verify locally). El volumen de choques en esta zona se concentra en Interstate corridors, State routes near metro area. Burlington sees heavy commuter traffic and intersection crashes. Seek care promptly and preserve evidence.</a:t>
            </a:r>
          </a:p>
          <a:p/>
          <a:p>
            <a:r>
              <a:t>En todo Vermont,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Burlington, Vermont: What to Do (2026)</a:t>
            </a:r>
          </a:p>
          <a:p>
            <a:pPr>
              <a:spcBef>
                <a:spcPts val="1200"/>
              </a:spcBef>
              <a:defRPr sz="1600">
                <a:solidFill>
                  <a:srgbClr val="94A3B8"/>
                </a:solidFill>
              </a:defRPr>
            </a:pPr>
            <a:r>
              <a:t>Truck Accidents · Vermont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Vermont: plazo 3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Burlington Vermont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Burlington Vermont What To Do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Vermont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Vermont, el plazo de prescripción para la mayoría de lesiones personales es de 3 años desde el choque. Perder ese plazo casi siempre cierra el caso. Los avisos contra entidades públicas pueden exigirse en 60–180 días.</a:t>
            </a:r>
            <a:br/>
            <a:br/>
            <a:r>
              <a:t>Vermont aplica la regla de Modified comparative. Las reglas de culpa comparativa pueden reducir o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$20k–$105k para accidente con camión comercial en Vermont)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Burlington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Burlington, Vermont, opciones de atención incluyen Regional Medical Center, Level I/II trauma center (verify locally). El volumen de choques en esta zona se concentra en Interstate corridors, State routes near metro area. Burlington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Vermont?</a:t>
            </a:r>
          </a:p>
          <a:p>
            <a:pPr>
              <a:spcAft>
                <a:spcPts val="800"/>
              </a:spcAft>
              <a:defRPr sz="1500">
                <a:solidFill>
                  <a:srgbClr val="94A3B8"/>
                </a:solidFill>
              </a:defRPr>
            </a:pPr>
            <a:r>
              <a:t>A: En la mayoría de los casos en Vermont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https://www.wreckmatch.com/es/blog/semi-truck-accident-in-burlington-vermont-what-to-do-2026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https://www.wreckmatch.com/es/blog/semi-truck-accident-in-burlington-vermont-what-to-do-2026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Burlington, Vermont: What to Do (2026)</dc:title>
  <dc:subject>WreckMatch educational guide — Truck Accidents</dc:subject>
  <dc:creator/>
  <cp:keywords>WreckMatch, car accident, Vermont, Truck Accidents, semi truck accident in burlington vermont what to do 2026, personal injury, attorney matching</cp:keywords>
  <dc:description>Gold-tier presentation summary for https://www.wreckmatch.com/es/blog/semi-truck-accident-in-burlington-vermont-what-to-do-2026.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