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West Virginia — Guía en español — Top City Guide (2026-07-24). Full guide: https://www.wreckmatch.com/es/blog/what-to-do-after-a-car-accident-in-charleston-west-virginia-top-city-guide-2026-07-24.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West Virginia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Charleston, West Virginia — Guía en español — Top City Guide (2026-07-24)</a:t>
            </a:r>
          </a:p>
          <a:p/>
          <a:p>
            <a:r>
              <a:t>Solo educativo — no es asesoría legal. WreckMatch LLC es un servicio de referencia legal, no un bufete. Red de más de 800 bufetes participantes.</a:t>
            </a:r>
          </a:p>
          <a:p/>
          <a:p/>
          <a:p/>
          <a:p>
            <a:r>
              <a:t>En resumen: 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West Virginia, el plazo de prescripción para la mayoría de lesiones personales es de 2 años desde el choque. Perder ese plazo casi siempre cierra el caso. Los avisos contra entidades públicas pueden exigirse en 60–180 días.</a:t>
            </a:r>
          </a:p>
          <a:p/>
          <a:p>
            <a:r>
              <a:t>West Virginia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West Virginia es un estado de culpa (“at-fault”): el seguro del responsable es la fuente principal de recuperación una vez establecida la responsabilidad. In West Virginia, deadlines and insurance rules can change how claims are handled. Document medical care early and avoid recorded statements without guidance. Rangos publicados de recuperación en West Virginia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situación después del choque en West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West Virginia,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West Virginia — Guía en español — Top City Guide (2026-07-24)</a:t>
            </a:r>
          </a:p>
          <a:p>
            <a:pPr>
              <a:spcBef>
                <a:spcPts val="1200"/>
              </a:spcBef>
              <a:defRPr sz="1600">
                <a:solidFill>
                  <a:srgbClr val="94A3B8"/>
                </a:solidFill>
              </a:defRPr>
            </a:pPr>
            <a:r>
              <a:t>Truck Accidents · West Virginia · 2026-07-24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West Virginia: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West Virginia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West Virginia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West Virginia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West Virginia, el plazo de prescripción para la mayoría de lesiones personales es de 2 años desde el choque. Perder ese plazo casi siempre cierra el caso. Los avisos contra entidades públicas pueden exigirse en 60–180 días.</a:t>
            </a:r>
            <a:br/>
            <a:br/>
            <a:r>
              <a:t>West Virginia aplica la regla de Modified 50%.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situación después del choque en West Virginia)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West Virginia?</a:t>
            </a:r>
          </a:p>
          <a:p>
            <a:pPr>
              <a:spcAft>
                <a:spcPts val="800"/>
              </a:spcAft>
              <a:defRPr sz="1500">
                <a:solidFill>
                  <a:srgbClr val="94A3B8"/>
                </a:solidFill>
              </a:defRPr>
            </a:pPr>
            <a:r>
              <a:t>A: En la mayoría de los casos en West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https://www.wreckmatch.com/es/blog/what-to-do-after-a-car-accident-in-charleston-west-virginia-top-city-guide-2026-07-24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https://www.wreckmatch.com/es/blog/what-to-do-after-a-car-accident-in-charleston-west-virginia-top-city-guide-2026-07-24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West Virginia — Guía en español — Top City Guide (2026-07-24)</dc:title>
  <dc:subject>WreckMatch educational guide — Truck Accidents</dc:subject>
  <dc:creator/>
  <cp:keywords>WreckMatch, car accident, West Virginia, Truck Accidents, what to do after a car accident in charleston west virginia top city guide 2026 07 24, personal injury, attorney matching</cp:keywords>
  <dc:description>Gold-tier presentation summary for https://www.wreckmatch.com/es/blog/what-to-do-after-a-car-accident-in-charleston-west-virginia-top-city-guide-2026-07-24.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