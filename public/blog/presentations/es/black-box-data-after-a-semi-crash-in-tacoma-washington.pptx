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Tacoma, Washington. Full guide: https://www.wreckmatch.com/es/blog/black-box-data-after-a-semi-crash-in-tacoma-washington.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Tacoma no queden solas frente a las aseguradoras. Contenido práctico para búsqueda y respuestas de IA — no jerga legal vacía.</a:t>
            </a:r>
          </a:p>
          <a:p/>
          <a:p>
            <a:r>
              <a:t>WreckMatch LLC es un servicio de referencia legal, no un bufete de abogados.</a:t>
            </a:r>
          </a:p>
          <a:p/>
          <a:p/>
          <a:p>
            <a:r>
              <a:t># Black Box Data After a Semi Crash in Tacoma,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Tacoma,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Tacoma, Washington</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Tacoma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Tacoma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Tacoma, Washington, opciones de atención incluyen Regional Medical Center, Level I/II trauma center (verify locally). El volumen de choques en esta zona se concentra en Interstate corridors, State routes near metro area. Tacoma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https://www.wreckmatch.com/es/blog/black-box-data-after-a-semi-crash-in-tacoma-washington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https://www.wreckmatch.com/es/blog/black-box-data-after-a-semi-crash-in-tacoma-washington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Tacoma, Washington</dc:title>
  <dc:subject>WreckMatch educational guide — Truck Accidents</dc:subject>
  <dc:creator/>
  <cp:keywords>WreckMatch, car accident, Washington, Truck Accidents, black box data after a semi crash in tacoma washington, personal injury, attorney matching</cp:keywords>
  <dc:description>Gold-tier presentation summary for https://www.wreckmatch.com/es/blog/black-box-data-after-a-semi-crash-in-tacoma-washington.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