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Tallahassee, Florida — Guía en español — Victim Guide (2026). Full guide: https://www.wreckmatch.com/es/blog/18-wheeler-crash-in-tallahassee-florida-victim-guide-2026.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Tallahassee Florida Victim Guide no queden solas frente a las aseguradoras. Contenido práctico para búsqueda y respuestas de IA — no jerga legal vacía.</a:t>
            </a:r>
          </a:p>
          <a:p/>
          <a:p>
            <a:r>
              <a:t>WreckMatch LLC es un servicio de referencia legal, no un bufete de abogados.</a:t>
            </a:r>
          </a:p>
          <a:p/>
          <a:p/>
          <a:p>
            <a:r>
              <a:t># 18-Wheeler Crash in Tallahassee, Florida — Guía en español — Victim Guide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Tallahassee,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Tallahassee, Florida, opciones de atención incluyen Regional Medical Center, Level I/II trauma center (verify locally). El volumen de choques en esta zona se concentra en Interstate corridors, State routes near metro area. Tallahassee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Tallahassee, Florida — Guía en español — Victim Guide (2026)</a:t>
            </a:r>
          </a:p>
          <a:p>
            <a:pPr>
              <a:spcBef>
                <a:spcPts val="1200"/>
              </a:spcBef>
              <a:defRPr sz="1600">
                <a:solidFill>
                  <a:srgbClr val="94A3B8"/>
                </a:solidFill>
              </a:defRPr>
            </a:pPr>
            <a:r>
              <a:t>Truck Accidents · Florida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Tallahassee Florida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Tallahassee Florida Victim Guide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Tallahassee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Tallahassee, Florida, opciones de atención incluyen Regional Medical Center, Level I/II trauma center (verify locally). El volumen de choques en esta zona se concentra en Interstate corridors, State routes near metro area. Tallahassee sees heavy commuter traffic and intersection crashes. Seek care prom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https://www.wreckmatch.com/es/blog/18-wheeler-crash-in-tallahassee-florida-victim-guide-2026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https://www.wreckmatch.com/es/blog/18-wheeler-crash-in-tallahassee-florida-victim-guide-2026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Tallahassee, Florida — Guía en español — Victim Guide (2026)</dc:title>
  <dc:subject>WreckMatch educational guide — Truck Accidents</dc:subject>
  <dc:creator/>
  <cp:keywords>WreckMatch, car accident, Florida, Truck Accidents, 18 wheeler crash in tallahassee florida victim guide 2026, personal injury, attorney matching</cp:keywords>
  <dc:description>Gold-tier presentation summary for https://www.wreckmatch.com/es/blog/18-wheeler-crash-in-tallahassee-florida-victim-guide-2026.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