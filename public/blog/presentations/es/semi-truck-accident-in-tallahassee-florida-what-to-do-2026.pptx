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Tallahassee, Florida: What to Do (2026). Full guide: https://www.wreckmatch.com/es/blog/semi-truck-accident-in-tallahassee-florida-what-to-do-2026.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Tallahassee Florida What To Do no queden solas frente a las aseguradoras. Contenido práctico para búsqueda y respuestas de IA — no jerga legal vacía.</a:t>
            </a:r>
          </a:p>
          <a:p/>
          <a:p>
            <a:r>
              <a:t>WreckMatch LLC es un servicio de referencia legal, no un bufete de abogados.</a:t>
            </a:r>
          </a:p>
          <a:p/>
          <a:p/>
          <a:p>
            <a:r>
              <a:t># Semi Truck Accident in Tallahassee, Florida: What to Do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Tallahassee,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Tallahassee, Florida, opciones de atención incluyen Regional Medical Center, Level I/II trauma center (verify locally). El volumen de choques en esta zona se concentra en Interstate corridors, State routes near metro area. Tallahassee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Tallahassee, Florida: What to Do (2026)</a:t>
            </a:r>
          </a:p>
          <a:p>
            <a:pPr>
              <a:spcBef>
                <a:spcPts val="1200"/>
              </a:spcBef>
              <a:defRPr sz="1600">
                <a:solidFill>
                  <a:srgbClr val="94A3B8"/>
                </a:solidFill>
              </a:defRPr>
            </a:pPr>
            <a:r>
              <a:t>Truck Accidents · Florida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Tallahassee Florida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Tallahassee Florida What To Do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Tallahassee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Tallahassee, Florida, opciones de atención incluyen Regional Medical Center, Level I/II trauma center (verify locally). El volumen de choques en esta zona se concentra en Interstate corridors, State routes near metro area. Tallahassee sees heavy commuter traffic and intersection crashes. Seek care prom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https://www.wreckmatch.com/es/blog/semi-truck-accident-in-tallahassee-florida-what-to-do-2026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https://www.wreckmatch.com/es/blog/semi-truck-accident-in-tallahassee-florida-what-to-do-2026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Tallahassee, Florida: What to Do (2026)</dc:title>
  <dc:subject>WreckMatch educational guide — Truck Accidents</dc:subject>
  <dc:creator/>
  <cp:keywords>WreckMatch, car accident, Florida, Truck Accidents, semi truck accident in tallahassee florida what to do 2026, personal injury, attorney matching</cp:keywords>
  <dc:description>Gold-tier presentation summary for https://www.wreckmatch.com/es/blog/semi-truck-accident-in-tallahassee-florida-what-to-do-2026.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