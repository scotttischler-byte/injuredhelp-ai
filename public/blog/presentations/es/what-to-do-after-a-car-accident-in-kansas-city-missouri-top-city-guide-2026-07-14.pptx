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Kansas City, Missouri — Guía en español — Top City Guide (2026-07-14). Full guide: https://www.wreckmatch.com/es/blog/what-to-do-after-a-car-accident-in-kansas-city-missouri-top-city-guide-2026-07-14.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Missouri: plazo 5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Kansas City Missouri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Kansas City, Missouri — Guía en español — Top City Guide (2026-07-14)</a:t>
            </a:r>
          </a:p>
          <a:p/>
          <a:p>
            <a:r>
              <a:t>Solo educativo — no es asesoría legal. WreckMatch LLC es un servicio de referencia legal, no un bufete. Red de más de 800 bufetes participantes.</a:t>
            </a:r>
          </a:p>
          <a:p/>
          <a:p/>
          <a:p/>
          <a:p>
            <a:r>
              <a:t>En resumen: Datos rápidos de Missouri: plazo 5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Missouri, el plazo de prescripción para la mayoría de lesiones personales es de 5 años desde el choque. Perder ese plazo casi siempre cierra el caso. Los avisos contra entidades públicas pueden exigirse en 60–180 días.</a:t>
            </a:r>
          </a:p>
          <a:p/>
          <a:p>
            <a:r>
              <a:t>Missouri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Missouri es un estado de culpa (“at-fault”): el seguro del responsable es la fuente principal de recuperación una vez establecida la responsabilidad. In Missouri, deadlines and insurance rules can change how claims are handled. Document medical care early and avoid recorded statements without guidance. Rangos publicados de recuperación en Missouri suelen situarse alrededor de $19k–$115k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Kansas City,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$19k–$115k para situación después del choque en Missouri)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Kansas City, Missouri, opciones de atención incluyen Regional Medical Center, Level I/II trauma center (verify locally). El volumen de choques en esta zona se concentra en Interstate corridors, State routes near metro area. Kansas City sees heavy commuter traffic and intersection crashes. Seek care promptly and preserve evidence.</a:t>
            </a:r>
          </a:p>
          <a:p/>
          <a:p>
            <a:r>
              <a:t>En todo Missouri,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Kansas City, Missouri — Guía en español — Top City Guide (2026-07-14)</a:t>
            </a:r>
          </a:p>
          <a:p>
            <a:pPr>
              <a:spcBef>
                <a:spcPts val="1200"/>
              </a:spcBef>
              <a:defRPr sz="1600">
                <a:solidFill>
                  <a:srgbClr val="94A3B8"/>
                </a:solidFill>
              </a:defRPr>
            </a:pPr>
            <a:r>
              <a:t>Severe Injury · Missouri · 2026-07-14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Missouri: plazo 5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Kansas City Missouri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Kansas City Missouri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Missouri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Missouri, el plazo de prescripción para la mayoría de lesiones personales es de 5 años desde el choque. Perder ese plazo casi siempre cierra el caso. Los avisos contra entidades públicas pueden exigirse en 60–180 días.</a:t>
            </a:r>
            <a:br/>
            <a:br/>
            <a:r>
              <a:t>Missouri aplica la regla de Pure comparative. La negligencia comparativa pura reduce su recuperac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$19k–$115k para situación después del choque en Missouri)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Kansas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Kansas City, Missouri, opciones de atención incluyen Regional Medical Center, Level I/II trauma center (verify locally). El volumen de choques en esta zona se concentra en Interstate corridors, State routes near metro area. Kansas City sees heavy commuter traffic and intersection crashes. Seek care pro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Missouri?</a:t>
            </a:r>
          </a:p>
          <a:p>
            <a:pPr>
              <a:spcAft>
                <a:spcPts val="800"/>
              </a:spcAft>
              <a:defRPr sz="1500">
                <a:solidFill>
                  <a:srgbClr val="94A3B8"/>
                </a:solidFill>
              </a:defRPr>
            </a:pPr>
            <a:r>
              <a:t>A: En la mayoría de los casos en Missouri el plazo suele ser 5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https://www.wreckmatch.com/es/blog/what-to-do-after-a-car-accident-in-kansas-city-missouri-top-city-guide-2026-07-14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https://www.wreckmatch.com/es/blog/what-to-do-after-a-car-accident-in-kansas-city-missouri-top-city-guide-2026-07-14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Kansas City, Missouri — Guía en español — Top City Guide (2026-07-14)</dc:title>
  <dc:subject>WreckMatch educational guide — Severe Injury</dc:subject>
  <dc:creator/>
  <cp:keywords>WreckMatch, car accident, Missouri, Severe Injury, what to do after a car accident in kansas city missouri top city guide 2026 07 14, personal injury, attorney matching</cp:keywords>
  <dc:description>Gold-tier presentation summary for https://www.wreckmatch.com/es/blog/what-to-do-after-a-car-accident-in-kansas-city-missouri-top-city-guide-2026-07-14.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