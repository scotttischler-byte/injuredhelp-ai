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Newark, New Jersey — Guía en español — Top City Guide (2026-07-19). Full guide: https://www.wreckmatch.com/es/blog/what-to-do-after-a-car-accident-in-newark-new-jersey-top-city-guide-2026-07-19.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Jersey: plazo 2 años · regla Modified comparative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Newark New Jersey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Newark, New Jersey — Guía en español — Top City Guide (2026-07-19)</a:t>
            </a:r>
          </a:p>
          <a:p/>
          <a:p>
            <a:r>
              <a:t>Solo educativo — no es asesoría legal. WreckMatch LLC es un servicio de referencia legal, no un bufete. Red de más de 800 bufetes participantes.</a:t>
            </a:r>
          </a:p>
          <a:p/>
          <a:p/>
          <a:p/>
          <a:p>
            <a:r>
              <a:t>En resumen: Datos rápidos de New Jersey: plazo 2 años · regla Modified comparative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Jersey, el plazo de prescripción para la mayoría de lesiones personales es de 2 años desde el choque. Perder ese plazo casi siempre cierra el caso. Los avisos contra entidades públicas pueden exigirse en 60–180 días.</a:t>
            </a:r>
          </a:p>
          <a:p/>
          <a:p>
            <a:r>
              <a:t>New Jersey aplica la regla de Modified comparative. Las reglas de culpa comparativa pueden reducir o eliminar la recuperación; documentar la responsabilidad del otro conductor desde el inicio es esencial. El seguro mínimo obligatorio es 15/30/5 (PIP). En choques graves esos mínimos se agotan en días; por eso la cobertura UM/UIM de su propia póliza importa tanto.</a:t>
            </a:r>
          </a:p>
          <a:p/>
          <a:p>
            <a:r>
              <a:t>New Jersey es un estado “no-fault”: su PIP suele pagar las primeras facturas médicas sin importar la culpa. Normalmente solo puede demandar al responsable si cruza el umbral de “lesión grave” definido por la ley local. In New Jersey, deadlines and insurance rules can change how claims are handled. Document medical care early and avoid recorded statements without guidance. Rangos publicados de recuperación en New Jersey suelen situarse alrededor de $25k–$170k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Newark,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$25k–$170k para situación después del choque en New Jersey)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Newark, New Jersey, opciones de atención incluyen Regional Medical Center, Level I/II trauma center (verify locally). El volumen de choques en esta zona se concentra en Interstate corridors, State routes near metro area. Newark sees heavy commuter traffic and intersection crashes. Seek care promptly and preserve evidence.</a:t>
            </a:r>
          </a:p>
          <a:p/>
          <a:p>
            <a:r>
              <a:t>En todo New Jersey, el seguro mínimo es 15/30/5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Newark, New Jersey — Guía en español — Top City Guide (2026-07-19)</a:t>
            </a:r>
          </a:p>
          <a:p>
            <a:pPr>
              <a:spcBef>
                <a:spcPts val="1200"/>
              </a:spcBef>
              <a:defRPr sz="1600">
                <a:solidFill>
                  <a:srgbClr val="94A3B8"/>
                </a:solidFill>
              </a:defRPr>
            </a:pPr>
            <a:r>
              <a:t>New Jersey · New Jersey · 2026-07-19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Jersey: plazo 2 años · regla Modified comparative · seguro mínimo 15/30/5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Newark New Jersey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Newark New Jersey Top City Guide 2026 07 no queden solas frente a las aseguradoras. Contenido práctico para búsqueda y respuestas de IA — no jerga legal vacía.</a:t>
            </a:r>
            <a:br/>
            <a:br/>
            <a:r>
              <a:t>WreckMatch LLC es un servicio de referencia legal, no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Jersey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Jersey, el plazo de prescripción para la mayoría de lesiones personales es de 2 años desde el choque. Perder ese plazo casi siempre cierra el caso. Los avisos contra entidades públicas pueden exigirse en 60–180 días.</a:t>
            </a:r>
            <a:br/>
            <a:br/>
            <a:r>
              <a:t>New Jersey aplica la regla de Modified comparative. Las reglas de culpa comparativa pueden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$25k–$170k para situación después del choque en New Jersey)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Newark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Newark, New Jersey, opciones de atención incluyen Regional Medical Center, Level I/II trauma center (verify locally). El volumen de choques en esta zona se concentra en Interstate corridors, State routes near metro area. Newark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New Jersey?</a:t>
            </a:r>
          </a:p>
          <a:p>
            <a:pPr>
              <a:spcAft>
                <a:spcPts val="800"/>
              </a:spcAft>
              <a:defRPr sz="1500">
                <a:solidFill>
                  <a:srgbClr val="94A3B8"/>
                </a:solidFill>
              </a:defRPr>
            </a:pPr>
            <a:r>
              <a:t>A: En la mayoría de los casos en New Jersey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https://www.wreckmatch.com/es/blog/what-to-do-after-a-car-accident-in-newark-new-jersey-top-city-guide-2026-07-19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https://www.wreckmatch.com/es/blog/what-to-do-after-a-car-accident-in-newark-new-jersey-top-city-guide-2026-07-19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Newark, New Jersey — Guía en español — Top City Guide (2026-07-19)</dc:title>
  <dc:subject>WreckMatch educational guide — New Jersey</dc:subject>
  <dc:creator/>
  <cp:keywords>WreckMatch, car accident, New Jersey, New Jersey, what to do after a car accident in newark new jersey top city guide 2026 07 19, personal injury, attorney matching</cp:keywords>
  <dc:description>Gold-tier presentation summary for https://www.wreckmatch.com/es/blog/what-to-do-after-a-car-accident-in-newark-new-jersey-top-city-guide-2026-07-19.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