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Atlanta, Georgia. Full guide: https://www.wreckmatch.com/es/blog/black-box-data-after-a-semi-crash-in-atlanta-georgia.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Georgia: plazo 2 años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Atlanta no queden solas frente a las aseguradoras. Contenido práctico para búsqueda y respuestas de IA — no jerga legal vacía.</a:t>
            </a:r>
          </a:p>
          <a:p/>
          <a:p>
            <a:r>
              <a:t>WreckMatch LLC es un servicio de referencia legal, no un bufete de abogados.</a:t>
            </a:r>
          </a:p>
          <a:p/>
          <a:p/>
          <a:p>
            <a:r>
              <a:t># Black Box Data After a Semi Crash in Atlanta, Georgia</a:t>
            </a:r>
          </a:p>
          <a:p/>
          <a:p>
            <a:r>
              <a:t>Solo educativo — no es asesoría legal. WreckMatch LLC es un servicio de referencia legal, no un bufete. Red de más de 800 bufetes participantes.</a:t>
            </a:r>
          </a:p>
          <a:p/>
          <a:p/>
          <a:p/>
          <a:p>
            <a:r>
              <a:t>En resumen: Datos rápidos de Georgia: plazo 2 años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Georgia, el plazo de prescripción para la mayoría de lesiones personales es de 2 años desde el choque. Perder ese plazo casi siempre cierra el caso. Los avisos contra entidades públicas pueden exigirse en 60–180 días.</a:t>
            </a:r>
          </a:p>
          <a:p/>
          <a:p>
            <a:r>
              <a:t>Georgia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Georgia es un estado de culpa (“at-fault”): el seguro del responsable es la fuente principal de recuperación una vez establecida la responsabilidad. In Georgia, deadlines and insurance rules can change how claims are handled. Document medical care early and avoid recorded statements without guidance. Rangos publicados de recuperación en Georgia suelen situarse alrededor de $20k–$150k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Atlanta,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$20k–$150k para accidente con camión comercial en Georgia)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 preserve evidence.</a:t>
            </a:r>
          </a:p>
          <a:p/>
          <a:p>
            <a:r>
              <a:t>En todo Georgia,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Atlanta, Georgia</a:t>
            </a:r>
          </a:p>
          <a:p>
            <a:pPr>
              <a:spcBef>
                <a:spcPts val="1200"/>
              </a:spcBef>
              <a:defRPr sz="1600">
                <a:solidFill>
                  <a:srgbClr val="94A3B8"/>
                </a:solidFill>
              </a:defRPr>
            </a:pPr>
            <a:r>
              <a:t>Truck Accidents · Georgia · 2026-05-30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Georgia: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Atlanta no queden solas frente a las aseguradoras. Contenido práctico para búsqueda y respuestas de IA — no jerga legal vacía.</a:t>
            </a:r>
            <a:br/>
            <a:br/>
            <a:r>
              <a:t>WreckMatch LLC es un servicio de referencia legal, no un bufete de abogados.</a:t>
            </a:r>
            <a:br/>
            <a:br/>
            <a:br/>
            <a:r>
              <a:t># Black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Georgia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Georgia, el plazo de prescripción para la mayoría de lesiones personales es de 2 años desde el choque. Perder ese plazo casi siempre cierra el caso. Los avisos contra entidades públicas pueden exigirse en 60–180 días.</a:t>
            </a:r>
            <a:br/>
            <a:br/>
            <a:r>
              <a:t>Georgia aplica la regla de Modified 50%. La negligencia comparativa modificada (umbral 50%) reduce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$20k–$150k para accidente con camión comercial en Georgia)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Georgia?</a:t>
            </a:r>
          </a:p>
          <a:p>
            <a:pPr>
              <a:spcAft>
                <a:spcPts val="800"/>
              </a:spcAft>
              <a:defRPr sz="1500">
                <a:solidFill>
                  <a:srgbClr val="94A3B8"/>
                </a:solidFill>
              </a:defRPr>
            </a:pPr>
            <a:r>
              <a:t>A: En la mayoría de los casos en Georgia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https://www.wreckmatch.com/es/blog/black-box-data-after-a-semi-crash-in-atlanta-georgia</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https://www.wreckmatch.com/es/blog/black-box-data-after-a-semi-crash-in-atlanta-georgia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Atlanta, Georgia</dc:title>
  <dc:subject>WreckMatch educational guide — Truck Accidents</dc:subject>
  <dc:creator/>
  <cp:keywords>WreckMatch, car accident, Georgia, Truck Accidents, black box data after a semi crash in atlanta georgia, personal injury, attorney matching</cp:keywords>
  <dc:description>Gold-tier presentation summary for https://www.wreckmatch.com/es/blog/black-box-data-after-a-semi-crash-in-atlanta-georgia.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