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Charleston, West Virginia: Steps &amp; Legal Help (2026). Full guide: https://www.wreckmatch.com/es/blog/truck-accident-in-charleston-west-virginia-steps-legal-help-2026.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Charleston West Virginia Steps Legal Help no queden solas frente a las aseguradoras. Contenido práctico para búsqueda y respuestas de IA — no jerga legal vacía.</a:t>
            </a:r>
          </a:p>
          <a:p/>
          <a:p>
            <a:r>
              <a:t>WreckMatch LLC es un servicio de referencia legal, no un bufete de abogados.</a:t>
            </a:r>
          </a:p>
          <a:p/>
          <a:p/>
          <a:p>
            <a:r>
              <a:t># Truck Accident in Charleston, West Virginia: Steps &amp; Legal Help (2026)</a:t>
            </a:r>
          </a:p>
          <a:p/>
          <a:p>
            <a:r>
              <a:t>Solo educativo — no es asesoría legal. WreckMatch LLC es un servicio de referencia legal, no un bufete. Red de más de 800 bufetes participantes.</a:t>
            </a:r>
          </a:p>
          <a:p/>
          <a:p/>
          <a:p/>
          <a:p>
            <a:r>
              <a:t>En resumen: Datos rápidos de West Virginia: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West Virginia, el plazo de prescripción para la mayoría de lesiones personales es de 2 años desde el choque. Perder ese plazo casi siempre cierra el caso. Los avisos contra entidades públicas pueden exigirse en 60–180 días.</a:t>
            </a:r>
          </a:p>
          <a:p/>
          <a:p>
            <a:r>
              <a:t>West Virginia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West Virginia es un estado de culpa (“at-fault”): el seguro del responsable es la fuente principal de recuperación una vez establecida la responsabilidad. In West Virginia, deadlines and insurance rules can change how claims are handled. Document medical care early and avoid recorded statements without guidance. Rangos publicados de recuperación en West Virginia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Charleston,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West Virginia)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promptly and preserve evidence.</a:t>
            </a:r>
          </a:p>
          <a:p/>
          <a:p>
            <a:r>
              <a:t>En todo West Virginia,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Charleston, West Virginia: Steps &amp; Legal Help (2026)</a:t>
            </a:r>
          </a:p>
          <a:p>
            <a:pPr>
              <a:spcBef>
                <a:spcPts val="1200"/>
              </a:spcBef>
              <a:defRPr sz="1600">
                <a:solidFill>
                  <a:srgbClr val="94A3B8"/>
                </a:solidFill>
              </a:defRPr>
            </a:pPr>
            <a:r>
              <a:t>Truck Accidents · West Virginia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West Virginia: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Charleston West Virginia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Charleston West Virginia Steps Legal Help no queden solas frente a las aseguradoras. Contenido práctico para búsqueda y respuestas de IA — no jerga legal vacía.</a:t>
            </a:r>
            <a:br/>
            <a:br/>
            <a:r>
              <a:t>WreckMatch LLC es un servicio de referencia legal, 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West Virginia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West Virginia, el plazo de prescripción para la mayoría de lesiones personales es de 2 años desde el choque. Perder ese plazo casi siempre cierra el caso. Los avisos contra entidades públicas pueden exigirse en 60–180 días.</a:t>
            </a:r>
            <a:br/>
            <a:br/>
            <a:r>
              <a:t>West Virginia aplica la regla de Modified 50%. La negligencia comparativa modificada (umbral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West Virginia)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Charleston, West Virginia, opciones de atención incluyen Regional Medical Center, Level I/II trauma center (verify locally). El volumen de choques en esta zona se concentra en Interstate corridors, State routes near metro area. Charleston sees heavy commuter traffic and intersection crashes. Seek care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West Virginia?</a:t>
            </a:r>
          </a:p>
          <a:p>
            <a:pPr>
              <a:spcAft>
                <a:spcPts val="800"/>
              </a:spcAft>
              <a:defRPr sz="1500">
                <a:solidFill>
                  <a:srgbClr val="94A3B8"/>
                </a:solidFill>
              </a:defRPr>
            </a:pPr>
            <a:r>
              <a:t>A: En la mayoría de los casos en West Virginia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https://www.wreckmatch.com/es/blog/truck-accident-in-charleston-west-virginia-steps-legal-help-2026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https://www.wreckmatch.com/es/blog/truck-accident-in-charleston-west-virginia-steps-legal-help-2026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Charleston, West Virginia: Steps &amp; Legal Help (2026)</dc:title>
  <dc:subject>WreckMatch educational guide — Truck Accidents</dc:subject>
  <dc:creator/>
  <cp:keywords>WreckMatch, car accident, West Virginia, Truck Accidents, truck accident in charleston west virginia steps legal help 2026, personal injury, attorney matching</cp:keywords>
  <dc:description>Gold-tier presentation summary for https://www.wreckmatch.com/es/blog/truck-accident-in-charleston-west-virginia-steps-legal-help-2026.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