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Fort Lauderdale, Florida. Full guide: https://www.wreckmatch.com/es/blog/black-box-data-after-a-semi-crash-in-fort-lauderdale-florida.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Fort Lauderdale no queden solas frente a las aseguradoras. Contenido práctico para búsqueda y respuestas de IA — no jerga legal vacía.</a:t>
            </a:r>
          </a:p>
          <a:p/>
          <a:p>
            <a:r>
              <a:t>WreckMatch LLC es un servicio de referencia legal, no un bufete de abogados.</a:t>
            </a:r>
          </a:p>
          <a:p/>
          <a:p/>
          <a:p>
            <a:r>
              <a:t># Black Box Data After a Semi Crash in Fort Lauderdale, Florida</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Fort Lauderdale,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accidente con camión comercial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Fort Lauderdale, Florida, opciones de atención incluyen Regional Medical Center, Level I/II trauma center (verify locally). El volumen de choques en esta zona se concentra en Interstate corridors, State routes near metro area. Fort Lauderdale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Fort Lauderdale, Florida</a:t>
            </a:r>
          </a:p>
          <a:p>
            <a:pPr>
              <a:spcBef>
                <a:spcPts val="1200"/>
              </a:spcBef>
              <a:defRPr sz="1600">
                <a:solidFill>
                  <a:srgbClr val="94A3B8"/>
                </a:solidFill>
              </a:defRPr>
            </a:pPr>
            <a:r>
              <a:t>Truck Accidents · Florida · 2026-05-29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Fort Lauderdale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Fort Lauderdale no queden solas frente a las aseguradoras. Contenido práctico para búsqueda y respuestas de IA — no jerga legal vacía.</a:t>
            </a:r>
            <a:br/>
            <a:br/>
            <a:r>
              <a:t>WreckMatch LLC es un servicio de referencia legal, no un bufete de abogados.</a:t>
            </a: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accidente con camión comercial en Florida)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Fort Lauderdale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Fort Lauderdale, Florida, opciones de atención incluyen Regional Medical Center, Level I/II trauma center (verify locally). El volumen de choques en esta zona se concentra en Interstate corridors, State routes near metro area. Fort Lauderdale sees heavy commuter traffic and intersection crashes. Seek c</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https://www.wreckmatch.com/es/blog/black-box-data-after-a-semi-crash-in-fort-lauderdale-florida</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https://www.wreckmatch.com/es/blog/black-box-data-after-a-semi-crash-in-fort-lauderdale-florida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Fort Lauderdale, Florida</dc:title>
  <dc:subject>WreckMatch educational guide — Truck Accidents</dc:subject>
  <dc:creator/>
  <cp:keywords>WreckMatch, car accident, Florida, Truck Accidents, black box data after a semi crash in fort lauderdale florida, personal injury, attorney matching</cp:keywords>
  <dc:description>Gold-tier presentation summary for https://www.wreckmatch.com/es/blog/black-box-data-after-a-semi-crash-in-fort-lauderdale-florida.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