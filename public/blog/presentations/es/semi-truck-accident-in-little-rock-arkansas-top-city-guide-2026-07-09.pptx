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Little Rock, Arkansas — Guía en español — Top City Guide (2026-07-09). Full guide: https://www.wreckmatch.com/es/blog/semi-truck-accident-in-little-rock-arkansas-top-city-guide-2026-07-09.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Little Rock Arkansas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Little Rock, Arkansas — Guía en español — Top City Guide (2026-07-09)</a:t>
            </a:r>
          </a:p>
          <a:p/>
          <a:p>
            <a:r>
              <a:t>Solo educativo — no es asesoría legal. WreckMatch LLC es un servicio de referencia legal, no un bufete. Red de más de 800 bufetes participantes.</a:t>
            </a:r>
          </a:p>
          <a:p/>
          <a:p/>
          <a:p/>
          <a:p>
            <a:r>
              <a:t>En resumen: Datos rápidos de Arkansas: plazo 3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Arkansas, el plazo de prescripción para la mayoría de lesiones personales es de 3 años desde el choque. Perder ese plazo casi siempre cierra el caso. Los avisos contra entidades públicas pueden exigirse en 60–180 días.</a:t>
            </a:r>
          </a:p>
          <a:p/>
          <a:p>
            <a:r>
              <a:t>Arkansas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Arkansas es un estado de culpa (“at-fault”): el seguro del responsable es la fuente principal de recuperación una vez establecida la responsabilidad. In Arkansas, deadlines and insurance rules can change how claims are handled. Document medical care early and avoid recorded statements without guidance. Rangos publicados de recuperación en Arkansas suelen situarse alrededor de $17k–$90k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Little Rock,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$17k–$90k para accidente con camión comercial en Arkansas)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promptly and preserve evidence.</a:t>
            </a:r>
          </a:p>
          <a:p/>
          <a:p>
            <a:r>
              <a:t>En todo Arkansas,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Little Rock, Arkansas — Guía en español — Top City Guide (2026-07-09)</a:t>
            </a:r>
          </a:p>
          <a:p>
            <a:pPr>
              <a:spcBef>
                <a:spcPts val="1200"/>
              </a:spcBef>
              <a:defRPr sz="1600">
                <a:solidFill>
                  <a:srgbClr val="94A3B8"/>
                </a:solidFill>
              </a:defRPr>
            </a:pPr>
            <a:r>
              <a:t>Truck Accidents · Arkansas · 2026-07-09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Arkansas: plazo 3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Little Rock Arkansas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Little Rock Arkansas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Arkansas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Arkansas, el plazo de prescripción para la mayoría de lesiones personales es de 3 años desde el choque. Perder ese plazo casi siempre cierra el caso. Los avisos contra entidades públicas pueden exigirse en 60–180 días.</a:t>
            </a:r>
            <a:br/>
            <a:br/>
            <a:r>
              <a:t>Arkansas aplica la regla de Modified 50%. La negligencia comparativa modificada (umbral 50%) redu</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$17k–$90k para accidente con camión comercial en Arkansas) describen casos pasados, no el suyo.</a:t>
            </a:r>
            <a:br/>
            <a:br/>
            <a:r>
              <a:t>El valor depende de: facturas médicas actuales y futuras, salarios perdidos, gravedad permanente, clarida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Little Rock</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Little Rock, Arkansas, opciones de atención incluyen Regional Medical Center, Level I/II trauma center (verify locally). El volumen de choques en esta zona se concentra en Interstate corridors, State routes near metro area. Little Rock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Arkansas?</a:t>
            </a:r>
          </a:p>
          <a:p>
            <a:pPr>
              <a:spcAft>
                <a:spcPts val="800"/>
              </a:spcAft>
              <a:defRPr sz="1500">
                <a:solidFill>
                  <a:srgbClr val="94A3B8"/>
                </a:solidFill>
              </a:defRPr>
            </a:pPr>
            <a:r>
              <a:t>A: En la mayoría de los casos en Arkansas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https://www.wreckmatch.com/es/blog/semi-truck-accident-in-little-rock-arkansas-top-city-guide-2026-07-09</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https://www.wreckmatch.com/es/blog/semi-truck-accident-in-little-rock-arkansas-top-city-guide-2026-07-09</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Little Rock, Arkansas — Guía en español — Top City Guide (2026-07-09)</dc:title>
  <dc:subject>WreckMatch educational guide — Truck Accidents</dc:subject>
  <dc:creator/>
  <cp:keywords>WreckMatch, car accident, Arkansas, Truck Accidents, semi truck accident in little rock arkansas top city guide 2026 07 09, personal injury, attorney matching</cp:keywords>
  <dc:description>Gold-tier presentation summary for https://www.wreckmatch.com/es/blog/semi-truck-accident-in-little-rock-arkansas-top-city-guide-2026-07-09.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