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Manchester, New Hampshire — Guía en español — Top City Guide (2026-07-07). Full guide: https://www.wreckmatch.com/es/blog/semi-truck-accident-in-manchester-new-hampshire-top-city-guide-2026-07-07.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Manchester, New Hampshire — Guía en español — Top City Guide (2026-07-07)</a:t>
            </a:r>
          </a:p>
          <a:p/>
          <a:p>
            <a:r>
              <a:t>Solo educativo — no es asesoría legal. WreckMatch LLC es un servicio de referencia legal, no un bufete. Red de más de 800 bufetes participantes.</a:t>
            </a:r>
          </a:p>
          <a:p/>
          <a:p/>
          <a:p/>
          <a:p>
            <a:r>
              <a:t>En resumen: Datos rápidos de New Hampshire: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Hampshire, el plazo de prescripción para la mayoría de lesiones personales es de 3 años desde el choque. Perder ese plazo casi siempre cierra el caso. Los avisos contra entidades públicas pueden exigirse en 60–180 días.</a:t>
            </a:r>
          </a:p>
          <a:p/>
          <a:p>
            <a:r>
              <a:t>New Hampshire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New Hampshire es un estado de culpa (“at-fault”): el seguro del responsable es la fuente principal de recuperación una vez establecida la responsabilidad. In New Hampshire, deadlines and insurance rules can change how claims are handled. Document medical care early and avoid recorded statements without guidance. Rangos publicados de recuperación en New Hampshire suelen situarse alrededor de $22k–$120k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Manchester,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$22k–$120k para accidente con camión comercial en New Hampshire)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promptly and preserve evidence.</a:t>
            </a:r>
          </a:p>
          <a:p/>
          <a:p>
            <a:r>
              <a:t>En todo New Hampshire,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Manchester, New Hampshire — Guía en español — Top City Guide (2026-07-07)</a:t>
            </a:r>
          </a:p>
          <a:p>
            <a:pPr>
              <a:spcBef>
                <a:spcPts val="1200"/>
              </a:spcBef>
              <a:defRPr sz="1600">
                <a:solidFill>
                  <a:srgbClr val="94A3B8"/>
                </a:solidFill>
              </a:defRPr>
            </a:pPr>
            <a:r>
              <a:t>New Hampshire · New Hampshire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Hampshire: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Manchester New Hampshire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Manchester New Hampshire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Hampshire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Hampshire, el plazo de prescripción para la mayoría de lesiones personales es de 3 años desde el choque. Perder ese plazo casi siempre cierra el caso. Los avisos contra entidades públicas pueden exigirse en 60–180 días.</a:t>
            </a:r>
            <a:br/>
            <a:br/>
            <a:r>
              <a:t>New Hampshire aplica la regla de Modified comparative. Las reglas de culpa comparativa puede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$22k–$120k para accidente con camión comercial en New Hampshire) describen casos pasados, no el suyo.</a:t>
            </a:r>
            <a:br/>
            <a:br/>
            <a:r>
              <a:t>El valor depende de: facturas médicas actuales y futuras, salarios perdidos, gravedad permanente,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Manchester, New Hampshire, opciones de atención incluyen Regional Medical Center, Level I/II trauma center (verify locally). El volumen de choques en esta zona se concentra en Interstate corridors, State routes near metro area. Manchester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Hampshire?</a:t>
            </a:r>
          </a:p>
          <a:p>
            <a:pPr>
              <a:spcAft>
                <a:spcPts val="800"/>
              </a:spcAft>
              <a:defRPr sz="1500">
                <a:solidFill>
                  <a:srgbClr val="94A3B8"/>
                </a:solidFill>
              </a:defRPr>
            </a:pPr>
            <a:r>
              <a:t>A: En la mayoría de los casos en New Hampshire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https://www.wreckmatch.com/es/blog/semi-truck-accident-in-manchester-new-hampshire-top-city-guide-2026-07-07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https://www.wreckmatch.com/es/blog/semi-truck-accident-in-manchester-new-hampshire-top-city-guide-2026-07-07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Manchester, New Hampshire — Guía en español — Top City Guide (2026-07-07)</dc:title>
  <dc:subject>WreckMatch educational guide — New Hampshire</dc:subject>
  <dc:creator/>
  <cp:keywords>WreckMatch, car accident, New Hampshire, New Hampshire, semi truck accident in manchester new hampshire top city guide 2026 07 07, personal injury, attorney matching</cp:keywords>
  <dc:description>Gold-tier presentation summary for https://www.wreckmatch.com/es/blog/semi-truck-accident-in-manchester-new-hampshire-top-city-guide-2026-07-07.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