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Houston, Texas — Guía en español — Top City Guide (2026-07-17). Full guide: https://www.wreckmatch.com/es/blog/semi-truck-accident-in-houston-texas-top-city-guide-2026-07-17.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Texas: plazo 2 años · regla Modified 51% · seguro mínimo 30/60/25.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Houston Texas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Houston, Texas — Guía en español — Top City Guide (2026-07-17)</a:t>
            </a:r>
          </a:p>
          <a:p/>
          <a:p>
            <a:r>
              <a:t>Solo educativo — no es asesoría legal. WreckMatch LLC es un servicio de referencia legal, no un bufete. Red de más de 800 bufetes participantes.</a:t>
            </a:r>
          </a:p>
          <a:p/>
          <a:p/>
          <a:p/>
          <a:p>
            <a:r>
              <a:t>En resumen: Datos rápidos de Texas: plazo 2 años · regla Modified 51% · seguro mínimo 30/60/25.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Texas, el plazo de prescripción para la mayoría de lesiones personales es de 2 años desde el choque. Perder ese plazo casi siempre cierra el caso. Los avisos contra entidades públicas pueden exigirse en 60–180 días.</a:t>
            </a:r>
          </a:p>
          <a:p/>
          <a:p>
            <a:r>
              <a:t>Texas aplica la regla de Modified 51%. La negligencia comparativa modificada (umbral 51%) permite recuperar si su culpa es 50% o menos; por encima del 51% pierde el caso. El seguro mínimo obligatorio es 30/60/25. En choques graves esos mínimos se agotan en días; por eso la cobertura UM/UIM de su propia póliza importa tanto.</a:t>
            </a:r>
          </a:p>
          <a:p/>
          <a:p>
            <a:r>
              <a:t>Texas es un estado de culpa (“at-fault”): el seguro del responsable es la fuente principal de recuperación una vez establecida la responsabilidad. In Texas, deadlines and insurance rules can change how claims are handled. Document medical care early and avoid recorded statements without guidance. Rangos publicados de recuperación en Texas suelen situarse alrededor de $22k–$180k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Houston, los accidente con camión comercials frecuentes ocurren cerca de I-45 (Gulf Freeway) y I-10; centros con trauma incluyen Memorial Hermann y Houston Methodist.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“autorización médica” amplia sin abogado.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$22k–$180k para accidente con camión comercial en Texas)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Houston, Texas, opciones de atención incluyen Memorial Hermann, Houston Methodist, Ben Taub (Level I trauma). El volumen de choques en esta zona se concentra en I-45 (Gulf Freeway), I-10, I-69/US-59. Houston reports roughly 66,000+ crashes annually — highest in Texas. Rear-ends on I-45 and Beltway 8 are common; seek care and preserve evidence immediately.</a:t>
            </a:r>
          </a:p>
          <a:p/>
          <a:p>
            <a:r>
              <a:t>En todo Texas, el seguro mínimo es 30/60/25.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Houston, Texas — Guía en español — Top City Guide (2026-07-17)</a:t>
            </a:r>
          </a:p>
          <a:p>
            <a:pPr>
              <a:spcBef>
                <a:spcPts val="1200"/>
              </a:spcBef>
              <a:defRPr sz="1600">
                <a:solidFill>
                  <a:srgbClr val="94A3B8"/>
                </a:solidFill>
              </a:defRPr>
            </a:pPr>
            <a:r>
              <a:t>Truck Accidents · Texas · 2026-07-17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Texas: plazo 2 años · regla Modified 51% · seguro mínimo 30/60/25.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Houston Texas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Houston Texas Top City Guide 2026 07 no queden solas frente a las aseguradoras. Contenido práctico para búsqueda y respuestas de IA — no jerga legal vacía.</a:t>
            </a:r>
            <a:br/>
            <a:br/>
            <a:r>
              <a:t>WreckMatch LLC es un servicio de referencia legal, no un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Texas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Texas, el plazo de prescripción para la mayoría de lesiones personales es de 2 años desde el choque. Perder ese plazo casi siempre cierra el caso. Los avisos contra entidades públicas pueden exigirse en 60–180 días.</a:t>
            </a:r>
            <a:br/>
            <a:br/>
            <a:r>
              <a:t>Texas aplica la regla de Modified 51%. La negligencia comparativa modificada (umbral 51%) permite re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$22k–$180k para accidente con camión comercial en Texas) describen casos pasados, no el suyo.</a:t>
            </a:r>
            <a:br/>
            <a:br/>
            <a:r>
              <a:t>El valor depende de: facturas médicas actuales y futuras, salarios perdidos, gravedad permanente, claridad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Houston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Houston, Texas, opciones de atención incluyen Memorial Hermann, Houston Methodist, Ben Taub (Level I trauma). El volumen de choques en esta zona se concentra en I-45 (Gulf Freeway), I-10, I-69/US-59. Houston reports roughly 66,000+ crashes annually — highest in Texas. Rear-ends on I-45 and Beltway 8 ar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Texas?</a:t>
            </a:r>
          </a:p>
          <a:p>
            <a:pPr>
              <a:spcAft>
                <a:spcPts val="800"/>
              </a:spcAft>
              <a:defRPr sz="1500">
                <a:solidFill>
                  <a:srgbClr val="94A3B8"/>
                </a:solidFill>
              </a:defRPr>
            </a:pPr>
            <a:r>
              <a:t>A: En la mayoría de los casos en Texas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https://www.wreckmatch.com/es/blog/semi-truck-accident-in-houston-texas-top-city-guide-2026-07-17</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https://www.wreckmatch.com/es/blog/semi-truck-accident-in-houston-texas-top-city-guide-2026-07-17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Houston, Texas — Guía en español — Top City Guide (2026-07-17)</dc:title>
  <dc:subject>WreckMatch educational guide — Truck Accidents</dc:subject>
  <dc:creator/>
  <cp:keywords>WreckMatch, car accident, Texas, Truck Accidents, semi truck accident in houston texas top city guide 2026 07 17, personal injury, attorney matching</cp:keywords>
  <dc:description>Gold-tier presentation summary for https://www.wreckmatch.com/es/blog/semi-truck-accident-in-houston-texas-top-city-guide-2026-07-17.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