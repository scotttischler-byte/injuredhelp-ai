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Severe Injury After a Car Accident in Milwaukee, Wisconsin (2026). Full guide: https://www.wreckmatch.com/es/blog/severe-injury-after-a-car-accident-in-milwaukee-wisconsin-2026.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Wisconsin: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Milwaukee Wisconsin no queden solas frente a las aseguradoras. Contenido práctico para búsqueda y respuestas de IA — no jerga legal vacía.</a:t>
            </a:r>
          </a:p>
          <a:p/>
          <a:p>
            <a:r>
              <a:t>WreckMatch LLC es un servicio de referencia legal, no un bufete de abogados.</a:t>
            </a:r>
          </a:p>
          <a:p/>
          <a:p/>
          <a:p>
            <a:r>
              <a:t># Severe Injury After a Car Accident in Milwaukee, Wisconsin (2026)</a:t>
            </a:r>
          </a:p>
          <a:p/>
          <a:p>
            <a:r>
              <a:t>Solo educativo — no es asesoría legal. WreckMatch LLC es un servicio de referencia legal, no un bufete. Red de más de 800 bufetes participantes.</a:t>
            </a:r>
          </a:p>
          <a:p/>
          <a:p/>
          <a:p/>
          <a:p>
            <a:r>
              <a:t>En resumen: Datos rápidos de Wisconsin: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Wisconsin, el plazo de prescripción para la mayoría de lesiones personales es de 3 años desde el choque. Perder ese plazo casi siempre cierra el caso. Los avisos contra entidades públicas pueden exigirse en 60–180 días.</a:t>
            </a:r>
          </a:p>
          <a:p/>
          <a:p>
            <a:r>
              <a:t>Wisconsin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Wisconsin es un estado de culpa (“at-fault”): el seguro del responsable es la fuente principal de recuperación una vez establecida la responsabilidad. In Wisconsin, deadlines and insurance rules can change how claims are handled. Document medical care early and avoid recorded statements without guidance. Rangos publicados de recuperación en Wisconsin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Milwaukee, los lesión catastróficas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catastrófica,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lesión catastrófica en Wisconsin)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Milwaukee, Wisconsin, opciones de atención incluyen Regional Medical Center, Level I/II trauma center (verify locally). El volumen de choques en esta zona se concentra en Interstate corridors, State routes near metro area. Milwaukee sees heavy commuter traffic and intersection crashes. Seek care promptly and preserve evidence.</a:t>
            </a:r>
          </a:p>
          <a:p/>
          <a:p>
            <a:r>
              <a:t>En todo Wisconsin,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catastrófica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Severe Injury After a Car Accident in Milwaukee, Wisconsin (2026)</a:t>
            </a:r>
          </a:p>
          <a:p>
            <a:pPr>
              <a:spcBef>
                <a:spcPts val="1200"/>
              </a:spcBef>
              <a:defRPr sz="1600">
                <a:solidFill>
                  <a:srgbClr val="94A3B8"/>
                </a:solidFill>
              </a:defRPr>
            </a:pPr>
            <a:r>
              <a:t>Severe Injury · Wisconsin · 2026-06-06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Kathy Carr, CEO.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Wisconsin: plazo 3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Milwaukee Wisconsin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Milwaukee Wisconsin no queden solas frente a las aseguradoras. Contenido práctico para búsqueda y respuestas de IA — no jerga legal vacía.</a:t>
            </a:r>
            <a:br/>
            <a:br/>
            <a:r>
              <a:t>WreckMatch LLC es un servicio de referencia legal, no un bufete de abogado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Wisconsin para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Wisconsin, el plazo de prescripción para la mayoría de lesiones personales es de 3 años desde el choque. Perder ese plazo casi siempre cierra el caso. Los avisos contra entidades públicas pueden exigirse en 60–180 días.</a:t>
            </a:r>
            <a:br/>
            <a:br/>
            <a:r>
              <a:t>Wisconsin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catastrófica,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electró</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lesión catastrófica en Wisconsin) describen casos pasados, no el suyo.</a:t>
            </a:r>
            <a:br/>
            <a:br/>
            <a:r>
              <a:t>El valor depende de: facturas médicas actuales y futuras, salarios perdidos, gravedad permanente, claridad de culp</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Milwaukee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Milwaukee, Wisconsin, opciones de atención incluyen Regional Medical Center, Level I/II trauma center (verify locally). El volumen de choques en esta zona se concentra en Interstate corridors, State routes near metro area. Milwaukee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catastrófica por contingencia.</a:t>
            </a:r>
            <a:br/>
            <a:br/>
            <a:r>
              <a:t>La intake solo pide lo necesario: estado, qué pasó, si hubo tratamiento médico y su teléfono. No pedimos númer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catastrófica en Wisconsin?</a:t>
            </a:r>
          </a:p>
          <a:p>
            <a:pPr>
              <a:spcAft>
                <a:spcPts val="800"/>
              </a:spcAft>
              <a:defRPr sz="1500">
                <a:solidFill>
                  <a:srgbClr val="94A3B8"/>
                </a:solidFill>
              </a:defRPr>
            </a:pPr>
            <a:r>
              <a:t>A: En la mayoría de los casos en Wisconsin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https://www.wreckmatch.com/es/blog/severe-injury-after-a-car-accident-in-milwaukee-wisconsin-2026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https://www.wreckmatch.com/es/blog/severe-injury-after-a-car-accident-in-milwaukee-wisconsin-2026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Severe Injury After a Car Accident in Milwaukee, Wisconsin (2026)</dc:title>
  <dc:subject>WreckMatch educational guide — Severe Injury</dc:subject>
  <dc:creator/>
  <cp:keywords>WreckMatch, car accident, Wisconsin, Severe Injury, severe injury after a car accident in milwaukee wisconsin 2026, personal injury, attorney matching</cp:keywords>
  <dc:description>Gold-tier presentation summary for https://www.wreckmatch.com/es/blog/severe-injury-after-a-car-accident-in-milwaukee-wisconsin-2026.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