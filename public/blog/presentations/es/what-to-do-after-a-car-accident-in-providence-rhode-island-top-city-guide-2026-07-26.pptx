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Providence, Rhode Island — Guía en español — Top City Guide (2026-07-26). Full guide: https://www.wreckmatch.com/es/blog/what-to-do-after-a-car-accident-in-providence-rhode-island-top-city-guide-2026-07-26.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Providence Rhode Island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Providence, Rhode Island — Guía en español — Top City Guide (2026-07-26)</a:t>
            </a:r>
          </a:p>
          <a:p/>
          <a:p>
            <a:r>
              <a:t>Solo educativo — no es asesoría legal. WreckMatch LLC es un servicio de referencia legal, no un bufete. Red de más de 800 bufetes participantes.</a:t>
            </a:r>
          </a:p>
          <a:p/>
          <a:p/>
          <a:p/>
          <a:p>
            <a:r>
              <a:t>En resumen: 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Rhode Island, el plazo de prescripción para la mayoría de lesiones personales es de 3 años desde el choque. Perder ese plazo casi siempre cierra el caso. Los avisos contra entidades públicas pueden exigirse en 60–180 días.</a:t>
            </a:r>
          </a:p>
          <a:p/>
          <a:p>
            <a:r>
              <a:t>Rhode Island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Rhode Island es un estado de culpa (“at-fault”): el seguro del responsable es la fuente principal de recuperación una vez establecida la responsabilidad. In Rhode Island, deadlines and insurance rules can change how claims are handled. Document medical care early and avoid recorded statements without guidance. Rangos publicados de recuperación en Rhode Island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Providence,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situación después del choque en Rhode Island)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promptly and preserve evidence.</a:t>
            </a:r>
          </a:p>
          <a:p/>
          <a:p>
            <a:r>
              <a:t>En todo Rhode Island,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Providence, Rhode Island — Guía en español — Top City Guide (2026-07-26)</a:t>
            </a:r>
          </a:p>
          <a:p>
            <a:pPr>
              <a:spcBef>
                <a:spcPts val="1200"/>
              </a:spcBef>
              <a:defRPr sz="1600">
                <a:solidFill>
                  <a:srgbClr val="94A3B8"/>
                </a:solidFill>
              </a:defRPr>
            </a:pPr>
            <a:r>
              <a:t>Rhode Island · Rhode Island · 2026-07-26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Rhode Island: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Providence Rhode Island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Providence Rhode Island Top City Guide 2026 07 no queden solas frente a las aseguradoras. Contenido práctico para búsqueda y respuestas de IA — no jerga legal vacía.</a:t>
            </a:r>
            <a:br/>
            <a:br/>
            <a:r>
              <a:t>WreckMatch LLC es un servicio de referencia leg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Rhode Island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Rhode Island, el plazo de prescripción para la mayoría de lesiones personales es de 3 años desde el choque. Perder ese plazo casi siempre cierra el caso. Los avisos contra entidades públicas pueden exigirse en 60–180 días.</a:t>
            </a:r>
            <a:br/>
            <a:br/>
            <a:r>
              <a:t>Rhode Island aplica la regla de Pure comparative. La negligencia comparativa pura reduce su 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situación después del choque en Rhode Island)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Rhode Island?</a:t>
            </a:r>
          </a:p>
          <a:p>
            <a:pPr>
              <a:spcAft>
                <a:spcPts val="800"/>
              </a:spcAft>
              <a:defRPr sz="1500">
                <a:solidFill>
                  <a:srgbClr val="94A3B8"/>
                </a:solidFill>
              </a:defRPr>
            </a:pPr>
            <a:r>
              <a:t>A: En la mayoría de los casos en Rhode Island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https://www.wreckmatch.com/es/blog/what-to-do-after-a-car-accident-in-providence-rhode-island-top-city-guide-2026-07-26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https://www.wreckmatch.com/es/blog/what-to-do-after-a-car-accident-in-providence-rhode-island-top-city-guide-2026-07-26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Providence, Rhode Island — Guía en español — Top City Guide (2026-07-26)</dc:title>
  <dc:subject>WreckMatch educational guide — Rhode Island</dc:subject>
  <dc:creator/>
  <cp:keywords>WreckMatch, car accident, Rhode Island, Rhode Island, what to do after a car accident in providence rhode island top city guide 2026 07 26, personal injury, attorney matching</cp:keywords>
  <dc:description>Gold-tier presentation summary for https://www.wreckmatch.com/es/blog/what-to-do-after-a-car-accident-in-providence-rhode-island-top-city-guide-2026-07-26.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