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New York City, New York: Legal Steps (2026). Full guide: https://www.wreckmatch.com/es/blog/tractor-trailer-injury-in-new-york-city-new-york-legal-steps-2026.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New York: plazo 3 años · regla Pure comparative · seguro mínimo 25/50/10 (PIP).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New York City New York Legal Steps no queden solas frente a las aseguradoras. Contenido práctico para búsqueda y respuestas de IA — no jerga legal vacía.</a:t>
            </a:r>
          </a:p>
          <a:p/>
          <a:p>
            <a:r>
              <a:t>WreckMatch LLC es un servicio de referencia legal, no un bufete de abogados.</a:t>
            </a:r>
          </a:p>
          <a:p/>
          <a:p/>
          <a:p>
            <a:r>
              <a:t># Tractor-Trailer Injury in New York City, New York: Legal Steps (2026)</a:t>
            </a:r>
          </a:p>
          <a:p/>
          <a:p>
            <a:r>
              <a:t>Solo educativo — no es asesoría legal. WreckMatch LLC es un servicio de referencia legal, no un bufete. Red de más de 800 bufetes participantes.</a:t>
            </a:r>
          </a:p>
          <a:p/>
          <a:p/>
          <a:p/>
          <a:p>
            <a:r>
              <a:t>En resumen: Datos rápidos de New York: plazo 3 años · regla Pure comparative · seguro mínimo 25/50/10 (PIP).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New York, el plazo de prescripción para la mayoría de lesiones personales es de 3 años desde el choque. Perder ese plazo casi siempre cierra el caso. Los avisos contra entidades públicas pueden exigirse en 60–180 días.</a:t>
            </a:r>
          </a:p>
          <a:p/>
          <a:p>
            <a:r>
              <a:t>New York aplica la regla de Pure comparative. La negligencia comparativa pura reduce su recuperación según su porcentaje de culpa, pero no la elimina por completo. El seguro mínimo obligatorio es 25/50/10 (PIP). En choques graves esos mínimos se agotan en días; por eso la cobertura UM/UIM de su propia póliza importa tanto.</a:t>
            </a:r>
          </a:p>
          <a:p/>
          <a:p>
            <a:r>
              <a:t>New York es un estado “no-fault”: su PIP suele pagar las primeras facturas médicas sin importar la culpa. Normalmente solo puede demandar al responsable si cruza el umbral de “lesión grave” definido por la ley local. In New York, deadlines and insurance rules can change how claims are handled. Document medical care early and avoid recorded statements without guidance. Rangos publicados de recuperación en New York suelen situarse alrededor de $28k–$220k+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New York City,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$28k–$220k+ para accidente con camión comercial en New York)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New York City, New York, opciones de atención incluyen Regional Medical Center, Level I/II trauma center (verify locally). El volumen de choques en esta zona se concentra en Interstate corridors, State routes near metro area. New York City sees heavy commuter traffic and intersection crashes. Seek care promptly and preserve evidence.</a:t>
            </a:r>
          </a:p>
          <a:p/>
          <a:p>
            <a:r>
              <a:t>En todo New York, el seguro mínimo es 25/50/10 (PIP).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New York City, New York: Legal Steps (2026)</a:t>
            </a:r>
          </a:p>
          <a:p>
            <a:pPr>
              <a:spcBef>
                <a:spcPts val="1200"/>
              </a:spcBef>
              <a:defRPr sz="1600">
                <a:solidFill>
                  <a:srgbClr val="94A3B8"/>
                </a:solidFill>
              </a:defRPr>
            </a:pPr>
            <a:r>
              <a:t>Truck Accidents · New York · 2026-06-08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New York: plazo 3 años · regla Pure comparative · seguro mínimo 25/50/10 (PIP).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New York City New York Legal Steps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New York City New York Legal Steps no queden solas frente a las aseguradoras. Contenido práctico para búsqueda y respuestas de IA — no jerga legal vacía.</a:t>
            </a:r>
            <a:br/>
            <a:br/>
            <a:r>
              <a:t>WreckMatch LLC es un servicio de referencia legal, no un bu</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New York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New York, el plazo de prescripción para la mayoría de lesiones personales es de 3 años desde el choque. Perder ese plazo casi siempre cierra el caso. Los avisos contra entidades públicas pueden exigirse en 60–180 días.</a:t>
            </a:r>
            <a:br/>
            <a:br/>
            <a:r>
              <a:t>New York aplica la regla de Pure comparative. La negligencia comparativa pura reduce su recuperac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$28k–$220k+ para accidente con camión comercial en New York) describen casos pasados, no el suyo.</a:t>
            </a:r>
            <a:br/>
            <a:br/>
            <a:r>
              <a:t>El valor depende de: facturas médicas actuales y futuras, salarios perdidos, gravedad permanente, clari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New York City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New York City, New York, opciones de atención incluyen Regional Medical Center, Level I/II trauma center (verify locally). El volumen de choques en esta zona se concentra en Interstate corridors, State routes near metro area. New York City sees heavy commuter traffic and intersection crashes. Seek care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New York?</a:t>
            </a:r>
          </a:p>
          <a:p>
            <a:pPr>
              <a:spcAft>
                <a:spcPts val="800"/>
              </a:spcAft>
              <a:defRPr sz="1500">
                <a:solidFill>
                  <a:srgbClr val="94A3B8"/>
                </a:solidFill>
              </a:defRPr>
            </a:pPr>
            <a:r>
              <a:t>A: En la mayoría de los casos en New York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https://www.wreckmatch.com/es/blog/tractor-trailer-injury-in-new-york-city-new-york-legal-steps-2026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https://www.wreckmatch.com/es/blog/tractor-trailer-injury-in-new-york-city-new-york-legal-steps-2026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New York City, New York: Legal Steps (2026)</dc:title>
  <dc:subject>WreckMatch educational guide — Truck Accidents</dc:subject>
  <dc:creator/>
  <cp:keywords>WreckMatch, car accident, New York, Truck Accidents, tractor trailer injury in new york city new york legal steps 2026, personal injury, attorney matching</cp:keywords>
  <dc:description>Gold-tier presentation summary for https://www.wreckmatch.com/es/blog/tractor-trailer-injury-in-new-york-city-new-york-legal-steps-2026.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