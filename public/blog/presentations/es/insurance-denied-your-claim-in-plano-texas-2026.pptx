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Plano? (Texas 2026). Full guide: https://www.wreckmatch.com/es/blog/insurance-denied-your-claim-in-plano-texas-2026.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no queden solas frente a las aseguradoras. Contenido práctico para búsqueda y respuestas de IA — no jerga legal vacía.</a:t>
            </a:r>
          </a:p>
          <a:p/>
          <a:p>
            <a:r>
              <a:t>WreckMatch LLC es un servicio de referencia legal, no un bufete de abogados.</a:t>
            </a:r>
          </a:p>
          <a:p/>
          <a:p/>
          <a:p>
            <a:r>
              <a:t># Insurance Denied Your Claim in Plano?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disputa con la aseguradoras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Plano?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no queden solas frente a las aseguradoras. Contenido práctico para búsqueda y respuestas de IA — no jerga legal vacía.</a:t>
            </a:r>
            <a:br/>
            <a:br/>
            <a:r>
              <a:t>WreckMatch LLC es un servicio de referencia legal, no un bufete de abogados.</a:t>
            </a:r>
            <a:br/>
            <a:br/>
            <a:br/>
            <a:r>
              <a:t># 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https://www.wreckmatch.com/es/blog/insurance-denied-your-claim-in-plano-texas-2026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Plano? (Texas 2026)</dc:title>
  <dc:subject>WreckMatch educational guide — Texas</dc:subject>
  <dc:creator/>
  <cp:keywords>WreckMatch, car accident, Texas, Texas, insurance denied your claim in plano texas 2026, personal injury, attorney matching</cp:keywords>
  <dc:description>Gold-tier presentation summary for https://www.wreckmatch.com/es/blog/insurance-denied-your-claim-in-plano-texas-2026.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