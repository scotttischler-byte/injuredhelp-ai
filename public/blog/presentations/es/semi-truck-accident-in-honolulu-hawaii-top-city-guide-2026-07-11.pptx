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Honolulu, Hawaii — Guía en español — Top City Guide (2026-07-11). Full guide: https://www.wreckmatch.com/es/blog/semi-truck-accident-in-honolulu-hawaii-top-city-guide-2026-07-11.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Hawaii: plazo 2 años · regla Modified 51% · seguro mínimo 20/40/10.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Honolulu Hawaii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Honolulu, Hawaii — Guía en español — Top City Guide (2026-07-11)</a:t>
            </a:r>
          </a:p>
          <a:p/>
          <a:p>
            <a:r>
              <a:t>Solo educativo — no es asesoría legal. WreckMatch LLC es un servicio de referencia legal, no un bufete. Red de más de 800 bufetes participantes.</a:t>
            </a:r>
          </a:p>
          <a:p/>
          <a:p/>
          <a:p/>
          <a:p>
            <a:r>
              <a:t>En resumen: Datos rápidos de Hawaii: plazo 2 años · regla Modified 51% · seguro mínimo 20/40/10.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Hawaii, el plazo de prescripción para la mayoría de lesiones personales es de 2 años desde el choque. Perder ese plazo casi siempre cierra el caso. Los avisos contra entidades públicas pueden exigirse en 60–180 días.</a:t>
            </a:r>
          </a:p>
          <a:p/>
          <a:p>
            <a:r>
              <a:t>Hawaii aplica la regla de Modified 51%. La negligencia comparativa modificada (umbral 51%) permite recuperar si su culpa es 50% o menos; por encima del 51% pierde el caso. El seguro mínimo obligatorio es 20/40/10. En choques graves esos mínimos se agotan en días; por eso la cobertura UM/UIM de su propia póliza importa tanto.</a:t>
            </a:r>
          </a:p>
          <a:p/>
          <a:p>
            <a:r>
              <a:t>Hawaii es un estado “no-fault”: su PIP suele pagar las primeras facturas médicas sin importar la culpa. Normalmente solo puede demandar al responsable si cruza el umbral de “lesión grave” definido por la ley local. In Hawaii, deadlines and insurance rules can change how claims are handled. Document medical care early and avoid recorded statements without guidance. Rangos publicados de recuperación en Hawaii suelen situarse alrededor de $25k–$130k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Honolulu,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$25k–$130k para accidente con camión comercial en Hawaii)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Honolulu, Hawaii, opciones de atención incluyen Regional Medical Center, Level I/II trauma center (verify locally). El volumen de choques en esta zona se concentra en Interstate corridors, State routes near metro area. Honolulu sees heavy commuter traffic and intersection crashes. Seek care promptly and preserve evidence.</a:t>
            </a:r>
          </a:p>
          <a:p/>
          <a:p>
            <a:r>
              <a:t>En todo Hawaii, el seguro mínimo es 20/40/10.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Honolulu, Hawaii — Guía en español — Top City Guide (2026-07-11)</a:t>
            </a:r>
          </a:p>
          <a:p>
            <a:pPr>
              <a:spcBef>
                <a:spcPts val="1200"/>
              </a:spcBef>
              <a:defRPr sz="1600">
                <a:solidFill>
                  <a:srgbClr val="94A3B8"/>
                </a:solidFill>
              </a:defRPr>
            </a:pPr>
            <a:r>
              <a:t>Truck Accidents · Hawaii · 2026-07-11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Hawaii: plazo 2 años · regla Modified 51% · seguro mínimo 20/40/10.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Honolulu Hawaii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Honolulu Hawaii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Hawaii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Hawaii, el plazo de prescripción para la mayoría de lesiones personales es de 2 años desde el choque. Perder ese plazo casi siempre cierra el caso. Los avisos contra entidades públicas pueden exigirse en 60–180 días.</a:t>
            </a:r>
            <a:br/>
            <a:br/>
            <a:r>
              <a:t>Hawaii aplica la regla de Modified 51%. La negligencia comparativa modificada (umbral 51%) permite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$25k–$130k para accidente con camión comercial en Hawaii)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Honolulu</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Honolulu, Hawaii, opciones de atención incluyen Regional Medical Center, Level I/II trauma center (verify locally). El volumen de choques en esta zona se concentra en Interstate corridors, State routes near metro area. Honolulu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Hawaii?</a:t>
            </a:r>
          </a:p>
          <a:p>
            <a:pPr>
              <a:spcAft>
                <a:spcPts val="800"/>
              </a:spcAft>
              <a:defRPr sz="1500">
                <a:solidFill>
                  <a:srgbClr val="94A3B8"/>
                </a:solidFill>
              </a:defRPr>
            </a:pPr>
            <a:r>
              <a:t>A: En la mayoría de los casos en Hawaii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https://www.wreckmatch.com/es/blog/semi-truck-accident-in-honolulu-hawaii-top-city-guide-2026-07-11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https://www.wreckmatch.com/es/blog/semi-truck-accident-in-honolulu-hawaii-top-city-guide-2026-07-11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Honolulu, Hawaii — Guía en español — Top City Guide (2026-07-11)</dc:title>
  <dc:subject>WreckMatch educational guide — Truck Accidents</dc:subject>
  <dc:creator/>
  <cp:keywords>WreckMatch, car accident, Hawaii, Truck Accidents, semi truck accident in honolulu hawaii top city guide 2026 07 11, personal injury, attorney matching</cp:keywords>
  <dc:description>Gold-tier presentation summary for https://www.wreckmatch.com/es/blog/semi-truck-accident-in-honolulu-hawaii-top-city-guide-2026-07-11.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