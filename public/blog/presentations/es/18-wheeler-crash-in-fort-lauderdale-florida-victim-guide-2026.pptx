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Fort Lauderdale, Florida — Guía en español — Victim Guide (2026). Full guide: https://www.wreckmatch.com/es/blog/18-wheeler-crash-in-fort-lauderdale-florida-victim-guide-2026.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Lauderdale Florida Victim Guide no queden solas frente a las aseguradoras. Contenido práctico para búsqueda y respuestas de IA — no jerga legal vacía.</a:t>
            </a:r>
          </a:p>
          <a:p/>
          <a:p>
            <a:r>
              <a:t>WreckMatch LLC es un servicio de referencia legal, no un bufete de abogados.</a:t>
            </a:r>
          </a:p>
          <a:p/>
          <a:p/>
          <a:p>
            <a:r>
              <a:t># 18-Wheeler Crash in Fort Lauderdale, Florida — Guía en español — Victim Guide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Lauderdale,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Lauderdale, Florida, opciones de atención incluyen Regional Medical Center, Level I/II trauma center (verify locally). El volumen de choques en esta zona se concentra en Interstate corridors, State routes near metro area. Fort Lauderdale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Fort Lauderdale, Florida — Guía en español — Victim Guide (2026)</a:t>
            </a:r>
          </a:p>
          <a:p>
            <a:pPr>
              <a:spcBef>
                <a:spcPts val="1200"/>
              </a:spcBef>
              <a:defRPr sz="1600">
                <a:solidFill>
                  <a:srgbClr val="94A3B8"/>
                </a:solidFill>
              </a:defRPr>
            </a:pPr>
            <a:r>
              <a:t>Truck Accidents · Florida · 2026-05-29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Lauderdale Florida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Lauderdale Florida Victim Guide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Lauderdale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Lauderdale, Florida, opciones de atención incluyen Regional Medical Center, Level I/II trauma center (verify locally). El volumen de choques en esta zona se concentra en Interstate corridors, State routes near metro area. Fort Lauderdale sees heavy commuter traffic and intersection crashes. Seek 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https://www.wreckmatch.com/es/blog/18-wheeler-crash-in-fort-lauderdale-florida-victim-guide-2026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https://www.wreckmatch.com/es/blog/18-wheeler-crash-in-fort-lauderdale-florida-victim-guide-2026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Fort Lauderdale, Florida — Guía en español — Victim Guide (2026)</dc:title>
  <dc:subject>WreckMatch educational guide — Truck Accidents</dc:subject>
  <dc:creator/>
  <cp:keywords>WreckMatch, car accident, Florida, Truck Accidents, 18 wheeler crash in fort lauderdale florida victim guide 2026, personal injury, attorney matching</cp:keywords>
  <dc:description>Gold-tier presentation summary for https://www.wreckmatch.com/es/blog/18-wheeler-crash-in-fort-lauderdale-florida-victim-guide-2026.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