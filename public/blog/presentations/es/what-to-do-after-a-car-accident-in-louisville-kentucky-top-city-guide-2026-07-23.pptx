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Louisville, Kentucky — Guía en español — Top City Guide (2026-07-23). Full guide: https://www.wreckmatch.com/es/blog/what-to-do-after-a-car-accident-in-louisville-kentucky-top-city-guide-2026-07-23.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Louisville Kentucky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Louisville, Kentucky — Guía en español — Top City Guide (2026-07-23)</a:t>
            </a:r>
          </a:p>
          <a:p/>
          <a:p>
            <a:r>
              <a:t>Solo educativo — no es asesoría legal. WreckMatch LLC es un servicio de referencia legal, no un bufete. Red de más de 800 bufetes participantes.</a:t>
            </a:r>
          </a:p>
          <a:p/>
          <a:p/>
          <a:p/>
          <a:p>
            <a:r>
              <a:t>En resumen: Datos rápidos de Kentucky: plazo 1 año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Kentucky, el plazo de prescripción para la mayoría de lesiones personales es de 1 año desde el choque. Perder ese plazo casi siempre cierra el caso. Los avisos contra entidades públicas pueden exigirse en 60–180 días.</a:t>
            </a:r>
          </a:p>
          <a:p/>
          <a:p>
            <a:r>
              <a:t>Kentucky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Kentucky es un estado “no-fault”: su PIP suele pagar las primeras facturas médicas sin importar la culpa. Normalmente solo puede demandar al responsable si cruza el umbral de “lesión grave” definido por la ley local. In Kentucky, deadlines and insurance rules can change how claims are handled. Document medical care early and avoid recorded statements without guidance. Rangos publicados de recuperación en Kentucky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Louisville,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Kentucky)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promptly and preserve evidence.</a:t>
            </a:r>
          </a:p>
          <a:p/>
          <a:p>
            <a:r>
              <a:t>En todo Kentucky,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Louisville, Kentucky — Guía en español — Top City Guide (2026-07-23)</a:t>
            </a:r>
          </a:p>
          <a:p>
            <a:pPr>
              <a:spcBef>
                <a:spcPts val="1200"/>
              </a:spcBef>
              <a:defRPr sz="1600">
                <a:solidFill>
                  <a:srgbClr val="94A3B8"/>
                </a:solidFill>
              </a:defRPr>
            </a:pPr>
            <a:r>
              <a:t>Kentucky · Kentucky · 2026-07-23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Kentucky: plazo 1 año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Louisville Kentucky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Louisville Kentucky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Kentucky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Kentucky, el plazo de prescripción para la mayoría de lesiones personales es de 1 año desde el choque. Perder ese plazo casi siempre cierra el caso. Los avisos contra entidades públicas pueden exigirse en 60–180 días.</a:t>
            </a:r>
            <a:br/>
            <a:br/>
            <a:r>
              <a:t>Kentucky aplica la regla de Pure comparative. La negligencia comparativa pura reduce su recuperaci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Kentucky)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Louisville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Louisville, Kentucky, opciones de atención incluyen Regional Medical Center, Level I/II trauma center (verify locally). El volumen de choques en esta zona se concentra en Interstate corridors, State routes near metro area. Louisville sees heavy commuter traffic and intersection crashes. Seek care promp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Kentucky?</a:t>
            </a:r>
          </a:p>
          <a:p>
            <a:pPr>
              <a:spcAft>
                <a:spcPts val="800"/>
              </a:spcAft>
              <a:defRPr sz="1500">
                <a:solidFill>
                  <a:srgbClr val="94A3B8"/>
                </a:solidFill>
              </a:defRPr>
            </a:pPr>
            <a:r>
              <a:t>A: En la mayoría de los casos en Kentucky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https://www.wreckmatch.com/es/blog/what-to-do-after-a-car-accident-in-louisville-kentucky-top-city-guide-2026-07-23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https://www.wreckmatch.com/es/blog/what-to-do-after-a-car-accident-in-louisville-kentucky-top-city-guide-2026-07-23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Louisville, Kentucky — Guía en español — Top City Guide (2026-07-23)</dc:title>
  <dc:subject>WreckMatch educational guide — Kentucky</dc:subject>
  <dc:creator/>
  <cp:keywords>WreckMatch, car accident, Kentucky, Kentucky, what to do after a car accident in louisville kentucky top city guide 2026 07 23, personal injury, attorney matching</cp:keywords>
  <dc:description>Gold-tier presentation summary for https://www.wreckmatch.com/es/blog/what-to-do-after-a-car-accident-in-louisville-kentucky-top-city-guide-2026-07-23.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