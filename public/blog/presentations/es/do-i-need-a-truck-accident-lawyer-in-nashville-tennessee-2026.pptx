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Nashville, Tennessee? (2026). Full guide: https://www.wreckmatch.com/es/blog/do-i-need-a-truck-accident-lawyer-in-nashville-tennessee-2026.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Tennessee: plazo 1 año · regla Modified 50%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Nashville Tennessee no queden solas frente a las aseguradoras. Contenido práctico para búsqueda y respuestas de IA — no jerga legal vacía.</a:t>
            </a:r>
          </a:p>
          <a:p/>
          <a:p>
            <a:r>
              <a:t>WreckMatch LLC es un servicio de referencia legal, no un bufete de abogados.</a:t>
            </a:r>
          </a:p>
          <a:p/>
          <a:p/>
          <a:p>
            <a:r>
              <a:t># Do I Need a Truck Accident Lawyer in Nashville, Tennessee? (2026)</a:t>
            </a:r>
          </a:p>
          <a:p/>
          <a:p>
            <a:r>
              <a:t>Solo educativo — no es asesoría legal. WreckMatch LLC es un servicio de referencia legal, no un bufete. Red de más de 800 bufetes participantes.</a:t>
            </a:r>
          </a:p>
          <a:p/>
          <a:p/>
          <a:p/>
          <a:p>
            <a:r>
              <a:t>En resumen: Datos rápidos de Tennessee: plazo 1 año · regla Modified 50% · seguro mínimo 25/50/25.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Tennessee, el plazo de prescripción para la mayoría de lesiones personales es de 1 año desde el choque. Perder ese plazo casi siempre cierra el caso. Los avisos contra entidades públicas pueden exigirse en 60–180 días.</a:t>
            </a:r>
          </a:p>
          <a:p/>
          <a:p>
            <a:r>
              <a:t>Tennessee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Tennessee es un estado de culpa (“at-fault”): el seguro del responsable es la fuente principal de recuperación una vez establecida la responsabilidad. In Tennessee, deadlines and insurance rules can change how claims are handled. Document medical care early and avoid recorded statements without guidance. Rangos publicados de recuperación en Tennessee suelen situarse alrededor de $18k–$110k — describen casos pasados, no una promesa para el suyo.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Nashville,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$18k–$110k para accidente con camión comercial en Tennessee)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Nashville, Tennessee, opciones de atención incluyen Regional Medical Center, Level I/II trauma center (verify locally). El volumen de choques en esta zona se concentra en Interstate corridors, State routes near metro area. Nashville sees heavy commuter traffic and intersection crashes. Seek care promptly and preserve evidence.</a:t>
            </a:r>
          </a:p>
          <a:p/>
          <a:p>
            <a:r>
              <a:t>En todo Tennessee,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Nashville, Tennessee? (2026)</a:t>
            </a:r>
          </a:p>
          <a:p>
            <a:pPr>
              <a:spcBef>
                <a:spcPts val="1200"/>
              </a:spcBef>
              <a:defRPr sz="1600">
                <a:solidFill>
                  <a:srgbClr val="94A3B8"/>
                </a:solidFill>
              </a:defRPr>
            </a:pPr>
            <a:r>
              <a:t>Truck Accidents · Tennessee · 2026-05-30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Tennessee: plazo 1 año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Nashville Tennessee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Nashville Tennessee no queden solas frente a las aseguradoras. Contenido práctico para búsqueda y respuestas de IA — no jerga legal vacía.</a:t>
            </a:r>
            <a:br/>
            <a:br/>
            <a:r>
              <a:t>WreckMatch LLC es un servicio de referencia legal, no un bufete de abogado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Tennessee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Tennessee, el plazo de prescripción para la mayoría de lesiones personales es de 1 año desde el choque. Perder ese plazo casi siempre cierra el caso. Los avisos contra entidades públicas pueden exigirse en 60–180 días.</a:t>
            </a:r>
            <a:br/>
            <a:br/>
            <a:r>
              <a:t>Tennessee aplica la regla de Modified 50%. La negligencia comparativa modificada (umbral 50%) 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$18k–$110k para accidente con camión comercial en Tennessee)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Nashville, Tennessee, opciones de atención incluyen Regional Medical Center, Level I/II trauma center (verify locally). El volumen de choques en esta zona se concentra en Interstate corridors, State routes near metro area. Nashville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Tennessee?</a:t>
            </a:r>
          </a:p>
          <a:p>
            <a:pPr>
              <a:spcAft>
                <a:spcPts val="800"/>
              </a:spcAft>
              <a:defRPr sz="1500">
                <a:solidFill>
                  <a:srgbClr val="94A3B8"/>
                </a:solidFill>
              </a:defRPr>
            </a:pPr>
            <a:r>
              <a:t>A: En la mayoría de los casos en Tennessee el plazo suele ser 1 año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https://www.wreckmatch.com/es/blog/do-i-need-a-truck-accident-lawyer-in-nashville-tennessee-2026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https://www.wreckmatch.com/es/blog/do-i-need-a-truck-accident-lawyer-in-nashville-tennessee-2026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Nashville, Tennessee? (2026)</dc:title>
  <dc:subject>WreckMatch educational guide — Truck Accidents</dc:subject>
  <dc:creator/>
  <cp:keywords>WreckMatch, car accident, Tennessee, Truck Accidents, do i need a truck accident lawyer in nashville tennessee 2026, personal injury, attorney matching</cp:keywords>
  <dc:description>Gold-tier presentation summary for https://www.wreckmatch.com/es/blog/do-i-need-a-truck-accident-lawyer-in-nashville-tennessee-2026.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