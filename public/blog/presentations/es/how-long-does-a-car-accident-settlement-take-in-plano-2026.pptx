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Plano? (2026). Full guide: https://www.wreckmatch.com/es/blog/how-long-does-a-car-accident-settlement-take-in-plano-2026.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Plano?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plazo legal para demandars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Plano?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no queden solas frente a las aseguradoras. Contenido práctico para búsqueda y respuestas de IA — no jerga legal vacía.</a:t>
            </a:r>
            <a:br/>
            <a:br/>
            <a:r>
              <a:t>WreckMatch LLC es un servicio de referencia legal, no un bufete de abogados.</a:t>
            </a:r>
            <a:br/>
            <a:br/>
            <a:br/>
            <a:r>
              <a:t># How Lon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https://www.wreckmatch.com/es/blog/how-long-does-a-car-accident-settlement-take-in-plano-2026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https://www.wreckmatch.com/es/blog/how-long-does-a-car-accident-settlement-take-in-plano-2026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Plano? (2026)</dc:title>
  <dc:subject>WreckMatch educational guide — Texas</dc:subject>
  <dc:creator/>
  <cp:keywords>WreckMatch, car accident, Texas, Texas, how long does a car accident settlement take in plano 2026, personal injury, attorney matching</cp:keywords>
  <dc:description>Gold-tier presentation summary for https://www.wreckmatch.com/es/blog/how-long-does-a-car-accident-settlement-take-in-plano-2026.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