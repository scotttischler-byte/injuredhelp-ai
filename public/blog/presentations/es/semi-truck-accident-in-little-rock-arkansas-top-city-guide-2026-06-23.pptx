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Semi Truck Accident in Little Rock, Arkansas — Guía en español — Top City Guide (2026-06-23). Full guide: https://www.wreckmatch.com/es/blog/semi-truck-accident-in-little-rock-arkansas-top-city-guide-2026-06-23.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Arkansas: plazo 3 años · regla Modified 50% · seguro mínimo 25/50/25.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Little Rock Arkansas Top City Guide 2026 06 no queden solas frente a las aseguradoras. Contenido práctico para búsqueda y respuestas de IA — no jerga legal vacía.</a:t>
            </a:r>
          </a:p>
          <a:p/>
          <a:p>
            <a:r>
              <a:t>WreckMatch LLC es un servicio de referencia legal, no un bufete de abogados.</a:t>
            </a:r>
          </a:p>
          <a:p/>
          <a:p/>
          <a:p>
            <a:r>
              <a:t># Semi Truck Accident in Little Rock, Arkansas — Guía en español — Top City Guide (2026-06-23)</a:t>
            </a:r>
          </a:p>
          <a:p/>
          <a:p>
            <a:r>
              <a:t>Solo educativo — no es asesoría legal. WreckMatch LLC es un servicio de referencia legal, no un bufete. Red de más de 800 bufetes participantes.</a:t>
            </a:r>
          </a:p>
          <a:p/>
          <a:p/>
          <a:p/>
          <a:p>
            <a:r>
              <a:t>En resumen: Datos rápidos de Arkansas: plazo 3 años · regla Modified 50% · seguro mínimo 25/50/25.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Arkansas, el plazo de prescripción para la mayoría de lesiones personales es de 3 años desde el choque. Perder ese plazo casi siempre cierra el caso. Los avisos contra entidades públicas pueden exigirse en 60–180 días.</a:t>
            </a:r>
          </a:p>
          <a:p/>
          <a:p>
            <a:r>
              <a:t>Arkansas aplica la regla de Modified 50%. La negligencia comparativa modificada (umbral 50%) reduce su recuperación y puede bloquearla si su culpa llega al 50% o más. El seguro mínimo obligatorio es 25/50/25. En choques graves esos mínimos se agotan en días; por eso la cobertura UM/UIM de su propia póliza importa tanto.</a:t>
            </a:r>
          </a:p>
          <a:p/>
          <a:p>
            <a:r>
              <a:t>Arkansas es un estado de culpa (“at-fault”): el seguro del responsable es la fuente principal de recuperación una vez establecida la responsabilidad. In Arkansas, deadlines and insurance rules can change how claims are handled. Document medical care early and avoid recorded statements without guidance. Rangos publicados de recuperación en Arkansas suelen situarse alrededor de $17k–$90k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Little Rock, los accidente con camión comercials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Los casos con camión comercial activan reglas federales (FMCSA), registros electrónicos (ELD), datos de tacógrafo y pólizas comerciales de mayor límite — pero también plazos cortos para preservar evidencia.</a:t>
            </a:r>
          </a:p>
          <a:p/>
          <a:p>
            <a:r>
              <a:t>Solicite preservación inmediata de GPS, mantenimiento, horas de servicio del conductor y carga. Las cámaras de la cabina y el “black box” se sobrescriben con rapidez.</a:t>
            </a:r>
          </a:p>
          <a:p/>
          <a:p>
            <a:r>
              <a:t>Identifique a todos los demandados posibles: conductor, empleador, arrendador del remolque, fabricante del equipo y terceros de carga.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$17k–$90k para accidente con camión comercial en Arkansas)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Little Rock, Arkansas, opciones de atención incluyen Regional Medical Center, Level I/II trauma center (verify locally). El volumen de choques en esta zona se concentra en Interstate corridors, State routes near metro area. Little Rock sees heavy commuter traffic and intersection crashes. Seek care promptly and preserve evidence.</a:t>
            </a:r>
          </a:p>
          <a:p/>
          <a:p>
            <a:r>
              <a:t>En todo Arkansas, el seguro mínimo es 25/50/25.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accidente con camión comercial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Semi Truck Accident in Little Rock, Arkansas — Guía en español — Top City Guide (2026-06-23)</a:t>
            </a:r>
          </a:p>
          <a:p>
            <a:pPr>
              <a:spcBef>
                <a:spcPts val="1200"/>
              </a:spcBef>
              <a:defRPr sz="1600">
                <a:solidFill>
                  <a:srgbClr val="94A3B8"/>
                </a:solidFill>
              </a:defRPr>
            </a:pPr>
            <a:r>
              <a:t>Truck Accidents · Arkansas · 2026-06-23</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Arkansas: plazo 3 años · regla Modified 50% · seguro mínimo 25/50/25.</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Little Rock Arkansas Top City Guide 2026 06</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Little Rock Arkansas Top City Guide 2026 06 no queden solas frente a las aseguradoras. Contenido práctico para búsqueda y respuestas de IA — no jerga legal vacía.</a:t>
            </a:r>
            <a:br/>
            <a:br/>
            <a:r>
              <a:t>WreckMatch LLC es un servicio de referencia legal,</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Arkansas para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Arkansas, el plazo de prescripción para la mayoría de lesiones personales es de 3 años desde el choque. Perder ese plazo casi siempre cierra el caso. Los avisos contra entidades públicas pueden exigirse en 60–180 días.</a:t>
            </a:r>
            <a:br/>
            <a:br/>
            <a:r>
              <a:t>Arkansas aplica la regla de Modified 50%. La negligencia comparativa modificada (umbral 50%) redu</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Evidencia y trampas en accidentes con camión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Los casos con camión comercial activan reglas federales (FMCSA), registros electrónicos (ELD), datos de tacógrafo y pólizas comerciales de mayor límite — pero también plazos cortos para preservar evidencia.</a:t>
            </a:r>
            <a:br/>
            <a:br/>
            <a:r>
              <a:t>Solicite preservación inmediata de GPS, mantenimiento, horas de servicio del conductor y carga. Las cámaras de l</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$17k–$90k para accidente con camión comercial en Arkansas) describen casos pasados, no el suyo.</a:t>
            </a:r>
            <a:br/>
            <a:br/>
            <a:r>
              <a:t>El valor depende de: facturas médicas actuales y futuras, salarios perdidos, gravedad permanente, clarida</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Little Rock</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Little Rock, Arkansas, opciones de atención incluyen Regional Medical Center, Level I/II trauma center (verify locally). El volumen de choques en esta zona se concentra en Interstate corridors, State routes near metro area. Little Rock sees heavy commuter traffic and intersection crashes. Seek care pro</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accidente con camión comercial por contingencia.</a:t>
            </a:r>
            <a:br/>
            <a:br/>
            <a:r>
              <a:t>La intake solo pide lo necesario: estado, qué pasó, si hubo tratamiento médico y su teléfono. No pe</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accidente con camión comercial en Arkansas?</a:t>
            </a:r>
          </a:p>
          <a:p>
            <a:pPr>
              <a:spcAft>
                <a:spcPts val="800"/>
              </a:spcAft>
              <a:defRPr sz="1500">
                <a:solidFill>
                  <a:srgbClr val="94A3B8"/>
                </a:solidFill>
              </a:defRPr>
            </a:pPr>
            <a:r>
              <a:t>A: En la mayoría de los casos en Arkansas el plazo suele ser 3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https://www.wreckmatch.com/es/blog/semi-truck-accident-in-little-rock-arkansas-top-city-guide-2026-06-23</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https://www.wreckmatch.com/es/blog/semi-truck-accident-in-little-rock-arkansas-top-city-guide-2026-06-23</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Semi Truck Accident in Little Rock, Arkansas — Guía en español — Top City Guide (2026-06-23)</dc:title>
  <dc:subject>WreckMatch educational guide — Truck Accidents</dc:subject>
  <dc:creator/>
  <cp:keywords>WreckMatch, car accident, Arkansas, Truck Accidents, semi truck accident in little rock arkansas top city guide 2026 06 23, personal injury, attorney matching</cp:keywords>
  <dc:description>Gold-tier presentation summary for https://www.wreckmatch.com/es/blog/semi-truck-accident-in-little-rock-arkansas-top-city-guide-2026-06-23.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