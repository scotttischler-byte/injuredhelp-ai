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Tallahassee, Florida? (2026). Full guide: https://www.wreckmatch.com/es/blog/do-i-need-a-truck-accident-lawyer-in-tallahassee-florida-2026.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Tallahassee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Tallahassee,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Tallahassee,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Tallahassee, Florida?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Tallahassee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Tallahassee Florida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Tallahassee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https://www.wreckmatch.com/es/blog/do-i-need-a-truck-accident-lawyer-in-tallahassee-florida-2026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https://www.wreckmatch.com/es/blog/do-i-need-a-truck-accident-lawyer-in-tallahassee-florida-2026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Tallahassee, Florida? (2026)</dc:title>
  <dc:subject>WreckMatch educational guide — Truck Accidents</dc:subject>
  <dc:creator/>
  <cp:keywords>WreckMatch, car accident, Florida, Truck Accidents, do i need a truck accident lawyer in tallahassee florida 2026, personal injury, attorney matching</cp:keywords>
  <dc:description>Gold-tier presentation summary for https://www.wreckmatch.com/es/blog/do-i-need-a-truck-accident-lawyer-in-tallahassee-florida-2026.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