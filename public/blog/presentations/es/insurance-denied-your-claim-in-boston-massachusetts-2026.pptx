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Insurance Denied Your Claim in Boston? (Massachusetts 2026). Full guide: https://www.wreckmatch.com/es/blog/insurance-denied-your-claim-in-boston-massachusetts-2026.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no queden solas frente a las aseguradoras. Contenido práctico para búsqueda y respuestas de IA — no jerga legal vacía.</a:t>
            </a:r>
          </a:p>
          <a:p/>
          <a:p>
            <a:r>
              <a:t>WreckMatch LLC es un servicio de referencia legal, no un bufete de abogados.</a:t>
            </a:r>
          </a:p>
          <a:p/>
          <a:p/>
          <a:p>
            <a:r>
              <a:t># Insurance Denied Your Claim in Boston? (Massachusetts 2026)</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disputa con la aseguradoras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ajustadores usan software (Colossus, ClaimIQ u otros) que puntúa diagnósticos, frecuencia de tratamiento y el lenguaje del médico. “Esguince de cuello” vale menos que “hernia C5-C6 con radiculopatía” en el mismo paciente.</a:t>
            </a:r>
          </a:p>
          <a:p/>
          <a:p>
            <a:r>
              <a:t>Tácticas habituales: oferta inicial baja, declaración grabada temprana, autorización médica amplia y “anticipos” que luego se descuentan del acuerdo final.</a:t>
            </a:r>
          </a:p>
          <a:p/>
          <a:p>
            <a:r>
              <a:t>Documente pérdida no económica — sueño, eventos familiares, miedo a manejar — en notas y tratamiento constante.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disputa con la aseguradora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disputa con la aseguradora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Insurance Denied Your Claim in Boston? (Massachusetts 2026)</a:t>
            </a:r>
          </a:p>
          <a:p>
            <a:pPr>
              <a:spcBef>
                <a:spcPts val="1200"/>
              </a:spcBef>
              <a:defRPr sz="1600">
                <a:solidFill>
                  <a:srgbClr val="94A3B8"/>
                </a:solidFill>
              </a:defRPr>
            </a:pPr>
            <a:r>
              <a:t>Massachusetts · Massachusetts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no queden solas frente a las aseguradoras. Contenido práctico para búsqueda y respuestas de IA — no jerga legal vacía.</a:t>
            </a:r>
            <a:br/>
            <a:br/>
            <a:r>
              <a:t>WreckMatch LLC es un servicio de referencia legal, no un bufete de abogad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las aseguradoras evalúan su reclamo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ajustadores usan software (Colossus, ClaimIQ u otros) que puntúa diagnósticos, frecuencia de tratamiento y el lenguaje del médico. “Esguince de cuello” vale menos que “hernia C5-C6 con radiculopatía” en el mismo paciente.</a:t>
            </a:r>
            <a:br/>
            <a:br/>
            <a:r>
              <a:t>Tácticas habituales: oferta inicial baja, declaración grabada temprana, autorización médica 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disputa con la aseguradora en Massachusetts)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disputa con la aseguradora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disputa con la aseguradora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https://www.wreckmatch.com/es/blog/insurance-denied-your-claim-in-boston-massachusetts-2026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https://www.wreckmatch.com/es/blog/insurance-denied-your-claim-in-boston-massachusetts-2026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Denied Your Claim in Boston? (Massachusetts 2026)</dc:title>
  <dc:subject>WreckMatch educational guide — Massachusetts</dc:subject>
  <dc:creator/>
  <cp:keywords>WreckMatch, car accident, Massachusetts, Massachusetts, insurance denied your claim in boston massachusetts 2026, personal injury, attorney matching</cp:keywords>
  <dc:description>Gold-tier presentation summary for https://www.wreckmatch.com/es/blog/insurance-denied-your-claim-in-boston-massachusetts-2026.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