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Chicago, Illinois — Guía en español — Top City Guide (2026-07-23). Full guide: https://www.wreckmatch.com/es/blog/what-to-do-after-a-car-accident-in-chicago-illinois-top-city-guide-2026-07-23.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Chicago Illinois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Chicago, Illinois — Guía en español — Top City Guide (2026-07-23)</a:t>
            </a:r>
          </a:p>
          <a:p/>
          <a:p>
            <a:r>
              <a:t>Solo educativo — no es asesoría legal. WreckMatch LLC es un servicio de referencia legal, no un bufete. Red de más de 800 bufetes participantes.</a:t>
            </a:r>
          </a:p>
          <a:p/>
          <a:p/>
          <a:p/>
          <a:p>
            <a:r>
              <a:t>En resumen: 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Illinois, el plazo de prescripción para la mayoría de lesiones personales es de 2 años desde el choque. Perder ese plazo casi siempre cierra el caso. Los avisos contra entidades públicas pueden exigirse en 60–180 días.</a:t>
            </a:r>
          </a:p>
          <a:p/>
          <a:p>
            <a:r>
              <a:t>Illinois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Illinois es un estado de culpa (“at-fault”): el seguro del responsable es la fuente principal de recuperación una vez establecida la responsabilidad. In Illinois, deadlines and insurance rules can change how claims are handled. Document medical care early and avoid recorded statements without guidance. Rangos publicados de recuperación en Illinois suelen situarse alrededor de $22k–$160k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Chicago,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$22k–$160k para situación después del choque en Illinois)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and preserve evidence.</a:t>
            </a:r>
          </a:p>
          <a:p/>
          <a:p>
            <a:r>
              <a:t>En todo Illinois,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Chicago, Illinois — Guía en español — Top City Guide (2026-07-23)</a:t>
            </a:r>
          </a:p>
          <a:p>
            <a:pPr>
              <a:spcBef>
                <a:spcPts val="1200"/>
              </a:spcBef>
              <a:defRPr sz="1600">
                <a:solidFill>
                  <a:srgbClr val="94A3B8"/>
                </a:solidFill>
              </a:defRPr>
            </a:pPr>
            <a:r>
              <a:t>Illinois · Illinois · 2026-07-23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Illinois: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Chicago Illinois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Chicago Illinois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Illinois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Illinois, el plazo de prescripción para la mayoría de lesiones personales es de 2 años desde el choque. Perder ese plazo casi siempre cierra el caso. Los avisos contra entidades públicas pueden exigirse en 60–180 días.</a:t>
            </a:r>
            <a:br/>
            <a:br/>
            <a:r>
              <a:t>Illinois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$22k–$160k para situación después del choque en Illinois)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Chicago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Illinois?</a:t>
            </a:r>
          </a:p>
          <a:p>
            <a:pPr>
              <a:spcAft>
                <a:spcPts val="800"/>
              </a:spcAft>
              <a:defRPr sz="1500">
                <a:solidFill>
                  <a:srgbClr val="94A3B8"/>
                </a:solidFill>
              </a:defRPr>
            </a:pPr>
            <a:r>
              <a:t>A: En la mayoría de los casos en Illinois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https://www.wreckmatch.com/es/blog/what-to-do-after-a-car-accident-in-chicago-illinois-top-city-guide-2026-07-23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https://www.wreckmatch.com/es/blog/what-to-do-after-a-car-accident-in-chicago-illinois-top-city-guide-2026-07-23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Chicago, Illinois — Guía en español — Top City Guide (2026-07-23)</dc:title>
  <dc:subject>WreckMatch educational guide — Illinois</dc:subject>
  <dc:creator/>
  <cp:keywords>WreckMatch, car accident, Illinois, Illinois, what to do after a car accident in chicago illinois top city guide 2026 07 23, personal injury, attorney matching</cp:keywords>
  <dc:description>Gold-tier presentation summary for https://www.wreckmatch.com/es/blog/what-to-do-after-a-car-accident-in-chicago-illinois-top-city-guide-2026-07-23.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