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Charleston, West Virginia — Guía en español — Top City Guide (2026-07-12). Full guide: https://www.wreckmatch.com/es/blog/semi-truck-accident-in-charleston-west-virginia-top-city-guide-2026-07-12.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West Virginia: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Charleston West Virginia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Charleston, West Virginia — Guía en español — Top City Guide (2026-07-12)</a:t>
            </a:r>
          </a:p>
          <a:p/>
          <a:p>
            <a:r>
              <a:t>Solo educativo — no es asesoría legal. WreckMatch LLC es un servicio de referencia legal, no un bufete. Red de más de 800 bufetes participantes.</a:t>
            </a:r>
          </a:p>
          <a:p/>
          <a:p/>
          <a:p/>
          <a:p>
            <a:r>
              <a:t>En resumen: Datos rápidos de West Virginia: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West Virginia, el plazo de prescripción para la mayoría de lesiones personales es de 2 años desde el choque. Perder ese plazo casi siempre cierra el caso. Los avisos contra entidades públicas pueden exigirse en 60–180 días.</a:t>
            </a:r>
          </a:p>
          <a:p/>
          <a:p>
            <a:r>
              <a:t>West Virginia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West Virginia es un estado de culpa (“at-fault”): el seguro del responsable es la fuente principal de recuperación una vez establecida la responsabilidad. In West Virginia, deadlines and insurance rules can change how claims are handled. Document medical care early and avoid recorded statements without guidance. Rangos publicados de recuperación en West Virginia suelen situarse alrededor de $17k–$95k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Charleston,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$17k–$95k para accidente con camión comercial en West Virginia)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Charleston, West Virginia, opciones de atención incluyen Regional Medical Center, Level I/II trauma center (verify locally). El volumen de choques en esta zona se concentra en Interstate corridors, State routes near metro area. Charleston sees heavy commuter traffic and intersection crashes. Seek care promptly and preserve evidence.</a:t>
            </a:r>
          </a:p>
          <a:p/>
          <a:p>
            <a:r>
              <a:t>En todo West Virginia,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Charleston, West Virginia — Guía en español — Top City Guide (2026-07-12)</a:t>
            </a:r>
          </a:p>
          <a:p>
            <a:pPr>
              <a:spcBef>
                <a:spcPts val="1200"/>
              </a:spcBef>
              <a:defRPr sz="1600">
                <a:solidFill>
                  <a:srgbClr val="94A3B8"/>
                </a:solidFill>
              </a:defRPr>
            </a:pPr>
            <a:r>
              <a:t>Severe Injury · West Virginia · 2026-07-12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West Virginia: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Charleston West Virginia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Charleston West Virginia Top City Guide 2026 07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West Virginia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West Virginia, el plazo de prescripción para la mayoría de lesiones personales es de 2 años desde el choque. Perder ese plazo casi siempre cierra el caso. Los avisos contra entidades públicas pueden exigirse en 60–180 días.</a:t>
            </a:r>
            <a:br/>
            <a:br/>
            <a:r>
              <a:t>West Virginia aplica la regla de Modified 50%. La negligencia comparativa modificada (umbral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$17k–$95k para accidente con camión comercial en West Virginia) describen casos pasados, no el suyo.</a:t>
            </a:r>
            <a:br/>
            <a:br/>
            <a:r>
              <a:t>El valor depende de: facturas médicas actuales y futuras, salarios perdidos, gravedad permanente, cl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Charleston, West Virginia, opciones de atención incluyen Regional Medical Center, Level I/II trauma center (verify locally). El volumen de choques en esta zona se concentra en Interstate corridors, State routes near metro area. Charleston sees heavy commuter traffic and intersection crashes. Seek care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West Virginia?</a:t>
            </a:r>
          </a:p>
          <a:p>
            <a:pPr>
              <a:spcAft>
                <a:spcPts val="800"/>
              </a:spcAft>
              <a:defRPr sz="1500">
                <a:solidFill>
                  <a:srgbClr val="94A3B8"/>
                </a:solidFill>
              </a:defRPr>
            </a:pPr>
            <a:r>
              <a:t>A: En la mayoría de los casos en West Virginia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https://www.wreckmatch.com/es/blog/semi-truck-accident-in-charleston-west-virginia-top-city-guide-2026-07-12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https://www.wreckmatch.com/es/blog/semi-truck-accident-in-charleston-west-virginia-top-city-guide-2026-07-12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Charleston, West Virginia — Guía en español — Top City Guide (2026-07-12)</dc:title>
  <dc:subject>WreckMatch educational guide — Severe Injury</dc:subject>
  <dc:creator/>
  <cp:keywords>WreckMatch, car accident, West Virginia, Severe Injury, semi truck accident in charleston west virginia top city guide 2026 07 12, personal injury, attorney matching</cp:keywords>
  <dc:description>Gold-tier presentation summary for https://www.wreckmatch.com/es/blog/semi-truck-accident-in-charleston-west-virginia-top-city-guide-2026-07-12.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