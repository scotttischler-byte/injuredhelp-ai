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Houston, Texas: What to Do (2026). Full guide: https://www.wreckmatch.com/es/blog/semi-truck-accident-in-houston-texas-what-to-do-2026.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Houston Texas What To Do no queden solas frente a las aseguradoras. Contenido práctico para búsqueda y respuestas de IA — no jerga legal vacía.</a:t>
            </a:r>
          </a:p>
          <a:p/>
          <a:p>
            <a:r>
              <a:t>WreckMatch LLC es un servicio de referencia legal, no un bufete de abogados.</a:t>
            </a:r>
          </a:p>
          <a:p/>
          <a:p/>
          <a:p>
            <a:r>
              <a:t># Semi Truck Accident in Houston, Texas: What to Do (2026)</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Houston, los accidente con camión comercials frecuentes ocurren cerca de I-45 (Gulf Freeway) y I-10; centros con trauma incluyen Memorial Hermann y Houston Methodist.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are common; seek care and preserve evidence immediately.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Houston, Texas: What to Do (2026)</a:t>
            </a:r>
          </a:p>
          <a:p>
            <a:pPr>
              <a:spcBef>
                <a:spcPts val="1200"/>
              </a:spcBef>
              <a:defRPr sz="1600">
                <a:solidFill>
                  <a:srgbClr val="94A3B8"/>
                </a:solidFill>
              </a:defRPr>
            </a:pPr>
            <a:r>
              <a:t>Truck Accidents · Texas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Houston Texas What To 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Houston Texas What To Do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Houston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Houston, Texas, opciones de atención incluyen Memorial Hermann, Houston Methodist, Ben Taub (Level I trauma). El volumen de choques en esta zona se concentra en I-45 (Gulf Freeway), I-10, I-69/US-59. Houston reports roughly 66,000+ crashes annually — highest in Texas. Rear-ends on I-45 and Beltway 8 ar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https://www.wreckmatch.com/es/blog/semi-truck-accident-in-houston-texas-what-to-do-2026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https://www.wreckmatch.com/es/blog/semi-truck-accident-in-houston-texas-what-to-do-2026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Houston, Texas: What to Do (2026)</dc:title>
  <dc:subject>WreckMatch educational guide — Truck Accidents</dc:subject>
  <dc:creator/>
  <cp:keywords>WreckMatch, car accident, Texas, Truck Accidents, semi truck accident in houston texas what to do 2026, personal injury, attorney matching</cp:keywords>
  <dc:description>Gold-tier presentation summary for https://www.wreckmatch.com/es/blog/semi-truck-accident-in-houston-texas-what-to-do-2026.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