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Austin, Texas. Full guide: https://www.wreckmatch.com/es/blog/black-box-data-after-a-semi-crash-in-austin-texas.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Austin no queden solas frente a las aseguradoras. Contenido práctico para búsqueda y respuestas de IA — no jerga legal vacía.</a:t>
            </a:r>
          </a:p>
          <a:p/>
          <a:p>
            <a:r>
              <a:t>WreckMatch LLC es un servicio de referencia legal, no un bufete de abogados.</a:t>
            </a:r>
          </a:p>
          <a:p/>
          <a:p/>
          <a:p>
            <a:r>
              <a:t># Black Box Data After a Semi Crash in Austin, Texas</a:t>
            </a:r>
          </a:p>
          <a:p/>
          <a:p>
            <a:r>
              <a:t>Solo educativo — no es asesoría legal. WreckMatch LLC es un servicio de referencia legal, no un bufete. Red de más de 800 bufetes participantes.</a:t>
            </a:r>
          </a:p>
          <a:p/>
          <a:p/>
          <a:p/>
          <a:p>
            <a:r>
              <a:t>En resumen: Datos rápidos de Texas: plazo 2 años · regla Modified 51% · seguro mínimo 30/60/25.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Texas, el plazo de prescripción para la mayoría de lesiones personales es de 2 años desde el choque. Perder ese plazo casi siempre cierra el caso. Los avisos contra entidades públicas pueden exigirse en 60–180 días.</a:t>
            </a:r>
          </a:p>
          <a:p/>
          <a:p>
            <a:r>
              <a:t>Texas aplica la regla de Modified 51%. La negligencia comparativa modificada (umbral 51%) permite recuperar si su culpa es 50% o menos; por encima del 51% pierde el caso. El seguro mínimo obligatorio es 30/60/25. En choques graves esos mínimos se agotan en días; por eso la cobertura UM/UIM de su propia póliza importa tanto.</a:t>
            </a:r>
          </a:p>
          <a:p/>
          <a:p>
            <a:r>
              <a:t>Texas es un estado de culpa (“at-fault”): el seguro del responsable es la fuente principal de recuperación una vez establecida la responsabilidad. In Texas, deadlines and insurance rules can change how claims are handled. Document medical care early and avoid recorded statements without guidance. Rangos publicados de recuperación en Texas suelen situarse alrededor de $22k–$180k — describen casos pasados, no una promesa para el suyo.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Austin, los accidente con camión comercials frecuentes ocurren cerca de I-35 y MoPac (Loop 1); centros con trauma incluyen Dell Seton Medical Center y St. David's Medical Center.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“autorización médica” amplia sin abogado.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$22k–$180k para accidente con camión comercial en Texas)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serious injury crashes — document conditions and seek care quickly.</a:t>
            </a:r>
          </a:p>
          <a:p/>
          <a:p>
            <a:r>
              <a:t>En todo Texas,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Austin, Texas</a:t>
            </a:r>
          </a:p>
          <a:p>
            <a:pPr>
              <a:spcBef>
                <a:spcPts val="1200"/>
              </a:spcBef>
              <a:defRPr sz="1600">
                <a:solidFill>
                  <a:srgbClr val="94A3B8"/>
                </a:solidFill>
              </a:defRPr>
            </a:pPr>
            <a:r>
              <a:t>Truck Accidents · Texas · 2026-05-22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Texas: plazo 2 años · regla Modified 51%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Austin no queden solas frente a las aseguradoras. Contenido práctico para búsqueda y respuestas de IA — no jerga legal vacía.</a:t>
            </a:r>
            <a:br/>
            <a:br/>
            <a:r>
              <a:t>WreckMatch LLC es un servicio de referencia legal, no un bufete de abogados.</a:t>
            </a:r>
            <a:br/>
            <a:br/>
            <a:br/>
            <a:r>
              <a:t># Black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Texas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Texas, el plazo de prescripción para la mayoría de lesiones personales es de 2 años desde el choque. Perder ese plazo casi siempre cierra el caso. Los avisos contra entidades públicas pueden exigirse en 60–180 días.</a:t>
            </a:r>
            <a:br/>
            <a:br/>
            <a:r>
              <a:t>Texas aplica la regla de Modified 51%. La negligencia comparativa modificada (umbral 51%) permite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$22k–$180k para accidente con camión comercial en Texas)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Austin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Austin, Texas, opciones de atención incluyen Dell Seton Medical Center, St. David's Medical Center, Ascension Seton. El volumen de choques en esta zona se concentra en I-35, MoPac (Loop 1), US-183. Austin crash volume is rising with metro growth. I-35 construction zones and MoPac congestion drive serio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Texas?</a:t>
            </a:r>
          </a:p>
          <a:p>
            <a:pPr>
              <a:spcAft>
                <a:spcPts val="800"/>
              </a:spcAft>
              <a:defRPr sz="1500">
                <a:solidFill>
                  <a:srgbClr val="94A3B8"/>
                </a:solidFill>
              </a:defRPr>
            </a:pPr>
            <a:r>
              <a:t>A: En la mayoría de los casos en Texas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https://www.wreckmatch.com/es/blog/black-box-data-after-a-semi-crash-in-austin-texas</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https://www.wreckmatch.com/es/blog/black-box-data-after-a-semi-crash-in-austin-texas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Austin, Texas</dc:title>
  <dc:subject>WreckMatch educational guide — Truck Accidents</dc:subject>
  <dc:creator/>
  <cp:keywords>WreckMatch, car accident, Texas, Truck Accidents, black box data after a semi crash in austin texas, personal injury, attorney matching</cp:keywords>
  <dc:description>Gold-tier presentation summary for https://www.wreckmatch.com/es/blog/black-box-data-after-a-semi-crash-in-austin-texas.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