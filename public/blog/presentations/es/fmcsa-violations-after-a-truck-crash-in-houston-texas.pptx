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Houston, Texas. Full guide: https://www.wreckmatch.com/es/blog/fmcsa-violations-after-a-truck-crash-in-houston-texas.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no queden solas frente a las aseguradoras. Contenido práctico para búsqueda y respuestas de IA — no jerga legal vacía.</a:t>
            </a:r>
          </a:p>
          <a:p/>
          <a:p>
            <a:r>
              <a:t>WreckMatch LLC es un servicio de referencia legal, no un bufete de abogados.</a:t>
            </a:r>
          </a:p>
          <a:p/>
          <a:p/>
          <a:p>
            <a:r>
              <a:t># FMCSA Violations After a Truck Crash in Houston,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Houston, Texas</a:t>
            </a:r>
          </a:p>
          <a:p>
            <a:pPr>
              <a:spcBef>
                <a:spcPts val="1200"/>
              </a:spcBef>
              <a:defRPr sz="1600">
                <a:solidFill>
                  <a:srgbClr val="94A3B8"/>
                </a:solidFill>
              </a:defRPr>
            </a:pPr>
            <a:r>
              <a:t>Truck Accidents · Texas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no queden solas frente a las aseguradoras. Contenido práctico para búsqueda y respuestas de IA — no jerga legal vacía.</a:t>
            </a:r>
            <a:br/>
            <a:br/>
            <a:r>
              <a:t>WreckMatch LLC es un servicio de referencia legal, no un bufete de abogados.</a:t>
            </a:r>
            <a:br/>
            <a:br/>
            <a:br/>
            <a:r>
              <a:t># FMCSA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https://www.wreckmatch.com/es/blog/fmcsa-violations-after-a-truck-crash-in-houston-texas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https://www.wreckmatch.com/es/blog/fmcsa-violations-after-a-truck-crash-in-houston-texas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Houston, Texas</dc:title>
  <dc:subject>WreckMatch educational guide — Truck Accidents</dc:subject>
  <dc:creator/>
  <cp:keywords>WreckMatch, car accident, Texas, Truck Accidents, fmcsa violations after a truck crash in houston texas, personal injury, attorney matching</cp:keywords>
  <dc:description>Gold-tier presentation summary for https://www.wreckmatch.com/es/blog/fmcsa-violations-after-a-truck-crash-in-houston-texas.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