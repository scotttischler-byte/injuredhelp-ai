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18-Wheeler Crash in Indianapolis, Indiana — Guía en español — Victim Guide (2026). Full guide: https://www.wreckmatch.com/es/blog/18-wheeler-crash-in-indianapolis-indiana-victim-guide-2026.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Indiana: plazo 2 años · regla Modified 51%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Indianapolis Indiana Victim Guide no queden solas frente a las aseguradoras. Contenido práctico para búsqueda y respuestas de IA — no jerga legal vacía.</a:t>
            </a:r>
          </a:p>
          <a:p/>
          <a:p>
            <a:r>
              <a:t>WreckMatch LLC es un servicio de referencia legal, no un bufete de abogados.</a:t>
            </a:r>
          </a:p>
          <a:p/>
          <a:p/>
          <a:p>
            <a:r>
              <a:t># 18-Wheeler Crash in Indianapolis, Indiana — Guía en español — Victim Guide (2026)</a:t>
            </a:r>
          </a:p>
          <a:p/>
          <a:p>
            <a:r>
              <a:t>Solo educativo — no es asesoría legal. WreckMatch LLC es un servicio de referencia legal, no un bufete. Red de más de 800 bufetes participantes.</a:t>
            </a:r>
          </a:p>
          <a:p/>
          <a:p/>
          <a:p/>
          <a:p>
            <a:r>
              <a:t>En resumen: Datos rápidos de Indiana: plazo 2 años · regla Modified 51%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Indiana, el plazo de prescripción para la mayoría de lesiones personales es de 2 años desde el choque. Perder ese plazo casi siempre cierra el caso. Los avisos contra entidades públicas pueden exigirse en 60–180 días.</a:t>
            </a:r>
          </a:p>
          <a:p/>
          <a:p>
            <a:r>
              <a:t>Indiana aplica la regla de Modified 51%. La negligencia comparativa modificada (umbral 51%) permite recuperar si su culpa es 50% o menos; por encima del 51% pierde el caso. El seguro mínimo obligatorio es 25/50/25. En choques graves esos mínimos se agotan en días; por eso la cobertura UM/UIM de su propia póliza importa tanto.</a:t>
            </a:r>
          </a:p>
          <a:p/>
          <a:p>
            <a:r>
              <a:t>Indiana es un estado de culpa (“at-fault”): el seguro del responsable es la fuente principal de recuperación una vez establecida la responsabilidad. In Indiana, deadlines and insurance rules can change how claims are handled. Document medical care early and avoid recorded statements without guidance. Rangos publicados de recuperación en Indiana suelen situarse alrededor de $18k–$110k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Indianapolis,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$18k–$110k para accidente con camión comercial en Indiana)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Indianapolis, Indiana, opciones de atención incluyen Regional Medical Center, Level I/II trauma center (verify locally). El volumen de choques en esta zona se concentra en Interstate corridors, State routes near metro area. Indianapolis sees heavy commuter traffic and intersection crashes. Seek care promptly and preserve evidence.</a:t>
            </a:r>
          </a:p>
          <a:p/>
          <a:p>
            <a:r>
              <a:t>En todo Indiana,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18-Wheeler Crash in Indianapolis, Indiana — Guía en español — Victim Guide (2026)</a:t>
            </a:r>
          </a:p>
          <a:p>
            <a:pPr>
              <a:spcBef>
                <a:spcPts val="1200"/>
              </a:spcBef>
              <a:defRPr sz="1600">
                <a:solidFill>
                  <a:srgbClr val="94A3B8"/>
                </a:solidFill>
              </a:defRPr>
            </a:pPr>
            <a:r>
              <a:t>Truck Accidents · Indiana · 2026-06-02</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Indiana: plazo 2 años · regla Modified 51%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Indianapolis Indiana Victim Guide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Indianapolis Indiana Victim Guide no queden solas frente a las aseguradoras. Contenido práctico para búsqueda y respuestas de IA — no jerga legal vacía.</a:t>
            </a:r>
            <a:br/>
            <a:br/>
            <a:r>
              <a:t>WreckMatch LLC es un servicio de referencia legal, no un buf</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Indiana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Indiana, el plazo de prescripción para la mayoría de lesiones personales es de 2 años desde el choque. Perder ese plazo casi siempre cierra el caso. Los avisos contra entidades públicas pueden exigirse en 60–180 días.</a:t>
            </a:r>
            <a:br/>
            <a:br/>
            <a:r>
              <a:t>Indiana aplica la regla de Modified 51%. La negligencia comparativa modificada (umbral 51%) permit</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$18k–$110k para accidente con camión comercial en Indiana) describen casos pasados, no el suyo.</a:t>
            </a:r>
            <a:br/>
            <a:br/>
            <a:r>
              <a:t>El valor depende de: facturas médicas actuales y futuras, salarios perdidos, gravedad permanente, clarida</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Indianapolis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Indianapolis, Indiana, opciones de atención incluyen Regional Medical Center, Level I/II trauma center (verify locally). El volumen de choques en esta zona se concentra en Interstate corridors, State routes near metro area. Indianapolis sees heavy commuter traffic and intersection crashes. Seek care pr</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Indiana?</a:t>
            </a:r>
          </a:p>
          <a:p>
            <a:pPr>
              <a:spcAft>
                <a:spcPts val="800"/>
              </a:spcAft>
              <a:defRPr sz="1500">
                <a:solidFill>
                  <a:srgbClr val="94A3B8"/>
                </a:solidFill>
              </a:defRPr>
            </a:pPr>
            <a:r>
              <a:t>A: En la mayoría de los casos en Indiana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https://www.wreckmatch.com/es/blog/18-wheeler-crash-in-indianapolis-indiana-victim-guide-2026</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https://www.wreckmatch.com/es/blog/18-wheeler-crash-in-indianapolis-indiana-victim-guide-2026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18-Wheeler Crash in Indianapolis, Indiana — Guía en español — Victim Guide (2026)</dc:title>
  <dc:subject>WreckMatch educational guide — Truck Accidents</dc:subject>
  <dc:creator/>
  <cp:keywords>WreckMatch, car accident, Indiana, Truck Accidents, 18 wheeler crash in indianapolis indiana victim guide 2026, personal injury, attorney matching</cp:keywords>
  <dc:description>Gold-tier presentation summary for https://www.wreckmatch.com/es/blog/18-wheeler-crash-in-indianapolis-indiana-victim-guide-2026.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