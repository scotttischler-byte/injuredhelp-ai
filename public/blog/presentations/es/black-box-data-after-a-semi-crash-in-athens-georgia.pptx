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Athens, Georgia. Full guide: https://www.wreckmatch.com/es/blog/black-box-data-after-a-semi-crash-in-athens-georgia.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Athens no queden solas frente a las aseguradoras. Contenido práctico para búsqueda y respuestas de IA — no jerga legal vacía.</a:t>
            </a:r>
          </a:p>
          <a:p/>
          <a:p>
            <a:r>
              <a:t>WreckMatch LLC es un servicio de referencia legal, no un bufete de abogados.</a:t>
            </a:r>
          </a:p>
          <a:p/>
          <a:p/>
          <a:p>
            <a:r>
              <a:t># Black Box Data After a Semi Crash in Athens, Georgia</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Athens,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Athens, Georgia, opciones de atención incluyen Regional Medical Center, Level I/II trauma center (verify locally). El volumen de choques en esta zona se concentra en Interstate corridors, State routes near metro area. Athens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Athens, Georgia</a:t>
            </a:r>
          </a:p>
          <a:p>
            <a:pPr>
              <a:spcBef>
                <a:spcPts val="1200"/>
              </a:spcBef>
              <a:defRPr sz="1600">
                <a:solidFill>
                  <a:srgbClr val="94A3B8"/>
                </a:solidFill>
              </a:defRPr>
            </a:pPr>
            <a:r>
              <a:t>Truck Accidents · Georgia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Athens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Athens no queden solas frente a las aseguradoras. Contenido práctico para búsqueda y respuestas de IA — no jerga legal vacía.</a:t>
            </a:r>
            <a:br/>
            <a:br/>
            <a:r>
              <a:t>WreckMatch LLC es un servicio de referencia legal, no un bufete de abogados.</a:t>
            </a:r>
            <a:br/>
            <a:br/>
            <a:br/>
            <a:r>
              <a:t># Black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Athens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Athens, Georgia, opciones de atención incluyen Regional Medical Center, Level I/II trauma center (verify locally). El volumen de choques en esta zona se concentra en Interstate corridors, State routes near metro area. Athens sees heavy commuter traffic and intersection crashes. Seek care promptly and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https://www.wreckmatch.com/es/blog/black-box-data-after-a-semi-crash-in-athens-georgia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https://www.wreckmatch.com/es/blog/black-box-data-after-a-semi-crash-in-athens-georgia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Athens, Georgia</dc:title>
  <dc:subject>WreckMatch educational guide — Truck Accidents</dc:subject>
  <dc:creator/>
  <cp:keywords>WreckMatch, car accident, Georgia, Truck Accidents, black box data after a semi crash in athens georgia, personal injury, attorney matching</cp:keywords>
  <dc:description>Gold-tier presentation summary for https://www.wreckmatch.com/es/blog/black-box-data-after-a-semi-crash-in-athens-georgia.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