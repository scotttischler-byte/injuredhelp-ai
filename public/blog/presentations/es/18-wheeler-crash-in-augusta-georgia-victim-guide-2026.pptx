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Augusta, Georgia — Guía en español — Victim Guide (2026). Full guide: https://www.wreckmatch.com/es/blog/18-wheeler-crash-in-augusta-georgia-victim-guide-2026.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Augusta Georgia Victim Guide no queden solas frente a las aseguradoras. Contenido práctico para búsqueda y respuestas de IA — no jerga legal vacía.</a:t>
            </a:r>
          </a:p>
          <a:p/>
          <a:p>
            <a:r>
              <a:t>WreckMatch LLC es un servicio de referencia legal, no un bufete de abogados.</a:t>
            </a:r>
          </a:p>
          <a:p/>
          <a:p/>
          <a:p>
            <a:r>
              <a:t># 18-Wheeler Crash in Augusta, Georgia — Guía en español — Victim Guide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Augusta,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Augusta, Georgia, opciones de atención incluyen Regional Medical Center, Level I/II trauma center (verify locally). El volumen de choques en esta zona se concentra en Interstate corridors, State routes near metro area. Augusta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Augusta, Georgia — Guía en español — Victim Guide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Augusta Georgia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Augusta Georgia Victim Guide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Augusta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Augusta, Georgia, opciones de atención incluyen Regional Medical Center, Level I/II trauma center (verify locally). El volumen de choques en esta zona se concentra en Interstate corridors, State routes near metro area. Augusta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https://www.wreckmatch.com/es/blog/18-wheeler-crash-in-augusta-georgia-victim-guide-2026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https://www.wreckmatch.com/es/blog/18-wheeler-crash-in-augusta-georgia-victim-guide-2026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Augusta, Georgia — Guía en español — Victim Guide (2026)</dc:title>
  <dc:subject>WreckMatch educational guide — Truck Accidents</dc:subject>
  <dc:creator/>
  <cp:keywords>WreckMatch, car accident, Georgia, Truck Accidents, 18 wheeler crash in augusta georgia victim guide 2026, personal injury, attorney matching</cp:keywords>
  <dc:description>Gold-tier presentation summary for https://www.wreckmatch.com/es/blog/18-wheeler-crash-in-augusta-georgia-victim-guide-2026.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