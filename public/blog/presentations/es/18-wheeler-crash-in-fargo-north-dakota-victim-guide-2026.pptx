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Fargo, North Dakota — Guía en español — Victim Guide (2026). Full guide: https://www.wreckmatch.com/es/blog/18-wheeler-crash-in-fargo-north-dakota-victim-guide-2026.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North Dakota: plazo 6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Fargo North Dakota Victim Guide no queden solas frente a las aseguradoras. Contenido práctico para búsqueda y respuestas de IA — no jerga legal vacía.</a:t>
            </a:r>
          </a:p>
          <a:p/>
          <a:p>
            <a:r>
              <a:t>WreckMatch LLC es un servicio de referencia legal, no un bufete de abogados.</a:t>
            </a:r>
          </a:p>
          <a:p/>
          <a:p/>
          <a:p>
            <a:r>
              <a:t># 18-Wheeler Crash in Fargo, North Dakota — Guía en español — Victim Guide (2026)</a:t>
            </a:r>
          </a:p>
          <a:p/>
          <a:p>
            <a:r>
              <a:t>Solo educativo — no es asesoría legal. WreckMatch LLC es un servicio de referencia legal, no un bufete. Red de más de 800 bufetes participantes.</a:t>
            </a:r>
          </a:p>
          <a:p/>
          <a:p/>
          <a:p/>
          <a:p>
            <a:r>
              <a:t>En resumen: Datos rápidos de North Dakota: plazo 6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North Dakota, el plazo de prescripción para la mayoría de lesiones personales es de 6 años desde el choque. Perder ese plazo casi siempre cierra el caso. Los avisos contra entidades públicas pueden exigirse en 60–180 días.</a:t>
            </a:r>
          </a:p>
          <a:p/>
          <a:p>
            <a:r>
              <a:t>North Dakota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North Dakota es un estado “no-fault”: su PIP suele pagar las primeras facturas médicas sin importar la culpa. Normalmente solo puede demandar al responsable si cruza el umbral de “lesión grave” definido por la ley local. In North Dakota, deadlines and insurance rules can change how claims are handled. Document medical care early and avoid recorded statements without guidance. Rangos publicados de recuperación en North Dakota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Fargo,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North Dakota)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Fargo, North Dakota, opciones de atención incluyen Regional Medical Center, Level I/II trauma center (verify locally). El volumen de choques en esta zona se concentra en Interstate corridors, State routes near metro area. Fargo sees heavy commuter traffic and intersection crashes. Seek care promptly and preserve evidence.</a:t>
            </a:r>
          </a:p>
          <a:p/>
          <a:p>
            <a:r>
              <a:t>En todo North Dakota,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Fargo, North Dakota — Guía en español — Victim Guide (2026)</a:t>
            </a:r>
          </a:p>
          <a:p>
            <a:pPr>
              <a:spcBef>
                <a:spcPts val="1200"/>
              </a:spcBef>
              <a:defRPr sz="1600">
                <a:solidFill>
                  <a:srgbClr val="94A3B8"/>
                </a:solidFill>
              </a:defRPr>
            </a:pPr>
            <a:r>
              <a:t>Truck Accidents · North Dakota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North Dakota: plazo 6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Fargo North Dakota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Fargo North Dakota Victim Guide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North Dakota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North Dakota, el plazo de prescripción para la mayoría de lesiones personales es de 6 años desde el choque. Perder ese plazo casi siempre cierra el caso. Los avisos contra entidades públicas pueden exigirse en 60–180 días.</a:t>
            </a:r>
            <a:br/>
            <a:br/>
            <a:r>
              <a:t>North Dakota aplica la regla de Modified 50%. La negligencia comparativa modificada (umbral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North Dakota) describen casos pasados, no el suyo.</a:t>
            </a:r>
            <a:br/>
            <a:br/>
            <a:r>
              <a:t>El valor depende de: facturas médicas actuales y futuras, salarios perdidos, gravedad permanente, cla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Fargo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Fargo, North Dakota, opciones de atención incluyen Regional Medical Center, Level I/II trauma center (verify locally). El volumen de choques en esta zona se concentra en Interstate corridors, State routes near metro area. Fargo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North Dakota?</a:t>
            </a:r>
          </a:p>
          <a:p>
            <a:pPr>
              <a:spcAft>
                <a:spcPts val="800"/>
              </a:spcAft>
              <a:defRPr sz="1500">
                <a:solidFill>
                  <a:srgbClr val="94A3B8"/>
                </a:solidFill>
              </a:defRPr>
            </a:pPr>
            <a:r>
              <a:t>A: En la mayoría de los casos en North Dakota el plazo suele ser 6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https://www.wreckmatch.com/es/blog/18-wheeler-crash-in-fargo-north-dakota-victim-guide-2026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https://www.wreckmatch.com/es/blog/18-wheeler-crash-in-fargo-north-dakota-victim-guide-2026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Fargo, North Dakota — Guía en español — Victim Guide (2026)</dc:title>
  <dc:subject>WreckMatch educational guide — Truck Accidents</dc:subject>
  <dc:creator/>
  <cp:keywords>WreckMatch, car accident, North Dakota, Truck Accidents, 18 wheeler crash in fargo north dakota victim guide 2026, personal injury, attorney matching</cp:keywords>
  <dc:description>Gold-tier presentation summary for https://www.wreckmatch.com/es/blog/18-wheeler-crash-in-fargo-north-dakota-victim-guide-2026.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