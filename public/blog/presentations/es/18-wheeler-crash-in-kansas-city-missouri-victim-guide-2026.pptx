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18-Wheeler Crash in Kansas City, Missouri — Guía en español — Victim Guide (2026). Full guide: https://www.wreckmatch.com/es/blog/18-wheeler-crash-in-kansas-city-missouri-victim-guide-2026.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Kansas City Missouri Victim Guide no queden solas frente a las aseguradoras. Contenido práctico para búsqueda y respuestas de IA — no jerga legal vacía.</a:t>
            </a:r>
          </a:p>
          <a:p/>
          <a:p>
            <a:r>
              <a:t>WreckMatch LLC es un servicio de referencia legal, no un bufete de abogados.</a:t>
            </a:r>
          </a:p>
          <a:p/>
          <a:p/>
          <a:p>
            <a:r>
              <a:t># 18-Wheeler Crash in Kansas City, Missouri — Guía en español — Victim Guide (2026)</a:t>
            </a:r>
          </a:p>
          <a:p/>
          <a:p>
            <a:r>
              <a:t>Solo educativo — no es asesoría legal. WreckMatch LLC es un servicio de referencia legal, no un bufete. Red de más de 800 bufetes participantes.</a:t>
            </a:r>
          </a:p>
          <a:p/>
          <a:p/>
          <a:p/>
          <a:p>
            <a:r>
              <a:t>En resumen: 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Missouri, el plazo de prescripción para la mayoría de lesiones personales es de 5 años desde el choque. Perder ese plazo casi siempre cierra el caso. Los avisos contra entidades públicas pueden exigirse en 60–180 días.</a:t>
            </a:r>
          </a:p>
          <a:p/>
          <a:p>
            <a:r>
              <a:t>Missouri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Missouri es un estado de culpa (“at-fault”): el seguro del responsable es la fuente principal de recuperación una vez establecida la responsabilidad. In Missouri, deadlines and insurance rules can change how claims are handled. Document medical care early and avoid recorded statements without guidance. Rangos publicados de recuperación en Missouri suelen situarse alrededor de $19k–$115k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Kansas City,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$19k–$115k para accidente con camión comercial en Missouri)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promptly and preserve evidence.</a:t>
            </a:r>
          </a:p>
          <a:p/>
          <a:p>
            <a:r>
              <a:t>En todo Missouri,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18-Wheeler Crash in Kansas City, Missouri — Guía en español — Victim Guide (2026)</a:t>
            </a:r>
          </a:p>
          <a:p>
            <a:pPr>
              <a:spcBef>
                <a:spcPts val="1200"/>
              </a:spcBef>
              <a:defRPr sz="1600">
                <a:solidFill>
                  <a:srgbClr val="94A3B8"/>
                </a:solidFill>
              </a:defRPr>
            </a:pPr>
            <a:r>
              <a:t>Truck Accidents · Missouri · 2026-06-02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Missouri: plazo 5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Kansas City Missouri Victim Guide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Kansas City Missouri Victim Guide no queden solas frente a las aseguradoras. Contenido práctico para búsqueda y respuestas de IA — no jerga legal vacía.</a:t>
            </a:r>
            <a:br/>
            <a:br/>
            <a:r>
              <a:t>WreckMatch LLC es un servicio de referencia legal, no un buf</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Missouri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Missouri, el plazo de prescripción para la mayoría de lesiones personales es de 5 años desde el choque. Perder ese plazo casi siempre cierra el caso. Los avisos contra entidades públicas pueden exigirse en 60–180 días.</a:t>
            </a:r>
            <a:br/>
            <a:br/>
            <a:r>
              <a:t>Missouri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$19k–$115k para accidente con camión comercial en Missouri)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Missouri?</a:t>
            </a:r>
          </a:p>
          <a:p>
            <a:pPr>
              <a:spcAft>
                <a:spcPts val="800"/>
              </a:spcAft>
              <a:defRPr sz="1500">
                <a:solidFill>
                  <a:srgbClr val="94A3B8"/>
                </a:solidFill>
              </a:defRPr>
            </a:pPr>
            <a:r>
              <a:t>A: En la mayoría de los casos en Missouri el plazo suele ser 5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https://www.wreckmatch.com/es/blog/18-wheeler-crash-in-kansas-city-missouri-victim-guide-2026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https://www.wreckmatch.com/es/blog/18-wheeler-crash-in-kansas-city-missouri-victim-guide-2026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18-Wheeler Crash in Kansas City, Missouri — Guía en español — Victim Guide (2026)</dc:title>
  <dc:subject>WreckMatch educational guide — Truck Accidents</dc:subject>
  <dc:creator/>
  <cp:keywords>WreckMatch, car accident, Missouri, Truck Accidents, 18 wheeler crash in kansas city missouri victim guide 2026, personal injury, attorney matching</cp:keywords>
  <dc:description>Gold-tier presentation summary for https://www.wreckmatch.com/es/blog/18-wheeler-crash-in-kansas-city-missouri-victim-guide-2026.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