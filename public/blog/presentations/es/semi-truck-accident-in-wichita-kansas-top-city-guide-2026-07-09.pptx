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Wichita, Kansas — Guía en español — Top City Guide (2026-07-09). Full guide: https://www.wreckmatch.com/es/blog/semi-truck-accident-in-wichita-kansas-top-city-guide-2026-07-09.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Wichita Kansas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Wichita, Kansas — Guía en español — Top City Guide (2026-07-09)</a:t>
            </a:r>
          </a:p>
          <a:p/>
          <a:p>
            <a:r>
              <a:t>Solo educativo — no es asesoría legal. WreckMatch LLC es un servicio de referencia legal, no un bufete. Red de más de 800 bufetes participantes.</a:t>
            </a:r>
          </a:p>
          <a:p/>
          <a:p/>
          <a:p/>
          <a:p>
            <a:r>
              <a:t>En resumen: 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Kansas, el plazo de prescripción para la mayoría de lesiones personales es de 2 años desde el choque. Perder ese plazo casi siempre cierra el caso. Los avisos contra entidades públicas pueden exigirse en 60–180 días.</a:t>
            </a:r>
          </a:p>
          <a:p/>
          <a:p>
            <a:r>
              <a:t>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Kansas es un estado de culpa (“at-fault”): el seguro del responsable es la fuente principal de recuperación una vez establecida la responsabilidad. In Kansas, deadlines and insurance rules can change how claims are handled. Document medical care early and avoid recorded statements without guidance. Rangos publicados de recuperación en Kansas suelen situarse alrededor de $18k–$105k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Wichita,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$18k–$105k para accidente con camión comercial en 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preserve evidence.</a:t>
            </a:r>
          </a:p>
          <a:p/>
          <a:p>
            <a:r>
              <a:t>En todo 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Wichita, Kansas — Guía en español — Top City Guide (2026-07-09)</a:t>
            </a:r>
          </a:p>
          <a:p>
            <a:pPr>
              <a:spcBef>
                <a:spcPts val="1200"/>
              </a:spcBef>
              <a:defRPr sz="1600">
                <a:solidFill>
                  <a:srgbClr val="94A3B8"/>
                </a:solidFill>
              </a:defRPr>
            </a:pPr>
            <a:r>
              <a:t>Truck Accidents · Kansas · 2026-07-09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Kansas: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Wichita Kansas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Wichita Kansas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Kansas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Kansas, el plazo de prescripción para la mayoría de lesiones personales es de 2 años desde el choque. Perder ese plazo casi siempre cierra el caso. Los avisos contra entidades públicas pueden exigirse en 60–180 días.</a:t>
            </a:r>
            <a:br/>
            <a:br/>
            <a:r>
              <a:t>Kansas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$18k–$105k para accidente con camión comercial en Kansas)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Kansas?</a:t>
            </a:r>
          </a:p>
          <a:p>
            <a:pPr>
              <a:spcAft>
                <a:spcPts val="800"/>
              </a:spcAft>
              <a:defRPr sz="1500">
                <a:solidFill>
                  <a:srgbClr val="94A3B8"/>
                </a:solidFill>
              </a:defRPr>
            </a:pPr>
            <a:r>
              <a:t>A: En la mayoría de los casos en Kansas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https://www.wreckmatch.com/es/blog/semi-truck-accident-in-wichita-kansas-top-city-guide-2026-07-09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https://www.wreckmatch.com/es/blog/semi-truck-accident-in-wichita-kansas-top-city-guide-2026-07-09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Wichita, Kansas — Guía en español — Top City Guide (2026-07-09)</dc:title>
  <dc:subject>WreckMatch educational guide — Truck Accidents</dc:subject>
  <dc:creator/>
  <cp:keywords>WreckMatch, car accident, Kansas, Truck Accidents, semi truck accident in wichita kansas top city guide 2026 07 09, personal injury, attorney matching</cp:keywords>
  <dc:description>Gold-tier presentation summary for https://www.wreckmatch.com/es/blog/semi-truck-accident-in-wichita-kansas-top-city-guide-2026-07-09.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