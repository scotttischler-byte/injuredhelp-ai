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South Carolina — Guía en español — Top City Guide (2026-07-13). Full guide: https://www.wreckmatch.com/es/blog/what-to-do-after-a-car-accident-in-charleston-south-carolina-top-city-guide-2026-07-13.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Charleston, South Carolina — Guía en español — Top City Guide (2026-07-13)</a:t>
            </a:r>
          </a:p>
          <a:p/>
          <a:p>
            <a:r>
              <a:t>Solo educativo — no es asesoría legal. WreckMatch LLC es un servicio de referencia legal, no un bufete. Red de más de 800 bufetes participantes.</a:t>
            </a:r>
          </a:p>
          <a:p/>
          <a:p/>
          <a:p/>
          <a:p>
            <a:r>
              <a:t>En resumen: 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Carolina, el plazo de prescripción para la mayoría de lesiones personales es de 3 años desde el choque. Perder ese plazo casi siempre cierra el caso. Los avisos contra entidades públicas pueden exigirse en 60–180 días.</a:t>
            </a:r>
          </a:p>
          <a:p/>
          <a:p>
            <a:r>
              <a:t>South Carolina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South Carolina es un estado de culpa (“at-fault”): el seguro del responsable es la fuente principal de recuperación una vez establecida la responsabilidad. In South Carolina, deadlines and insurance rules can change how claims are handled. Document medical care early and avoid recorded statements without guidance. Rangos publicados de recuperación en South Carolina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South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South Carolina,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South Carolina — Guía en español — Top City Guide (2026-07-13)</a:t>
            </a:r>
          </a:p>
          <a:p>
            <a:pPr>
              <a:spcBef>
                <a:spcPts val="1200"/>
              </a:spcBef>
              <a:defRPr sz="1600">
                <a:solidFill>
                  <a:srgbClr val="94A3B8"/>
                </a:solidFill>
              </a:defRPr>
            </a:pPr>
            <a:r>
              <a:t>South Carolina · South Carolina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Carolina: plazo 3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South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Carolina, el plazo de prescripción para la mayoría de lesiones personales es de 3 años desde el choque. Perder ese plazo casi siempre cierra el caso. Los avisos contra entidades públicas pueden exigirse en 60–180 días.</a:t>
            </a:r>
            <a:br/>
            <a:br/>
            <a:r>
              <a:t>South Carolina aplica la regla de Modified 51%. La negligencia comparativa modificada (umbr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South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South Carolina?</a:t>
            </a:r>
          </a:p>
          <a:p>
            <a:pPr>
              <a:spcAft>
                <a:spcPts val="800"/>
              </a:spcAft>
              <a:defRPr sz="1500">
                <a:solidFill>
                  <a:srgbClr val="94A3B8"/>
                </a:solidFill>
              </a:defRPr>
            </a:pPr>
            <a:r>
              <a:t>A: En la mayoría de los casos en South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https://www.wreckmatch.com/es/blog/what-to-do-after-a-car-accident-in-charleston-south-carolina-top-city-guide-2026-07-13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https://www.wreckmatch.com/es/blog/what-to-do-after-a-car-accident-in-charleston-south-carolina-top-city-guide-2026-07-13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South Carolina — Guía en español — Top City Guide (2026-07-13)</dc:title>
  <dc:subject>WreckMatch educational guide — South Carolina</dc:subject>
  <dc:creator/>
  <cp:keywords>WreckMatch, car accident, South Carolina, South Carolina, what to do after a car accident in charleston south carolina top city guide 2026 07 13, personal injury, attorney matching</cp:keywords>
  <dc:description>Gold-tier presentation summary for https://www.wreckmatch.com/es/blog/what-to-do-after-a-car-accident-in-charleston-south-carolina-top-city-guide-2026-07-13.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