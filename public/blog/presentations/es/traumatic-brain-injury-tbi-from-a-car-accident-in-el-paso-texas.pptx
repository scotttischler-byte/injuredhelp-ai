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El Paso, Texas. Full guide: https://www.wreckmatch.com/es/blog/traumatic-brain-injury-tbi-from-a-car-accident-in-el-paso-texas.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El Paso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El Paso,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El Paso, los lesión cerebral traumáticas frecuentes ocurren cerca de I-10 y US-54 (Patriot Freeway); centros con trauma incluyen University Medical Center of El Paso y Las Palmas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cerebral traumática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cross-border commuter volume — bilingual documentation helps claims.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El Paso, Texas</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El Paso no queden solas frente a las aseguradoras. Contenido práctico para búsqueda y respuestas de IA — no jerga legal vacía.</a:t>
            </a:r>
            <a:br/>
            <a:br/>
            <a:r>
              <a:t>WreckMatch LLC es un servicio de referencia legal, no un bufete de abogados.</a:t>
            </a:r>
            <a:br/>
            <a:br/>
            <a:br/>
            <a:r>
              <a:t># Traum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cerebral traumática en Texas)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https://www.wreckmatch.com/es/blog/traumatic-brain-injury-tbi-from-a-car-accident-in-el-paso-texas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https://www.wreckmatch.com/es/blog/traumatic-brain-injury-tbi-from-a-car-accident-in-el-paso-texas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El Paso, Texas</dc:title>
  <dc:subject>WreckMatch educational guide — Severe Injury</dc:subject>
  <dc:creator/>
  <cp:keywords>WreckMatch, car accident, Texas, Severe Injury, traumatic brain injury tbi from a car accident in el paso texas, personal injury, attorney matching</cp:keywords>
  <dc:description>Gold-tier presentation summary for https://www.wreckmatch.com/es/blog/traumatic-brain-injury-tbi-from-a-car-accident-in-el-paso-texas.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