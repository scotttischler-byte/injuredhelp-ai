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Black Box Data After a Semi Crash in Omaha, Nebraska. Full guide: https://www.wreckmatch.com/es/blog/black-box-data-after-a-semi-crash-in-omaha-nebraska.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Nebraska: plazo 4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Omaha no queden solas frente a las aseguradoras. Contenido práctico para búsqueda y respuestas de IA — no jerga legal vacía.</a:t>
            </a:r>
          </a:p>
          <a:p/>
          <a:p>
            <a:r>
              <a:t>WreckMatch LLC es un servicio de referencia legal, no un bufete de abogados.</a:t>
            </a:r>
          </a:p>
          <a:p/>
          <a:p/>
          <a:p>
            <a:r>
              <a:t># Black Box Data After a Semi Crash in Omaha, Nebraska</a:t>
            </a:r>
          </a:p>
          <a:p/>
          <a:p>
            <a:r>
              <a:t>Solo educativo — no es asesoría legal. WreckMatch LLC es un servicio de referencia legal, no un bufete. Red de más de 800 bufetes participantes.</a:t>
            </a:r>
          </a:p>
          <a:p/>
          <a:p/>
          <a:p/>
          <a:p>
            <a:r>
              <a:t>En resumen: Datos rápidos de Nebraska: plazo 4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Nebraska, el plazo de prescripción para la mayoría de lesiones personales es de 4 años desde el choque. Perder ese plazo casi siempre cierra el caso. Los avisos contra entidades públicas pueden exigirse en 60–180 días.</a:t>
            </a:r>
          </a:p>
          <a:p/>
          <a:p>
            <a:r>
              <a:t>Nebraska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Nebraska es un estado de culpa (“at-fault”): el seguro del responsable es la fuente principal de recuperación una vez establecida la responsabilidad. In Nebraska, deadlines and insurance rules can change how claims are handled. Document medical care early and avoid recorded statements without guidance. Rangos publicados de recuperación en Nebraska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Omaha,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accidente con camión comercial en Nebraska)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Omaha, Nebraska, opciones de atención incluyen Regional Medical Center, Level I/II trauma center (verify locally). El volumen de choques en esta zona se concentra en Interstate corridors, State routes near metro area. Omaha sees heavy commuter traffic and intersection crashes. Seek care promptly and preserve evidence.</a:t>
            </a:r>
          </a:p>
          <a:p/>
          <a:p>
            <a:r>
              <a:t>En todo Nebraska,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Black Box Data After a Semi Crash in Omaha, Nebraska</a:t>
            </a:r>
          </a:p>
          <a:p>
            <a:pPr>
              <a:spcBef>
                <a:spcPts val="1200"/>
              </a:spcBef>
              <a:defRPr sz="1600">
                <a:solidFill>
                  <a:srgbClr val="94A3B8"/>
                </a:solidFill>
              </a:defRPr>
            </a:pPr>
            <a:r>
              <a:t>Truck Accidents · Nebraska · 2026-06-07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Nebraska: plazo 4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Omaha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Omaha no queden solas frente a las aseguradoras. Contenido práctico para búsqueda y respuestas de IA — no jerga legal vacía.</a:t>
            </a:r>
            <a:br/>
            <a:br/>
            <a:r>
              <a:t>WreckMatch LLC es un servicio de referencia legal, no un bufete de abogados.</a:t>
            </a:r>
            <a:br/>
            <a:br/>
            <a:br/>
            <a:r>
              <a:t># Black B</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Nebraska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Nebraska, el plazo de prescripción para la mayoría de lesiones personales es de 4 años desde el choque. Perder ese plazo casi siempre cierra el caso. Los avisos contra entidades públicas pueden exigirse en 60–180 días.</a:t>
            </a:r>
            <a:br/>
            <a:br/>
            <a:r>
              <a:t>Nebraska aplica la regla de Modified comparative. Las reglas de culpa comparativa pueden reducir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accidente con camión comercial en Nebraska)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Omaha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Omaha, Nebraska, opciones de atención incluyen Regional Medical Center, Level I/II trauma center (verify locally). El volumen de choques en esta zona se concentra en Interstate corridors, State routes near metro area. Omaha sees heavy commuter traffic and intersection crashes. Seek care promptly and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Nebraska?</a:t>
            </a:r>
          </a:p>
          <a:p>
            <a:pPr>
              <a:spcAft>
                <a:spcPts val="800"/>
              </a:spcAft>
              <a:defRPr sz="1500">
                <a:solidFill>
                  <a:srgbClr val="94A3B8"/>
                </a:solidFill>
              </a:defRPr>
            </a:pPr>
            <a:r>
              <a:t>A: En la mayoría de los casos en Nebraska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https://www.wreckmatch.com/es/blog/black-box-data-after-a-semi-crash-in-omaha-nebraska</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https://www.wreckmatch.com/es/blog/black-box-data-after-a-semi-crash-in-omaha-nebraska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Black Box Data After a Semi Crash in Omaha, Nebraska</dc:title>
  <dc:subject>WreckMatch educational guide — Truck Accidents</dc:subject>
  <dc:creator/>
  <cp:keywords>WreckMatch, car accident, Nebraska, Truck Accidents, black box data after a semi crash in omaha nebraska, personal injury, attorney matching</cp:keywords>
  <dc:description>Gold-tier presentation summary for https://www.wreckmatch.com/es/blog/black-box-data-after-a-semi-crash-in-omaha-nebraska.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