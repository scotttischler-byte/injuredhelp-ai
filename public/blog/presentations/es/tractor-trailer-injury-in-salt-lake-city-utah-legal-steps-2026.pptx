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Salt Lake City, Utah: Legal Steps (2026). Full guide: https://www.wreckmatch.com/es/blog/tractor-trailer-injury-in-salt-lake-city-utah-legal-steps-2026.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Utah: plazo 4 años · regla Modified 50% · seguro mínimo 25/65/15.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Salt Lake City Utah Legal Steps no queden solas frente a las aseguradoras. Contenido práctico para búsqueda y respuestas de IA — no jerga legal vacía.</a:t>
            </a:r>
          </a:p>
          <a:p/>
          <a:p>
            <a:r>
              <a:t>WreckMatch LLC es un servicio de referencia legal, no un bufete de abogados.</a:t>
            </a:r>
          </a:p>
          <a:p/>
          <a:p/>
          <a:p>
            <a:r>
              <a:t># Tractor-Trailer Injury in Salt Lake City, Utah: Legal Steps (2026)</a:t>
            </a:r>
          </a:p>
          <a:p/>
          <a:p>
            <a:r>
              <a:t>Solo educativo — no es asesoría legal. WreckMatch LLC es un servicio de referencia legal, no un bufete. Red de más de 800 bufetes participantes.</a:t>
            </a:r>
          </a:p>
          <a:p/>
          <a:p/>
          <a:p/>
          <a:p>
            <a:r>
              <a:t>En resumen: Datos rápidos de Utah: plazo 4 años · regla Modified 50% · seguro mínimo 25/65/15.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Utah, el plazo de prescripción para la mayoría de lesiones personales es de 4 años desde el choque. Perder ese plazo casi siempre cierra el caso. Los avisos contra entidades públicas pueden exigirse en 60–180 días.</a:t>
            </a:r>
          </a:p>
          <a:p/>
          <a:p>
            <a:r>
              <a:t>Utah aplica la regla de Modified 50%. La negligencia comparativa modificada (umbral 50%) reduce su recuperación y puede bloquearla si su culpa llega al 50% o más. El seguro mínimo obligatorio es 25/65/15. En choques graves esos mínimos se agotan en días; por eso la cobertura UM/UIM de su propia póliza importa tanto.</a:t>
            </a:r>
          </a:p>
          <a:p/>
          <a:p>
            <a:r>
              <a:t>Utah es un estado “no-fault”: su PIP suele pagar las primeras facturas médicas sin importar la culpa. Normalmente solo puede demandar al responsable si cruza el umbral de “lesión grave” definido por la ley local. In Utah, deadlines and insurance rules can change how claims are handled. Document medical care early and avoid recorded statements without guidance. Rangos publicados de recuperación en Utah suelen situarse alrededor de $20k–$115k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Salt Lake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$20k–$115k para accidente con camión comercial en Utah)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Salt Lake City, Utah, opciones de atención incluyen Regional Medical Center, Level I/II trauma center (verify locally). El volumen de choques en esta zona se concentra en Interstate corridors, State routes near metro area. Salt Lake City sees heavy commuter traffic and intersection crashes. Seek care promptly and preserve evidence.</a:t>
            </a:r>
          </a:p>
          <a:p/>
          <a:p>
            <a:r>
              <a:t>En todo Utah, el seguro mínimo es 25/65/15.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Salt Lake City, Utah: Legal Steps (2026)</a:t>
            </a:r>
          </a:p>
          <a:p>
            <a:pPr>
              <a:spcBef>
                <a:spcPts val="1200"/>
              </a:spcBef>
              <a:defRPr sz="1600">
                <a:solidFill>
                  <a:srgbClr val="94A3B8"/>
                </a:solidFill>
              </a:defRPr>
            </a:pPr>
            <a:r>
              <a:t>Truck Accidents · Utah · 2026-06-12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Utah: plazo 4 años · regla Modified 50% · seguro mínimo 25/65/15.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Salt Lake City Utah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Salt Lake City Utah Legal Steps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Utah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Utah, el plazo de prescripción para la mayoría de lesiones personales es de 4 años desde el choque. Perder ese plazo casi siempre cierra el caso. Los avisos contra entidades públicas pueden exigirse en 60–180 días.</a:t>
            </a:r>
            <a:br/>
            <a:br/>
            <a:r>
              <a:t>Utah aplica la regla de Modified 50%. La negligencia comparativa modificada (umbral 50%) reduce su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$20k–$115k para accidente con camión comercial en Utah)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Salt Lake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Salt Lake City, Utah, opciones de atención incluyen Regional Medical Center, Level I/II trauma center (verify locally). El volumen de choques en esta zona se concentra en Interstate corridors, State routes near metro area. Salt Lake City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Utah?</a:t>
            </a:r>
          </a:p>
          <a:p>
            <a:pPr>
              <a:spcAft>
                <a:spcPts val="800"/>
              </a:spcAft>
              <a:defRPr sz="1500">
                <a:solidFill>
                  <a:srgbClr val="94A3B8"/>
                </a:solidFill>
              </a:defRPr>
            </a:pPr>
            <a:r>
              <a:t>A: En la mayoría de los casos en Utah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https://www.wreckmatch.com/es/blog/tractor-trailer-injury-in-salt-lake-city-utah-legal-steps-2026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https://www.wreckmatch.com/es/blog/tractor-trailer-injury-in-salt-lake-city-utah-legal-steps-2026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Salt Lake City, Utah: Legal Steps (2026)</dc:title>
  <dc:subject>WreckMatch educational guide — Truck Accidents</dc:subject>
  <dc:creator/>
  <cp:keywords>WreckMatch, car accident, Utah, Truck Accidents, tractor trailer injury in salt lake city utah legal steps 2026, personal injury, attorney matching</cp:keywords>
  <dc:description>Gold-tier presentation summary for https://www.wreckmatch.com/es/blog/tractor-trailer-injury-in-salt-lake-city-utah-legal-steps-2026.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