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Lubbock, Texas (2026). Full guide: https://www.wreckmatch.com/es/blog/underride-or-override-truck-crash-in-lubbock-texas-2026.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Lubbock Texas no queden solas frente a las aseguradoras. Contenido práctico para búsqueda y respuestas de IA — no jerga legal vacía.</a:t>
            </a:r>
          </a:p>
          <a:p/>
          <a:p>
            <a:r>
              <a:t>WreckMatch LLC es un servicio de referencia legal, no un bufete de abogados.</a:t>
            </a:r>
          </a:p>
          <a:p/>
          <a:p/>
          <a:p>
            <a:r>
              <a:t># Underride or Override Truck Crash in Lubbock,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Lubbock, los accidente con camión comercials frecuentes ocurren cerca de I-27 y US-84; centros con trauma incluyen University Medical Center (Level I trauma) y Covenant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Lubbock, Texas, opciones de atención incluyen University Medical Center (Level I trauma), Covenant Medical Center. El volumen de choques en esta zona se concentra en I-27, US-84, Loop 289. Lubbock reports high crash rates per capita in West Texas. I-27 and Loop 289 see frequent intersection and weather-related collisions.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Lubbock, Texas (2026)</a:t>
            </a:r>
          </a:p>
          <a:p>
            <a:pPr>
              <a:spcBef>
                <a:spcPts val="1200"/>
              </a:spcBef>
              <a:defRPr sz="1600">
                <a:solidFill>
                  <a:srgbClr val="94A3B8"/>
                </a:solidFill>
              </a:defRPr>
            </a:pPr>
            <a:r>
              <a:t>Truck Accidents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Lubbock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Lubbock Texas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Lubbock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Lubbock, Texas, opciones de atención incluyen University Medical Center (Level I trauma), Covenant Medical Center. El volumen de choques en esta zona se concentra en I-27, US-84, Loop 289. Lubbock reports high crash rates per capita in West Texas. I-27 and Loop 289 see frequent intersection and weather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https://www.wreckmatch.com/es/blog/underride-or-override-truck-crash-in-lubbock-texas-2026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https://www.wreckmatch.com/es/blog/underride-or-override-truck-crash-in-lubbock-texas-2026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Lubbock, Texas (2026)</dc:title>
  <dc:subject>WreckMatch educational guide — Truck Accidents</dc:subject>
  <dc:creator/>
  <cp:keywords>WreckMatch, car accident, Texas, Truck Accidents, underride or override truck crash in lubbock texas 2026, personal injury, attorney matching</cp:keywords>
  <dc:description>Gold-tier presentation summary for https://www.wreckmatch.com/es/blog/underride-or-override-truck-crash-in-lubbock-texas-2026.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