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Tallahassee, Florida. Full guide: https://www.wreckmatch.com/es/blog/black-box-data-after-a-semi-crash-in-tallahassee-florida.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Tallahassee no queden solas frente a las aseguradoras. Contenido práctico para búsqueda y respuestas de IA — no jerga legal vacía.</a:t>
            </a:r>
          </a:p>
          <a:p/>
          <a:p>
            <a:r>
              <a:t>WreckMatch LLC es un servicio de referencia legal, no un bufete de abogados.</a:t>
            </a:r>
          </a:p>
          <a:p/>
          <a:p/>
          <a:p>
            <a:r>
              <a:t># Black Box Data After a Semi Crash in Tallahassee, Florida</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Tallahassee,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Tallahassee, Florida, opciones de atención incluyen Regional Medical Center, Level I/II trauma center (verify locally). El volumen de choques en esta zona se concentra en Interstate corridors, State routes near metro area. Tallahassee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Tallahassee, Florida</a:t>
            </a:r>
          </a:p>
          <a:p>
            <a:pPr>
              <a:spcBef>
                <a:spcPts val="1200"/>
              </a:spcBef>
              <a:defRPr sz="1600">
                <a:solidFill>
                  <a:srgbClr val="94A3B8"/>
                </a:solidFill>
              </a:defRPr>
            </a:pPr>
            <a:r>
              <a:t>Truck Accidents · Florida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Tallahassee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Tallahassee no queden solas frente a las aseguradoras. Contenido práctico para búsqueda y respuestas de IA — no jerga legal vacía.</a:t>
            </a:r>
            <a:br/>
            <a:br/>
            <a:r>
              <a:t>WreckMatch LLC es un servicio de referencia legal, no un bufete de abogados.</a:t>
            </a:r>
            <a:br/>
            <a:br/>
            <a:br/>
            <a:r>
              <a:t>#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Tallahassee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Tallahassee, Florida, opciones de atención incluyen Regional Medical Center, Level I/II trauma center (verify locally). El volumen de choques en esta zona se concentra en Interstate corridors, State routes near metro area. Tallahassee sees heavy commuter traffic and intersection crashes. Seek care prom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https://www.wreckmatch.com/es/blog/black-box-data-after-a-semi-crash-in-tallahassee-florida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https://www.wreckmatch.com/es/blog/black-box-data-after-a-semi-crash-in-tallahassee-florida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Tallahassee, Florida</dc:title>
  <dc:subject>WreckMatch educational guide — Truck Accidents</dc:subject>
  <dc:creator/>
  <cp:keywords>WreckMatch, car accident, Florida, Truck Accidents, black box data after a semi crash in tallahassee florida, personal injury, attorney matching</cp:keywords>
  <dc:description>Gold-tier presentation summary for https://www.wreckmatch.com/es/blog/black-box-data-after-a-semi-crash-in-tallahassee-florida.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