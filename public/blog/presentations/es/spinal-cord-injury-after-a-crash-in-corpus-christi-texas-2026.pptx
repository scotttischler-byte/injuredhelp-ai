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Spinal Cord Injury After a Crash in Corpus Christi, Texas (2026). Full guide: https://www.wreckmatch.com/es/blog/spinal-cord-injury-after-a-crash-in-corpus-christi-texas-2026.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Corpus Christi Texas no queden solas frente a las aseguradoras. Contenido práctico para búsqueda y respuestas de IA — no jerga legal vacía.</a:t>
            </a:r>
          </a:p>
          <a:p/>
          <a:p>
            <a:r>
              <a:t>WreckMatch LLC es un servicio de referencia legal, no un bufete de abogados.</a:t>
            </a:r>
          </a:p>
          <a:p/>
          <a:p/>
          <a:p>
            <a:r>
              <a:t># Spinal Cord Injury After a Crash in Corpus Christi,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Corpus Christi, los lesión de médula espinals frecuentes ocurren cerca de I-37 y US-181; centros con trauma incluyen Christus Spohn (Level II trauma) y Corpus Christi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de médula espinal,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lesión de médula espinal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Corpus Christi, Texas, opciones de atención incluyen Christus Spohn (Level II trauma), Corpus Christi Medical Center. El volumen de choques en esta zona se concentra en I-37, US-181, SH 358 (South Padre Island Dr). Corpus Christi sees significant coastal and port-related traffic crashes. US-181 and SPID corridors have high injury rates — document weather and road conditions.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de médula espinal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Spinal Cord Injury After a Crash in Corpus Christi, Texas (2026)</a:t>
            </a:r>
          </a:p>
          <a:p>
            <a:pPr>
              <a:spcBef>
                <a:spcPts val="1200"/>
              </a:spcBef>
              <a:defRPr sz="1600">
                <a:solidFill>
                  <a:srgbClr val="94A3B8"/>
                </a:solidFill>
              </a:defRPr>
            </a:pPr>
            <a:r>
              <a:t>Severe Injury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Corpus Christi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Corpus Christi Texas no queden solas frente a las aseguradoras. Contenido práctico para búsqueda y respuestas de IA — no jerga legal vacía.</a:t>
            </a:r>
            <a:br/>
            <a:br/>
            <a:r>
              <a:t>WreckMatch LLC es un servicio de referencia legal, no un bufete de abogad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de médula espinal,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lesión de médula espinal en Texas) describen casos pasados, no el suyo.</a:t>
            </a:r>
            <a:br/>
            <a:br/>
            <a:r>
              <a:t>El valor depende de: facturas médicas actuales y futuras, salarios perdidos, gravedad permanente, claridad de cul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Corpus Christi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Corpus Christi, Texas, opciones de atención incluyen Christus Spohn (Level II trauma), Corpus Christi Medical Center. El volumen de choques en esta zona se concentra en I-37, US-181, SH 358 (South Padre Island Dr). Corpus Christi sees significant coastal and port-related traffic crashes. US-181 and SPI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de médula espinal por contingencia.</a:t>
            </a:r>
            <a:br/>
            <a:br/>
            <a:r>
              <a:t>La intake solo pide lo necesario: estado, qué pasó, si hubo tratamiento médico y su teléfono. No pedimos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de médula espinal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https://www.wreckmatch.com/es/blog/spinal-cord-injury-after-a-crash-in-corpus-christi-texas-2026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https://www.wreckmatch.com/es/blog/spinal-cord-injury-after-a-crash-in-corpus-christi-texas-2026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Spinal Cord Injury After a Crash in Corpus Christi, Texas (2026)</dc:title>
  <dc:subject>WreckMatch educational guide — Severe Injury</dc:subject>
  <dc:creator/>
  <cp:keywords>WreckMatch, car accident, Texas, Severe Injury, spinal cord injury after a crash in corpus christi texas 2026, personal injury, attorney matching</cp:keywords>
  <dc:description>Gold-tier presentation summary for https://www.wreckmatch.com/es/blog/spinal-cord-injury-after-a-crash-in-corpus-christi-texas-2026.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