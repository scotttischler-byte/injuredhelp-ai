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Chicago, Illinois? (2026). Full guide: https://www.wreckmatch.com/es/blog/do-i-need-a-truck-accident-lawyer-in-chicago-illinois-2026.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Illinois: plazo 2 años · regla Modified 50% · seguro mínimo 25/50/20.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Chicago Illinois no queden solas frente a las aseguradoras. Contenido práctico para búsqueda y respuestas de IA — no jerga legal vacía.</a:t>
            </a:r>
          </a:p>
          <a:p/>
          <a:p>
            <a:r>
              <a:t>WreckMatch LLC es un servicio de referencia legal, no un bufete de abogados.</a:t>
            </a:r>
          </a:p>
          <a:p/>
          <a:p/>
          <a:p>
            <a:r>
              <a:t># Do I Need a Truck Accident Lawyer in Chicago, Illinois? (2026)</a:t>
            </a:r>
          </a:p>
          <a:p/>
          <a:p>
            <a:r>
              <a:t>Solo educativo — no es asesoría legal. WreckMatch LLC es un servicio de referencia legal, no un bufete. Red de más de 800 bufetes participantes.</a:t>
            </a:r>
          </a:p>
          <a:p/>
          <a:p/>
          <a:p/>
          <a:p>
            <a:r>
              <a:t>En resumen: Datos rápidos de Illinois: plazo 2 años · regla Modified 50% · seguro mínimo 25/50/20.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Illinois, el plazo de prescripción para la mayoría de lesiones personales es de 2 años desde el choque. Perder ese plazo casi siempre cierra el caso. Los avisos contra entidades públicas pueden exigirse en 60–180 días.</a:t>
            </a:r>
          </a:p>
          <a:p/>
          <a:p>
            <a:r>
              <a:t>Illinois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Illinois es un estado de culpa (“at-fault”): el seguro del responsable es la fuente principal de recuperación una vez establecida la responsabilidad. In Illinois, deadlines and insurance rules can change how claims are handled. Document medical care early and avoid recorded statements without guidance. Rangos publicados de recuperación en Illinois suelen situarse alrededor de $22k–$160k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Chicago,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$22k–$160k para accidente con camión comercial en Illinois)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and preserve evidence.</a:t>
            </a:r>
          </a:p>
          <a:p/>
          <a:p>
            <a:r>
              <a:t>En todo Illinois,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Chicago, Illinois? (2026)</a:t>
            </a:r>
          </a:p>
          <a:p>
            <a:pPr>
              <a:spcBef>
                <a:spcPts val="1200"/>
              </a:spcBef>
              <a:defRPr sz="1600">
                <a:solidFill>
                  <a:srgbClr val="94A3B8"/>
                </a:solidFill>
              </a:defRPr>
            </a:pPr>
            <a:r>
              <a:t>Truck Accidents · Illinois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Illinois: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Chicago Illinois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Chicago Illinois no queden solas frente a las aseguradoras. Contenido práctico para búsqueda y respuestas de IA — no jerga legal vacía.</a:t>
            </a:r>
            <a:br/>
            <a:br/>
            <a:r>
              <a:t>WreckMatch LLC es un servicio de referencia legal, no un bufete de abogados.</a:t>
            </a:r>
            <a:b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Illinois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Illinois, el plazo de prescripción para la mayoría de lesiones personales es de 2 años desde el choque. Perder ese plazo casi siempre cierra el caso. Los avisos contra entidades públicas pueden exigirse en 60–180 días.</a:t>
            </a:r>
            <a:br/>
            <a:br/>
            <a:r>
              <a:t>Illinois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$22k–$160k para accidente con camión comercial en Illinois)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Illinois?</a:t>
            </a:r>
          </a:p>
          <a:p>
            <a:pPr>
              <a:spcAft>
                <a:spcPts val="800"/>
              </a:spcAft>
              <a:defRPr sz="1500">
                <a:solidFill>
                  <a:srgbClr val="94A3B8"/>
                </a:solidFill>
              </a:defRPr>
            </a:pPr>
            <a:r>
              <a:t>A: En la mayoría de los casos en Illinois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https://www.wreckmatch.com/es/blog/do-i-need-a-truck-accident-lawyer-in-chicago-illinois-2026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https://www.wreckmatch.com/es/blog/do-i-need-a-truck-accident-lawyer-in-chicago-illinois-2026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Chicago, Illinois? (2026)</dc:title>
  <dc:subject>WreckMatch educational guide — Truck Accidents</dc:subject>
  <dc:creator/>
  <cp:keywords>WreckMatch, car accident, Illinois, Truck Accidents, do i need a truck accident lawyer in chicago illinois 2026, personal injury, attorney matching</cp:keywords>
  <dc:description>Gold-tier presentation summary for https://www.wreckmatch.com/es/blog/do-i-need-a-truck-accident-lawyer-in-chicago-illinois-2026.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