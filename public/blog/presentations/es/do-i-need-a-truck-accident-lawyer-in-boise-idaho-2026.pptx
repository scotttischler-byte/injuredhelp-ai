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Do I Need a Truck Accident Lawyer in Boise, Idaho? (2026). Full guide: https://www.wreckmatch.com/es/blog/do-i-need-a-truck-accident-lawyer-in-boise-idaho-2026.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Idaho: plazo 2 años · regla Modified comparative · seguro mínimo 25/50/15.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Boise Idaho no queden solas frente a las aseguradoras. Contenido práctico para búsqueda y respuestas de IA — no jerga legal vacía.</a:t>
            </a:r>
          </a:p>
          <a:p/>
          <a:p>
            <a:r>
              <a:t>WreckMatch LLC es un servicio de referencia legal, no un bufete de abogados.</a:t>
            </a:r>
          </a:p>
          <a:p/>
          <a:p/>
          <a:p>
            <a:r>
              <a:t># Do I Need a Truck Accident Lawyer in Boise, Idaho? (2026)</a:t>
            </a:r>
          </a:p>
          <a:p/>
          <a:p>
            <a:r>
              <a:t>Solo educativo — no es asesoría legal. WreckMatch LLC es un servicio de referencia legal, no un bufete. Red de más de 800 bufetes participantes.</a:t>
            </a:r>
          </a:p>
          <a:p/>
          <a:p/>
          <a:p/>
          <a:p>
            <a:r>
              <a:t>En resumen: Datos rápidos de Idaho: plazo 2 años · regla Modified comparative · seguro mínimo 25/50/15.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Idaho, el plazo de prescripción para la mayoría de lesiones personales es de 2 años desde el choque. Perder ese plazo casi siempre cierra el caso. Los avisos contra entidades públicas pueden exigirse en 60–180 días.</a:t>
            </a:r>
          </a:p>
          <a:p/>
          <a:p>
            <a:r>
              <a:t>Idaho aplica la regla de Modified comparative. Las reglas de culpa comparativa pueden reducir o eliminar la recuperación; documentar la responsabilidad del otro conductor desde el inicio es esencial. El seguro mínimo obligatorio es 25/50/15. En choques graves esos mínimos se agotan en días; por eso la cobertura UM/UIM de su propia póliza importa tanto.</a:t>
            </a:r>
          </a:p>
          <a:p/>
          <a:p>
            <a:r>
              <a:t>Idaho es un estado de culpa (“at-fault”): el seguro del responsable es la fuente principal de recuperación una vez establecida la responsabilidad. In Idaho, deadlines and insurance rules can change how claims are handled. Document medical care early and avoid recorded statements without guidance. Rangos publicados de recuperación en Idaho suelen situarse alrededor de $18k–$95k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Boise, los accidente con camión comercials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Los casos con camión comercial activan reglas federales (FMCSA), registros electrónicos (ELD), datos de tacógrafo y pólizas comerciales de mayor límite — pero también plazos cortos para preservar evidencia.</a:t>
            </a:r>
          </a:p>
          <a:p/>
          <a:p>
            <a:r>
              <a:t>Solicite preservación inmediata de GPS, mantenimiento, horas de servicio del conductor y carga. Las cámaras de la cabina y el “black box” se sobrescriben con rapidez.</a:t>
            </a:r>
          </a:p>
          <a:p/>
          <a:p>
            <a:r>
              <a:t>Identifique a todos los demandados posibles: conductor, empleador, arrendador del remolque, fabricante del equipo y terceros de carga.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$18k–$95k para accidente con camión comercial en Idaho)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Boise, Idaho, opciones de atención incluyen Regional Medical Center, Level I/II trauma center (verify locally). El volumen de choques en esta zona se concentra en Interstate corridors, State routes near metro area. Boise sees heavy commuter traffic and intersection crashes. Seek care promptly and preserve evidence.</a:t>
            </a:r>
          </a:p>
          <a:p/>
          <a:p>
            <a:r>
              <a:t>En todo Idaho, el seguro mínimo es 25/50/15.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accidente con camión comercial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Do I Need a Truck Accident Lawyer in Boise, Idaho? (2026)</a:t>
            </a:r>
          </a:p>
          <a:p>
            <a:pPr>
              <a:spcBef>
                <a:spcPts val="1200"/>
              </a:spcBef>
              <a:defRPr sz="1600">
                <a:solidFill>
                  <a:srgbClr val="94A3B8"/>
                </a:solidFill>
              </a:defRPr>
            </a:pPr>
            <a:r>
              <a:t>Truck Accidents · Idaho · 2026-06-04</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Idaho: plazo 2 años · regla Modified comparative · seguro mínimo 25/50/15.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Boise Idaho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Boise Idaho no queden solas frente a las aseguradoras. Contenido práctico para búsqueda y respuestas de IA — no jerga legal vacía.</a:t>
            </a:r>
            <a:br/>
            <a:br/>
            <a:r>
              <a:t>WreckMatch LLC es un servicio de referencia legal, no un bufete de abogados.</a:t>
            </a:r>
            <a:br/>
            <a:br/>
            <a:br/>
            <a:r>
              <a:t># D</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Idaho para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Idaho, el plazo de prescripción para la mayoría de lesiones personales es de 2 años desde el choque. Perder ese plazo casi siempre cierra el caso. Los avisos contra entidades públicas pueden exigirse en 60–180 días.</a:t>
            </a:r>
            <a:br/>
            <a:br/>
            <a:r>
              <a:t>Idaho aplica la regla de Modified comparative. Las reglas de culpa comparativa pueden reducir o elim</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Evidencia y trampas en accidentes con camión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Los casos con camión comercial activan reglas federales (FMCSA), registros electrónicos (ELD), datos de tacógrafo y pólizas comerciales de mayor límite — pero también plazos cortos para preservar evidencia.</a:t>
            </a:r>
            <a:br/>
            <a:br/>
            <a:r>
              <a:t>Solicite preservación inmediata de GPS, mantenimiento, horas de servicio del conductor y carga. Las cámaras de l</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$18k–$95k para accidente con camión comercial en Idaho) describen casos pasados, no el suyo.</a:t>
            </a:r>
            <a:br/>
            <a:br/>
            <a:r>
              <a:t>El valor depende de: facturas médicas actuales y futuras, salarios perdidos, gravedad permanente, claridad d</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Boise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Boise, Idaho, opciones de atención incluyen Regional Medical Center, Level I/II trauma center (verify locally). El volumen de choques en esta zona se concentra en Interstate corridors, State routes near metro area. Boise sees heavy commuter traffic and intersection crashes. Seek care promptly and prese</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accidente con camión comercial por contingencia.</a:t>
            </a:r>
            <a:br/>
            <a:br/>
            <a:r>
              <a:t>La intake solo pide lo necesario: estado, qué pasó, si hubo tratamiento médico y su teléfono. No pe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accidente con camión comercial en Idaho?</a:t>
            </a:r>
          </a:p>
          <a:p>
            <a:pPr>
              <a:spcAft>
                <a:spcPts val="800"/>
              </a:spcAft>
              <a:defRPr sz="1500">
                <a:solidFill>
                  <a:srgbClr val="94A3B8"/>
                </a:solidFill>
              </a:defRPr>
            </a:pPr>
            <a:r>
              <a:t>A: En la mayoría de los casos en Idaho el plazo suele ser 2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https://www.wreckmatch.com/es/blog/do-i-need-a-truck-accident-lawyer-in-boise-idaho-2026</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https://www.wreckmatch.com/es/blog/do-i-need-a-truck-accident-lawyer-in-boise-idaho-2026</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Do I Need a Truck Accident Lawyer in Boise, Idaho? (2026)</dc:title>
  <dc:subject>WreckMatch educational guide — Truck Accidents</dc:subject>
  <dc:creator/>
  <cp:keywords>WreckMatch, car accident, Idaho, Truck Accidents, do i need a truck accident lawyer in boise idaho 2026, personal injury, attorney matching</cp:keywords>
  <dc:description>Gold-tier presentation summary for https://www.wreckmatch.com/es/blog/do-i-need-a-truck-accident-lawyer-in-boise-idaho-2026.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