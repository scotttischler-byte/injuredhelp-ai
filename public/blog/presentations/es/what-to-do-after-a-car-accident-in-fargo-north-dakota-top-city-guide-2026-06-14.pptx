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Fargo, North Dakota — Guía en español — Top City Guide (2026-06-14). Full guide: https://www.wreckmatch.com/es/blog/what-to-do-after-a-car-accident-in-fargo-north-dakota-top-city-guide-2026-06-14.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Fargo North Dakota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Fargo, North Dakota — Guía en español — Top City Guide (2026-06-14)</a:t>
            </a:r>
          </a:p>
          <a:p/>
          <a:p>
            <a:r>
              <a:t>Solo educativo — no es asesoría legal. WreckMatch LLC es un servicio de referencia legal, no un bufete. Red de más de 800 bufetes participantes.</a:t>
            </a:r>
          </a:p>
          <a:p/>
          <a:p/>
          <a:p/>
          <a:p>
            <a:r>
              <a:t>En resumen: 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Dakota, el plazo de prescripción para la mayoría de lesiones personales es de 6 años desde el choque. Perder ese plazo casi siempre cierra el caso. Los avisos contra entidades públicas pueden exigirse en 60–180 días.</a:t>
            </a:r>
          </a:p>
          <a:p/>
          <a:p>
            <a:r>
              <a:t>North Dakota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North Dakota es un estado “no-fault”: su PIP suele pagar las primeras facturas médicas sin importar la culpa. Normalmente solo puede demandar al responsable si cruza el umbral de “lesión grave” definido por la ley local. In North Dakota, deadlines and insurance rules can change how claims are handled. Document medical care early and avoid recorded statements without guidance. Rangos publicados de recuperación en North Dakota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Fargo,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North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and preserve evidence.</a:t>
            </a:r>
          </a:p>
          <a:p/>
          <a:p>
            <a:r>
              <a:t>En todo North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Fargo, North Dakota — Guía en español — Top City Guide (2026-06-14)</a:t>
            </a:r>
          </a:p>
          <a:p>
            <a:pPr>
              <a:spcBef>
                <a:spcPts val="1200"/>
              </a:spcBef>
              <a:defRPr sz="1600">
                <a:solidFill>
                  <a:srgbClr val="94A3B8"/>
                </a:solidFill>
              </a:defRPr>
            </a:pPr>
            <a:r>
              <a:t>North Dakota · North Dakota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Dakota: plazo 6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Fargo North Dakota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Fargo North Dakota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Dakota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Dakota, el plazo de prescripción para la mayoría de lesiones personales es de 6 años desde el choque. Perder ese plazo casi siempre cierra el caso. Los avisos contra entidades públicas pueden exigirse en 60–180 días.</a:t>
            </a:r>
            <a:br/>
            <a:br/>
            <a:r>
              <a:t>North Dakota aplica la regla de Modified 50%.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North Dakota)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North Dakota?</a:t>
            </a:r>
          </a:p>
          <a:p>
            <a:pPr>
              <a:spcAft>
                <a:spcPts val="800"/>
              </a:spcAft>
              <a:defRPr sz="1500">
                <a:solidFill>
                  <a:srgbClr val="94A3B8"/>
                </a:solidFill>
              </a:defRPr>
            </a:pPr>
            <a:r>
              <a:t>A: En la mayoría de los casos en North Dakota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https://www.wreckmatch.com/es/blog/what-to-do-after-a-car-accident-in-fargo-north-dakota-top-city-guide-2026-06-14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https://www.wreckmatch.com/es/blog/what-to-do-after-a-car-accident-in-fargo-north-dakota-top-city-guide-2026-06-14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Fargo, North Dakota — Guía en español — Top City Guide (2026-06-14)</dc:title>
  <dc:subject>WreckMatch educational guide — North Dakota</dc:subject>
  <dc:creator/>
  <cp:keywords>WreckMatch, car accident, North Dakota, North Dakota, what to do after a car accident in fargo north dakota top city guide 2026 06 14, personal injury, attorney matching</cp:keywords>
  <dc:description>Gold-tier presentation summary for https://www.wreckmatch.com/es/blog/what-to-do-after-a-car-accident-in-fargo-north-dakota-top-city-guide-2026-06-14.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