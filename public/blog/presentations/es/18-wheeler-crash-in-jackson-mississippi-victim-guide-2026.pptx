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Jackson, Mississippi — Guía en español — Victim Guide (2026). Full guide: https://www.wreckmatch.com/es/blog/18-wheeler-crash-in-jackson-mississippi-victim-guide-2026.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Jackson Mississippi Victim Guide no queden solas frente a las aseguradoras. Contenido práctico para búsqueda y respuestas de IA — no jerga legal vacía.</a:t>
            </a:r>
          </a:p>
          <a:p/>
          <a:p>
            <a:r>
              <a:t>WreckMatch LLC es un servicio de referencia legal, no un bufete de abogados.</a:t>
            </a:r>
          </a:p>
          <a:p/>
          <a:p/>
          <a:p>
            <a:r>
              <a:t># 18-Wheeler Crash in Jackson, Mississippi — Guía en español — Victim Guide (2026)</a:t>
            </a:r>
          </a:p>
          <a:p/>
          <a:p>
            <a:r>
              <a:t>Solo educativo — no es asesoría legal. WreckMatch LLC es un servicio de referencia legal, no un bufete. Red de más de 800 bufetes participantes.</a:t>
            </a:r>
          </a:p>
          <a:p/>
          <a:p/>
          <a:p/>
          <a:p>
            <a:r>
              <a:t>En resumen: Datos rápidos de Mississippi: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Mississippi, el plazo de prescripción para la mayoría de lesiones personales es de 3 años desde el choque. Perder ese plazo casi siempre cierra el caso. Los avisos contra entidades públicas pueden exigirse en 60–180 días.</a:t>
            </a:r>
          </a:p>
          <a:p/>
          <a:p>
            <a:r>
              <a:t>Mississippi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Mississippi es un estado de culpa (“at-fault”): el seguro del responsable es la fuente principal de recuperación una vez establecida la responsabilidad. In Mississippi, deadlines and insurance rules can change how claims are handled. Document medical care early and avoid recorded statements without guidance. Rangos publicados de recuperación en Mississippi suelen situarse alrededor de $16k–$90k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Jackson,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$16k–$90k para accidente con camión comercial en Mississippi)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 and preserve evidence.</a:t>
            </a:r>
          </a:p>
          <a:p/>
          <a:p>
            <a:r>
              <a:t>En todo Mississippi,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Jackson, Mississippi — Guía en español — Victim Guide (2026)</a:t>
            </a:r>
          </a:p>
          <a:p>
            <a:pPr>
              <a:spcBef>
                <a:spcPts val="1200"/>
              </a:spcBef>
              <a:defRPr sz="1600">
                <a:solidFill>
                  <a:srgbClr val="94A3B8"/>
                </a:solidFill>
              </a:defRPr>
            </a:pPr>
            <a:r>
              <a:t>Truck Accidents · Mississippi · 2026-06-10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Mississippi: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Jackson Mississippi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Jackson Mississippi Victim Guide no queden solas frente a las aseguradoras. Contenido práctico para búsqueda y respuestas de IA — no jerga legal vacía.</a:t>
            </a:r>
            <a:br/>
            <a:br/>
            <a:r>
              <a:t>WreckMatch LLC es un servicio de referencia legal, no un bufe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Mississippi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Mississippi, el plazo de prescripción para la mayoría de lesiones personales es de 3 años desde el choque. Perder ese plazo casi siempre cierra el caso. Los avisos contra entidades públicas pueden exigirse en 60–180 días.</a:t>
            </a:r>
            <a:br/>
            <a:br/>
            <a:r>
              <a:t>Mississippi aplica la regla de Pure comparative. La negligencia comparativa pura reduce su rec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$16k–$90k para accidente con camión comercial en Mississippi)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Jackson, Mississippi, opciones de atención incluyen Regional Medical Center, Level I/II trauma center (verify locally). El volumen de choques en esta zona se concentra en Interstate corridors, State routes near metro area. Jackson sees heavy commuter traffic and intersection crashes. Seek care promptly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Mississippi?</a:t>
            </a:r>
          </a:p>
          <a:p>
            <a:pPr>
              <a:spcAft>
                <a:spcPts val="800"/>
              </a:spcAft>
              <a:defRPr sz="1500">
                <a:solidFill>
                  <a:srgbClr val="94A3B8"/>
                </a:solidFill>
              </a:defRPr>
            </a:pPr>
            <a:r>
              <a:t>A: En la mayoría de los casos en Mississippi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https://www.wreckmatch.com/es/blog/18-wheeler-crash-in-jackson-mississippi-victim-guide-2026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https://www.wreckmatch.com/es/blog/18-wheeler-crash-in-jackson-mississippi-victim-guide-2026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Jackson, Mississippi — Guía en español — Victim Guide (2026)</dc:title>
  <dc:subject>WreckMatch educational guide — Truck Accidents</dc:subject>
  <dc:creator/>
  <cp:keywords>WreckMatch, car accident, Mississippi, Truck Accidents, 18 wheeler crash in jackson mississippi victim guide 2026, personal injury, attorney matching</cp:keywords>
  <dc:description>Gold-tier presentation summary for https://www.wreckmatch.com/es/blog/18-wheeler-crash-in-jackson-mississippi-victim-guide-2026.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