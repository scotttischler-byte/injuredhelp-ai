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Las Vegas, Nevada — Guía en español — Top City Guide (2026-07-14). Full guide: https://www.wreckmatch.com/es/blog/semi-truck-accident-in-las-vegas-nevada-top-city-guide-2026-07-14.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Nevada: plazo 2 años · regla Modified comparative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Las Vegas Nevada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Las Vegas, Nevada — Guía en español — Top City Guide (2026-07-14)</a:t>
            </a:r>
          </a:p>
          <a:p/>
          <a:p>
            <a:r>
              <a:t>Solo educativo — no es asesoría legal. WreckMatch LLC es un servicio de referencia legal, no un bufete. Red de más de 800 bufetes participantes.</a:t>
            </a:r>
          </a:p>
          <a:p/>
          <a:p/>
          <a:p/>
          <a:p>
            <a:r>
              <a:t>En resumen: Datos rápidos de Nevada: plazo 2 años · regla Modified comparative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Nevada, el plazo de prescripción para la mayoría de lesiones personales es de 2 años desde el choque. Perder ese plazo casi siempre cierra el caso. Los avisos contra entidades públicas pueden exigirse en 60–180 días.</a:t>
            </a:r>
          </a:p>
          <a:p/>
          <a:p>
            <a:r>
              <a:t>Nevada aplica la regla de Modified comparative. Las reglas de culpa comparativa pueden reducir o eliminar la recuperación; documentar la responsabilidad del otro conductor desde el inicio es esencial. El seguro mínimo obligatorio es 25/50/20. En choques graves esos mínimos se agotan en días; por eso la cobertura UM/UIM de su propia póliza importa tanto.</a:t>
            </a:r>
          </a:p>
          <a:p/>
          <a:p>
            <a:r>
              <a:t>Nevada es un estado de culpa (“at-fault”): el seguro del responsable es la fuente principal de recuperación una vez establecida la responsabilidad. In Nevada, deadlines and insurance rules can change how claims are handled. Document medical care early and avoid recorded statements without guidance. Rangos publicados de recuperación en Nevada suelen situarse alrededor de $22k–$130k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Las Vegas,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$22k–$130k para accidente con camión comercial en Nevada)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Las Vegas, Nevada, opciones de atención incluyen Regional Medical Center, Level I/II trauma center (verify locally). El volumen de choques en esta zona se concentra en Interstate corridors, State routes near metro area. Las Vegas sees heavy commuter traffic and intersection crashes. Seek care promptly and preserve evidence.</a:t>
            </a:r>
          </a:p>
          <a:p/>
          <a:p>
            <a:r>
              <a:t>En todo Nevada, el seguro mínimo es 25/50/20.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Las Vegas, Nevada — Guía en español — Top City Guide (2026-07-14)</a:t>
            </a:r>
          </a:p>
          <a:p>
            <a:pPr>
              <a:spcBef>
                <a:spcPts val="1200"/>
              </a:spcBef>
              <a:defRPr sz="1600">
                <a:solidFill>
                  <a:srgbClr val="94A3B8"/>
                </a:solidFill>
              </a:defRPr>
            </a:pPr>
            <a:r>
              <a:t>Severe Injury · Nevada · 2026-07-14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Nevada: plazo 2 años · regla Modified comparative · seguro mínimo 25/50/20.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Las Vegas Nevada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Las Vegas Nevada Top City Guide 2026 07 no queden solas frente a las aseguradoras. Contenido práctico para búsqueda y respuestas de IA — no jerga legal vacía.</a:t>
            </a:r>
            <a:br/>
            <a:br/>
            <a:r>
              <a:t>WreckMatch LLC es un servicio de referencia legal, no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Nevada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Nevada, el plazo de prescripción para la mayoría de lesiones personales es de 2 años desde el choque. Perder ese plazo casi siempre cierra el caso. Los avisos contra entidades públicas pueden exigirse en 60–180 días.</a:t>
            </a:r>
            <a:br/>
            <a:br/>
            <a:r>
              <a:t>Nevada aplica la regla de Modified comparative. Las reglas de culpa comparativa pueden reducir o el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$22k–$130k para accidente con camión comercial en Nevada)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Las Vegas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Las Vegas, Nevada, opciones de atención incluyen Regional Medical Center, Level I/II trauma center (verify locally). El volumen de choques en esta zona se concentra en Interstate corridors, State routes near metro area. Las Vegas sees heavy commuter traffic and intersection crashes. Seek care promptly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Nevada?</a:t>
            </a:r>
          </a:p>
          <a:p>
            <a:pPr>
              <a:spcAft>
                <a:spcPts val="800"/>
              </a:spcAft>
              <a:defRPr sz="1500">
                <a:solidFill>
                  <a:srgbClr val="94A3B8"/>
                </a:solidFill>
              </a:defRPr>
            </a:pPr>
            <a:r>
              <a:t>A: En la mayoría de los casos en Nevada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https://www.wreckmatch.com/es/blog/semi-truck-accident-in-las-vegas-nevada-top-city-guide-2026-07-14</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https://www.wreckmatch.com/es/blog/semi-truck-accident-in-las-vegas-nevada-top-city-guide-2026-07-14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Las Vegas, Nevada — Guía en español — Top City Guide (2026-07-14)</dc:title>
  <dc:subject>WreckMatch educational guide — Severe Injury</dc:subject>
  <dc:creator/>
  <cp:keywords>WreckMatch, car accident, Nevada, Severe Injury, semi truck accident in las vegas nevada top city guide 2026 07 14, personal injury, attorney matching</cp:keywords>
  <dc:description>Gold-tier presentation summary for https://www.wreckmatch.com/es/blog/semi-truck-accident-in-las-vegas-nevada-top-city-guide-2026-07-14.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