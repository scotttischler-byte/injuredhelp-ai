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Lakewood, Colorado: What to Do (2026). Full guide: https://www.wreckmatch.com/es/blog/semi-truck-accident-in-lakewood-colorado-what-to-do-2026.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Lakewood Colorado What To Do no queden solas frente a las aseguradoras. Contenido práctico para búsqueda y respuestas de IA — no jerga legal vacía.</a:t>
            </a:r>
          </a:p>
          <a:p/>
          <a:p>
            <a:r>
              <a:t>WreckMatch LLC es un servicio de referencia legal, no un bufete de abogados.</a:t>
            </a:r>
          </a:p>
          <a:p/>
          <a:p/>
          <a:p>
            <a:r>
              <a:t># Semi Truck Accident in Lakewood, Colorado: What to 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Lakewood,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Lakewood, Colorado: What to Do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Lakewood Colorado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Lakewood Colorado What To Do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Lakewood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Lakewood, Colorado, opciones de atención incluyen Regional Medical Center, Level I/II trauma center (verify locally). El volumen de choques en esta zona se concentra en Interstate corridors, State routes near metro area. Lakewood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https://www.wreckmatch.com/es/blog/semi-truck-accident-in-lakewood-colorado-what-to-do-2026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https://www.wreckmatch.com/es/blog/semi-truck-accident-in-lakewood-colorado-what-to-do-2026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Lakewood, Colorado: What to Do (2026)</dc:title>
  <dc:subject>WreckMatch educational guide — Truck Accidents</dc:subject>
  <dc:creator/>
  <cp:keywords>WreckMatch, car accident, Colorado, Truck Accidents, semi truck accident in lakewood colorado what to do 2026, personal injury, attorney matching</cp:keywords>
  <dc:description>Gold-tier presentation summary for https://www.wreckmatch.com/es/blog/semi-truck-accident-in-lakewood-colorado-what-to-do-2026.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