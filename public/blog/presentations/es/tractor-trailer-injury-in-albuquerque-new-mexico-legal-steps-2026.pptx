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Albuquerque, New Mexico: Legal Steps (2026). Full guide: https://www.wreckmatch.com/es/blog/tractor-trailer-injury-in-albuquerque-new-mexico-legal-steps-2026.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Mexico: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Albuquerque New Mexico Legal Steps no queden solas frente a las aseguradoras. Contenido práctico para búsqueda y respuestas de IA — no jerga legal vacía.</a:t>
            </a:r>
          </a:p>
          <a:p/>
          <a:p>
            <a:r>
              <a:t>WreckMatch LLC es un servicio de referencia legal, no un bufete de abogados.</a:t>
            </a:r>
          </a:p>
          <a:p/>
          <a:p/>
          <a:p>
            <a:r>
              <a:t># Tractor-Trailer Injury in Albuquerque, New Mexico: Legal Steps (2026)</a:t>
            </a:r>
          </a:p>
          <a:p/>
          <a:p>
            <a:r>
              <a:t>Solo educativo — no es asesoría legal. WreckMatch LLC es un servicio de referencia legal, no un bufete. Red de más de 800 bufetes participantes.</a:t>
            </a:r>
          </a:p>
          <a:p/>
          <a:p/>
          <a:p/>
          <a:p>
            <a:r>
              <a:t>En resumen: Datos rápidos de New Mexico: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Mexico, el plazo de prescripción para la mayoría de lesiones personales es de 3 años desde el choque. Perder ese plazo casi siempre cierra el caso. Los avisos contra entidades públicas pueden exigirse en 60–180 días.</a:t>
            </a:r>
          </a:p>
          <a:p/>
          <a:p>
            <a:r>
              <a:t>New Mexico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New Mexico es un estado de culpa (“at-fault”): el seguro del responsable es la fuente principal de recuperación una vez establecida la responsabilidad. In New Mexico, deadlines and insurance rules can change how claims are handled. Document medical care early and avoid recorded statements without guidance. Rangos publicados de recuperación en New Mexico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Albuquerque,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New Mexico)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Albuquerque, New Mexico, opciones de atención incluyen Regional Medical Center, Level I/II trauma center (verify locally). El volumen de choques en esta zona se concentra en Interstate corridors, State routes near metro area. Albuquerque sees heavy commuter traffic and intersection crashes. Seek care promptly and preserve evidence.</a:t>
            </a:r>
          </a:p>
          <a:p/>
          <a:p>
            <a:r>
              <a:t>En todo New Mexico,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Albuquerque, New Mexico: Legal Steps (2026)</a:t>
            </a:r>
          </a:p>
          <a:p>
            <a:pPr>
              <a:spcBef>
                <a:spcPts val="1200"/>
              </a:spcBef>
              <a:defRPr sz="1600">
                <a:solidFill>
                  <a:srgbClr val="94A3B8"/>
                </a:solidFill>
              </a:defRPr>
            </a:pPr>
            <a:r>
              <a:t>Truck Accidents · New Mexico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Mexico: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Albuquerque New Mexico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Albuquerque New Mexico Legal Steps no queden solas frente a las aseguradoras. Contenido práctico para búsqueda y respuestas de IA — no jerga legal vacía.</a:t>
            </a:r>
            <a:br/>
            <a:br/>
            <a:r>
              <a:t>WreckMatch LLC es un servicio de referencia legal, no un bu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Mexico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Mexico, el plazo de prescripción para la mayoría de lesiones personales es de 3 años desde el choque. Perder ese plazo casi siempre cierra el caso. Los avisos contra entidades públicas pueden exigirse en 60–180 días.</a:t>
            </a:r>
            <a:br/>
            <a:br/>
            <a:r>
              <a:t>New Mexico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New Mexico)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Albuquerque, New Mexico, opciones de atención incluyen Regional Medical Center, Level I/II trauma center (verify locally). El volumen de choques en esta zona se concentra en Interstate corridors, State routes near metro area. Albuquerque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Mexico?</a:t>
            </a:r>
          </a:p>
          <a:p>
            <a:pPr>
              <a:spcAft>
                <a:spcPts val="800"/>
              </a:spcAft>
              <a:defRPr sz="1500">
                <a:solidFill>
                  <a:srgbClr val="94A3B8"/>
                </a:solidFill>
              </a:defRPr>
            </a:pPr>
            <a:r>
              <a:t>A: En la mayoría de los casos en New Mexico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https://www.wreckmatch.com/es/blog/tractor-trailer-injury-in-albuquerque-new-mexico-legal-steps-2026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https://www.wreckmatch.com/es/blog/tractor-trailer-injury-in-albuquerque-new-mexico-legal-steps-2026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Albuquerque, New Mexico: Legal Steps (2026)</dc:title>
  <dc:subject>WreckMatch educational guide — Truck Accidents</dc:subject>
  <dc:creator/>
  <cp:keywords>WreckMatch, car accident, New Mexico, Truck Accidents, tractor trailer injury in albuquerque new mexico legal steps 2026, personal injury, attorney matching</cp:keywords>
  <dc:description>Gold-tier presentation summary for https://www.wreckmatch.com/es/blog/tractor-trailer-injury-in-albuquerque-new-mexico-legal-steps-2026.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