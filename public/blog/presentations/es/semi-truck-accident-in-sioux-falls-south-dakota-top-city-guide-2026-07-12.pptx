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Sioux Falls, South Dakota — Guía en español — Top City Guide (2026-07-12). Full guide: https://www.wreckmatch.com/es/blog/semi-truck-accident-in-sioux-falls-south-dakota-top-city-guide-2026-07-12.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South Dakota: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Sioux Falls South Dakota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Sioux Falls, South Dakota — Guía en español — Top City Guide (2026-07-12)</a:t>
            </a:r>
          </a:p>
          <a:p/>
          <a:p>
            <a:r>
              <a:t>Solo educativo — no es asesoría legal. WreckMatch LLC es un servicio de referencia legal, no un bufete. Red de más de 800 bufetes participantes.</a:t>
            </a:r>
          </a:p>
          <a:p/>
          <a:p/>
          <a:p/>
          <a:p>
            <a:r>
              <a:t>En resumen: Datos rápidos de South Dakota: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South Dakota, el plazo de prescripción para la mayoría de lesiones personales es de 3 años desde el choque. Perder ese plazo casi siempre cierra el caso. Los avisos contra entidades públicas pueden exigirse en 60–180 días.</a:t>
            </a:r>
          </a:p>
          <a:p/>
          <a:p>
            <a:r>
              <a:t>South Dakota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South Dakota es un estado de culpa (“at-fault”): el seguro del responsable es la fuente principal de recuperación una vez establecida la responsabilidad. In South Dakota, deadlines and insurance rules can change how claims are handled. Document medical care early and avoid recorded statements without guidance. Rangos publicados de recuperación en South Dakota suelen situarse alrededor de $17k–$95k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Sioux Falls,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$17k–$95k para accidente con camión comercial en South Dakota)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Sioux Falls, South Dakota, opciones de atención incluyen Regional Medical Center, Level I/II trauma center (verify locally). El volumen de choques en esta zona se concentra en Interstate corridors, State routes near metro area. Sioux Falls sees heavy commuter traffic and intersection crashes. Seek care promptly and preserve evidence.</a:t>
            </a:r>
          </a:p>
          <a:p/>
          <a:p>
            <a:r>
              <a:t>En todo South Dakota,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Sioux Falls, South Dakota — Guía en español — Top City Guide (2026-07-12)</a:t>
            </a:r>
          </a:p>
          <a:p>
            <a:pPr>
              <a:spcBef>
                <a:spcPts val="1200"/>
              </a:spcBef>
              <a:defRPr sz="1600">
                <a:solidFill>
                  <a:srgbClr val="94A3B8"/>
                </a:solidFill>
              </a:defRPr>
            </a:pPr>
            <a:r>
              <a:t>Truck Accidents · South Dakota · 2026-07-12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South Dakota: plazo 3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Sioux Falls South Dakota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Sioux Falls South Dakota Top City Guide 2026 07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South Dakota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South Dakota, el plazo de prescripción para la mayoría de lesiones personales es de 3 años desde el choque. Perder ese plazo casi siempre cierra el caso. Los avisos contra entidades públicas pueden exigirse en 60–180 días.</a:t>
            </a:r>
            <a:br/>
            <a:br/>
            <a:r>
              <a:t>South Dakota aplica la regla de Modified comparative. Las reglas de culpa comparativa pueden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$17k–$95k para accidente con camión comercial en South Dakota)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Sioux Falls, South Dakota, opciones de atención incluyen Regional Medical Center, Level I/II trauma center (verify locally). El volumen de choques en esta zona se concentra en Interstate corridors, State routes near metro area. Sioux Falls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South Dakota?</a:t>
            </a:r>
          </a:p>
          <a:p>
            <a:pPr>
              <a:spcAft>
                <a:spcPts val="800"/>
              </a:spcAft>
              <a:defRPr sz="1500">
                <a:solidFill>
                  <a:srgbClr val="94A3B8"/>
                </a:solidFill>
              </a:defRPr>
            </a:pPr>
            <a:r>
              <a:t>A: En la mayoría de los casos en South Dakota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https://www.wreckmatch.com/es/blog/semi-truck-accident-in-sioux-falls-south-dakota-top-city-guide-2026-07-12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https://www.wreckmatch.com/es/blog/semi-truck-accident-in-sioux-falls-south-dakota-top-city-guide-2026-07-12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Sioux Falls, South Dakota — Guía en español — Top City Guide (2026-07-12)</dc:title>
  <dc:subject>WreckMatch educational guide — Truck Accidents</dc:subject>
  <dc:creator/>
  <cp:keywords>WreckMatch, car accident, South Dakota, Truck Accidents, semi truck accident in sioux falls south dakota top city guide 2026 07 12, personal injury, attorney matching</cp:keywords>
  <dc:description>Gold-tier presentation summary for https://www.wreckmatch.com/es/blog/semi-truck-accident-in-sioux-falls-south-dakota-top-city-guide-2026-07-12.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