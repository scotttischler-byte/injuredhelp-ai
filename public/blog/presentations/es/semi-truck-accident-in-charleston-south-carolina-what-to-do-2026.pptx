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Charleston, South Carolina: What to Do (2026). Full guide: https://www.wreckmatch.com/es/blog/semi-truck-accident-in-charleston-south-carolina-what-to-do-2026.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South Carolina: plazo 3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Charleston South Carolina What To Do no queden solas frente a las aseguradoras. Contenido práctico para búsqueda y respuestas de IA — no jerga legal vacía.</a:t>
            </a:r>
          </a:p>
          <a:p/>
          <a:p>
            <a:r>
              <a:t>WreckMatch LLC es un servicio de referencia legal, no un bufete de abogados.</a:t>
            </a:r>
          </a:p>
          <a:p/>
          <a:p/>
          <a:p>
            <a:r>
              <a:t># Semi Truck Accident in Charleston, South Carolina: What to Do (2026)</a:t>
            </a:r>
          </a:p>
          <a:p/>
          <a:p>
            <a:r>
              <a:t>Solo educativo — no es asesoría legal. WreckMatch LLC es un servicio de referencia legal, no un bufete. Red de más de 800 bufetes participantes.</a:t>
            </a:r>
          </a:p>
          <a:p/>
          <a:p/>
          <a:p/>
          <a:p>
            <a:r>
              <a:t>En resumen: Datos rápidos de South Carolina: plazo 3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South Carolina, el plazo de prescripción para la mayoría de lesiones personales es de 3 años desde el choque. Perder ese plazo casi siempre cierra el caso. Los avisos contra entidades públicas pueden exigirse en 60–180 días.</a:t>
            </a:r>
          </a:p>
          <a:p/>
          <a:p>
            <a:r>
              <a:t>South Carolina aplica la regla de Modified 51%. La negligencia comparativa modificada (umbral 51%) permite recuperar si su culpa es 50% o menos; por encima del 51% pierde el caso. El seguro mínimo obligatorio es 25/50/25. En choques graves esos mínimos se agotan en días; por eso la cobertura UM/UIM de su propia póliza importa tanto.</a:t>
            </a:r>
          </a:p>
          <a:p/>
          <a:p>
            <a:r>
              <a:t>South Carolina es un estado de culpa (“at-fault”): el seguro del responsable es la fuente principal de recuperación una vez establecida la responsabilidad. In South Carolina, deadlines and insurance rules can change how claims are handled. Document medical care early and avoid recorded statements without guidance. Rangos publicados de recuperación en South Carolina suelen situarse alrededor de $18k–$110k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Charleston,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$18k–$110k para accidente con camión comercial en South Carolina)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Charleston, South Carolina, opciones de atención incluyen Regional Medical Center, Level I/II trauma center (verify locally). El volumen de choques en esta zona se concentra en Interstate corridors, State routes near metro area. Charleston sees heavy commuter traffic and intersection crashes. Seek care promptly and preserve evidence.</a:t>
            </a:r>
          </a:p>
          <a:p/>
          <a:p>
            <a:r>
              <a:t>En todo South Carolina,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Charleston, South Carolina: What to Do (2026)</a:t>
            </a:r>
          </a:p>
          <a:p>
            <a:pPr>
              <a:spcBef>
                <a:spcPts val="1200"/>
              </a:spcBef>
              <a:defRPr sz="1600">
                <a:solidFill>
                  <a:srgbClr val="94A3B8"/>
                </a:solidFill>
              </a:defRPr>
            </a:pPr>
            <a:r>
              <a:t>Truck Accidents · South Carolina · 2026-06-02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South Carolina: plazo 3 años · regla Modified 51%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Charleston South Carolina What To 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Charleston South Carolina What To Do no queden solas frente a las aseguradoras. Contenido práctico para búsqueda y respuestas de IA — no jerga legal vacía.</a:t>
            </a:r>
            <a:br/>
            <a:br/>
            <a:r>
              <a:t>WreckMatch LLC es un servicio de referencia legal, no un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South Carolina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South Carolina, el plazo de prescripción para la mayoría de lesiones personales es de 3 años desde el choque. Perder ese plazo casi siempre cierra el caso. Los avisos contra entidades públicas pueden exigirse en 60–180 días.</a:t>
            </a:r>
            <a:br/>
            <a:br/>
            <a:r>
              <a:t>South Carolina aplica la regla de Modified 51%. La negligencia comparativa modificada (umbr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$18k–$110k para accidente con camión comercial en South Carolina) describen casos pasados, no el suyo.</a:t>
            </a:r>
            <a:br/>
            <a:br/>
            <a:r>
              <a:t>El valor depende de: facturas médicas actuales y futuras, salarios perdidos, gravedad permanente,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Charleston, South Carolina, opciones de atención incluyen Regional Medical Center, Level I/II trauma center (verify locally). El volumen de choques en esta zona se concentra en Interstate corridors, State routes near metro area. Charleston sees heavy commuter traffic and intersection crashes. Seek care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South Carolina?</a:t>
            </a:r>
          </a:p>
          <a:p>
            <a:pPr>
              <a:spcAft>
                <a:spcPts val="800"/>
              </a:spcAft>
              <a:defRPr sz="1500">
                <a:solidFill>
                  <a:srgbClr val="94A3B8"/>
                </a:solidFill>
              </a:defRPr>
            </a:pPr>
            <a:r>
              <a:t>A: En la mayoría de los casos en South Carolina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https://www.wreckmatch.com/es/blog/semi-truck-accident-in-charleston-south-carolina-what-to-do-2026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https://www.wreckmatch.com/es/blog/semi-truck-accident-in-charleston-south-carolina-what-to-do-2026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Charleston, South Carolina: What to Do (2026)</dc:title>
  <dc:subject>WreckMatch educational guide — Truck Accidents</dc:subject>
  <dc:creator/>
  <cp:keywords>WreckMatch, car accident, South Carolina, Truck Accidents, semi truck accident in charleston south carolina what to do 2026, personal injury, attorney matching</cp:keywords>
  <dc:description>Gold-tier presentation summary for https://www.wreckmatch.com/es/blog/semi-truck-accident-in-charleston-south-carolina-what-to-do-2026.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