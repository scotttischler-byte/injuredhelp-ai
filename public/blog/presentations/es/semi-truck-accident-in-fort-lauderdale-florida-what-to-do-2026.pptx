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Fort Lauderdale, Florida: What to Do (2026). Full guide: https://www.wreckmatch.com/es/blog/semi-truck-accident-in-fort-lauderdale-florida-what-to-do-2026.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Lauderdale Florida What To Do no queden solas frente a las aseguradoras. Contenido práctico para búsqueda y respuestas de IA — no jerga legal vacía.</a:t>
            </a:r>
          </a:p>
          <a:p/>
          <a:p>
            <a:r>
              <a:t>WreckMatch LLC es un servicio de referencia legal, no un bufete de abogados.</a:t>
            </a:r>
          </a:p>
          <a:p/>
          <a:p/>
          <a:p>
            <a:r>
              <a:t># Semi Truck Accident in Fort Lauderdale, Florida: What to Do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Lauderdale,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Lauderdale, Florida, opciones de atención incluyen Regional Medical Center, Level I/II trauma center (verify locally). El volumen de choques en esta zona se concentra en Interstate corridors, State routes near metro area. Fort Lauderdale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Fort Lauderdale, Florida: What to Do (2026)</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Lauderdale Florida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Lauderdale Florida What To Do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Lauderdale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Lauderdale, Florida, opciones de atención incluyen Regional Medical Center, Level I/II trauma center (verify locally). El volumen de choques en esta zona se concentra en Interstate corridors, State routes near metro area. Fort Lauderdale sees heavy commuter traffic and intersection crashes. Seek 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https://www.wreckmatch.com/es/blog/semi-truck-accident-in-fort-lauderdale-florida-what-to-do-2026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https://www.wreckmatch.com/es/blog/semi-truck-accident-in-fort-lauderdale-florida-what-to-do-2026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Fort Lauderdale, Florida: What to Do (2026)</dc:title>
  <dc:subject>WreckMatch educational guide — Truck Accidents</dc:subject>
  <dc:creator/>
  <cp:keywords>WreckMatch, car accident, Florida, Truck Accidents, semi truck accident in fort lauderdale florida what to do 2026, personal injury, attorney matching</cp:keywords>
  <dc:description>Gold-tier presentation summary for https://www.wreckmatch.com/es/blog/semi-truck-accident-in-fort-lauderdale-florida-what-to-do-2026.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