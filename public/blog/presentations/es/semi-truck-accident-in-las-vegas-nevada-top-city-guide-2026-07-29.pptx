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Las Vegas, Nevada — Guía en español — Top City Guide (2026-07-29). Full guide: https://www.wreckmatch.com/es/blog/semi-truck-accident-in-las-vegas-nevada-top-city-guide-2026-07-29.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Las Vegas Nevada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Las Vegas, Nevada — Guía en español — Top City Guide (2026-07-29)</a:t>
            </a:r>
          </a:p>
          <a:p/>
          <a:p>
            <a:r>
              <a:t>Solo educativo — no es asesoría legal. WreckMatch LLC es un servicio de referencia legal, no un bufete. Red de más de 800 bufetes participantes.</a:t>
            </a:r>
          </a:p>
          <a:p/>
          <a:p/>
          <a:p/>
          <a:p>
            <a:r>
              <a:t>En resumen: 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Nevada, el plazo de prescripción para la mayoría de lesiones personales es de 2 años desde el choque. Perder ese plazo casi siempre cierra el caso. Los avisos contra entidades públicas pueden exigirse en 60–180 días.</a:t>
            </a:r>
          </a:p>
          <a:p/>
          <a:p>
            <a:r>
              <a:t>Nevada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Nevada es un estado de culpa (“at-fault”): el seguro del responsable es la fuente principal de recuperación una vez establecida la responsabilidad. In Nevada, deadlines and insurance rules can change how claims are handled. Document medical care early and avoid recorded statements without guidance. Rangos publicados de recuperación en Nevada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Las Vegas,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accidente con camión comercial en Nevada)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and preserve evidence.</a:t>
            </a:r>
          </a:p>
          <a:p/>
          <a:p>
            <a:r>
              <a:t>En todo Nevada,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Las Vegas, Nevada — Guía en español — Top City Guide (2026-07-29)</a:t>
            </a:r>
          </a:p>
          <a:p>
            <a:pPr>
              <a:spcBef>
                <a:spcPts val="1200"/>
              </a:spcBef>
              <a:defRPr sz="1600">
                <a:solidFill>
                  <a:srgbClr val="94A3B8"/>
                </a:solidFill>
              </a:defRPr>
            </a:pPr>
            <a:r>
              <a:t>Severe Injury · Nevada · 2026-07-29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Nevada: plazo 2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Las Vegas Nevada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Las Vegas Nevada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Nevada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Nevada, el plazo de prescripción para la mayoría de lesiones personales es de 2 años desde el choque. Perder ese plazo casi siempre cierra el caso. Los avisos contra entidades públicas pueden exigirse en 60–180 días.</a:t>
            </a:r>
            <a:br/>
            <a:br/>
            <a:r>
              <a:t>Nevada aplica la regla de Modified comparative. Las reglas de culpa comparativa pueden reducir o 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accidente con camión comercial en Nevada)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Nevada?</a:t>
            </a:r>
          </a:p>
          <a:p>
            <a:pPr>
              <a:spcAft>
                <a:spcPts val="800"/>
              </a:spcAft>
              <a:defRPr sz="1500">
                <a:solidFill>
                  <a:srgbClr val="94A3B8"/>
                </a:solidFill>
              </a:defRPr>
            </a:pPr>
            <a:r>
              <a:t>A: En la mayoría de los casos en Nevada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https://www.wreckmatch.com/es/blog/semi-truck-accident-in-las-vegas-nevada-top-city-guide-2026-07-29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https://www.wreckmatch.com/es/blog/semi-truck-accident-in-las-vegas-nevada-top-city-guide-2026-07-29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Las Vegas, Nevada — Guía en español — Top City Guide (2026-07-29)</dc:title>
  <dc:subject>WreckMatch educational guide — Severe Injury</dc:subject>
  <dc:creator/>
  <cp:keywords>WreckMatch, car accident, Nevada, Severe Injury, semi truck accident in las vegas nevada top city guide 2026 07 29, personal injury, attorney matching</cp:keywords>
  <dc:description>Gold-tier presentation summary for https://www.wreckmatch.com/es/blog/semi-truck-accident-in-las-vegas-nevada-top-city-guide-2026-07-29.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