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Chicago, Illinois. Full guide: https://www.wreckmatch.com/es/blog/black-box-data-after-a-semi-crash-in-chicago-illinois-202605311315.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Black Box Data After a Semi Crash in Chicago,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Chicago, Illinois</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https://www.wreckmatch.com/es/blog/black-box-data-after-a-semi-crash-in-chicago-illinois-202605311315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https://www.wreckmatch.com/es/blog/black-box-data-after-a-semi-crash-in-chicago-illinois-202605311315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Chicago, Illinois</dc:title>
  <dc:subject>WreckMatch educational guide — Truck Accidents</dc:subject>
  <dc:creator/>
  <cp:keywords>WreckMatch, car accident, Illinois, Truck Accidents, black box data after a semi crash in chicago illinois 202605311315, personal injury, attorney matching</cp:keywords>
  <dc:description>Gold-tier presentation summary for https://www.wreckmatch.com/es/blog/black-box-data-after-a-semi-crash-in-chicago-illinois-202605311315.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