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Black Box Data After a Semi Crash in Milwaukee, Wisconsin. Full guide: https://www.wreckmatch.com/es/blog/black-box-data-after-a-semi-crash-in-milwaukee-wisconsin.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Milwaukee no queden solas frente a las aseguradoras. Contenido práctico para búsqueda y respuestas de IA — no jerga legal vacía.</a:t>
            </a:r>
          </a:p>
          <a:p/>
          <a:p>
            <a:r>
              <a:t>WreckMatch LLC es un servicio de referencia legal, no un bufete de abogados.</a:t>
            </a:r>
          </a:p>
          <a:p/>
          <a:p/>
          <a:p>
            <a:r>
              <a:t># Black Box Data After a Semi Crash in Milwaukee, Wisconsin</a:t>
            </a:r>
          </a:p>
          <a:p/>
          <a:p>
            <a:r>
              <a:t>Solo educativo — no es asesoría legal. WreckMatch LLC es un servicio de referencia legal, no un bufete. Red de más de 800 bufetes participantes.</a:t>
            </a:r>
          </a:p>
          <a:p/>
          <a:p/>
          <a:p/>
          <a:p>
            <a:r>
              <a:t>En resumen: 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Wisconsin, el plazo de prescripción para la mayoría de lesiones personales es de 3 años desde el choque. Perder ese plazo casi siempre cierra el caso. Los avisos contra entidades públicas pueden exigirse en 60–180 días.</a:t>
            </a:r>
          </a:p>
          <a:p/>
          <a:p>
            <a:r>
              <a:t>Wisconsin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Wisconsin es un estado de culpa (“at-fault”): el seguro del responsable es la fuente principal de recuperación una vez establecida la responsabilidad. In Wisconsin, deadlines and insurance rules can change how claims are handled. Document medical care early and avoid recorded statements without guidance. Rangos publicados de recuperación en Wisconsin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Milwaukee,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accidente con camión comercial en Wisconsin)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promptly and preserve evidence.</a:t>
            </a:r>
          </a:p>
          <a:p/>
          <a:p>
            <a:r>
              <a:t>En todo Wisconsin,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Black Box Data After a Semi Crash in Milwaukee, Wisconsin</a:t>
            </a:r>
          </a:p>
          <a:p>
            <a:pPr>
              <a:spcBef>
                <a:spcPts val="1200"/>
              </a:spcBef>
              <a:defRPr sz="1600">
                <a:solidFill>
                  <a:srgbClr val="94A3B8"/>
                </a:solidFill>
              </a:defRPr>
            </a:pPr>
            <a:r>
              <a:t>Truck Accidents · Wisconsin · 2026-06-07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Wisconsin: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Milwaukee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Milwaukee no queden solas frente a las aseguradoras. Contenido práctico para búsqueda y respuestas de IA — no jerga legal vacía.</a:t>
            </a:r>
            <a:br/>
            <a:br/>
            <a:r>
              <a:t>WreckMatch LLC es un servicio de referencia legal, no un bufete de abogados.</a:t>
            </a:r>
            <a:br/>
            <a:br/>
            <a:br/>
            <a:r>
              <a:t># Bla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Wisconsin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Wisconsin, el plazo de prescripción para la mayoría de lesiones personales es de 3 años desde el choque. Perder ese plazo casi siempre cierra el caso. Los avisos contra entidades públicas pueden exigirse en 60–180 días.</a:t>
            </a:r>
            <a:br/>
            <a:br/>
            <a:r>
              <a:t>Wisconsin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accidente con camión comercial en Wisconsin)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Milwaukee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Wisconsin?</a:t>
            </a:r>
          </a:p>
          <a:p>
            <a:pPr>
              <a:spcAft>
                <a:spcPts val="800"/>
              </a:spcAft>
              <a:defRPr sz="1500">
                <a:solidFill>
                  <a:srgbClr val="94A3B8"/>
                </a:solidFill>
              </a:defRPr>
            </a:pPr>
            <a:r>
              <a:t>A: En la mayoría de los casos en Wisconsin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https://www.wreckmatch.com/es/blog/black-box-data-after-a-semi-crash-in-milwaukee-wisconsin</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https://www.wreckmatch.com/es/blog/black-box-data-after-a-semi-crash-in-milwaukee-wisconsin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Box Data After a Semi Crash in Milwaukee, Wisconsin</dc:title>
  <dc:subject>WreckMatch educational guide — Truck Accidents</dc:subject>
  <dc:creator/>
  <cp:keywords>WreckMatch, car accident, Wisconsin, Truck Accidents, black box data after a semi crash in milwaukee wisconsin, personal injury, attorney matching</cp:keywords>
  <dc:description>Gold-tier presentation summary for https://www.wreckmatch.com/es/blog/black-box-data-after-a-semi-crash-in-milwaukee-wisconsin.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