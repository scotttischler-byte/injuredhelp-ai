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Anchorage, Alaska — Guía en español — Top City Guide (2026-07-26). Full guide: https://www.wreckmatch.com/es/blog/what-to-do-after-a-car-accident-in-anchorage-alaska-top-city-guide-2026-07-26.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Alaska: plazo 2 años · regla Pure comparative · seguro mínimo 50/100/25.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Anchorage Alaska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Anchorage, Alaska — Guía en español — Top City Guide (2026-07-26)</a:t>
            </a:r>
          </a:p>
          <a:p/>
          <a:p>
            <a:r>
              <a:t>Solo educativo — no es asesoría legal. WreckMatch LLC es un servicio de referencia legal, no un bufete. Red de más de 800 bufetes participantes.</a:t>
            </a:r>
          </a:p>
          <a:p/>
          <a:p/>
          <a:p/>
          <a:p>
            <a:r>
              <a:t>En resumen: Datos rápidos de Alaska: plazo 2 años · regla Pure comparative · seguro mínimo 50/100/25.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Alaska, el plazo de prescripción para la mayoría de lesiones personales es de 2 años desde el choque. Perder ese plazo casi siempre cierra el caso. Los avisos contra entidades públicas pueden exigirse en 60–180 días.</a:t>
            </a:r>
          </a:p>
          <a:p/>
          <a:p>
            <a:r>
              <a:t>Alaska aplica la regla de Pure comparative. La negligencia comparativa pura reduce su recuperación según su porcentaje de culpa, pero no la elimina por completo. El seguro mínimo obligatorio es 50/100/25. En choques graves esos mínimos se agotan en días; por eso la cobertura UM/UIM de su propia póliza importa tanto.</a:t>
            </a:r>
          </a:p>
          <a:p/>
          <a:p>
            <a:r>
              <a:t>Alaska es un estado de culpa (“at-fault”): el seguro del responsable es la fuente principal de recuperación una vez establecida la responsabilidad. In Alaska, deadlines and insurance rules can change how claims are handled. Document medical care early and avoid recorded statements without guidance. Rangos publicados de recuperación en Alaska suelen situarse alrededor de $25k–$120k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Anchorage,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$25k–$120k para situación después del choque en Alaska)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Anchorage, Alaska, opciones de atención incluyen Regional Medical Center, Level I/II trauma center (verify locally). El volumen de choques en esta zona se concentra en Interstate corridors, State routes near metro area. Anchorage sees heavy commuter traffic and intersection crashes. Seek care promptly and preserve evidence.</a:t>
            </a:r>
          </a:p>
          <a:p/>
          <a:p>
            <a:r>
              <a:t>En todo Alaska, el seguro mínimo es 50/100/25.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Anchorage, Alaska — Guía en español — Top City Guide (2026-07-26)</a:t>
            </a:r>
          </a:p>
          <a:p>
            <a:pPr>
              <a:spcBef>
                <a:spcPts val="1200"/>
              </a:spcBef>
              <a:defRPr sz="1600">
                <a:solidFill>
                  <a:srgbClr val="94A3B8"/>
                </a:solidFill>
              </a:defRPr>
            </a:pPr>
            <a:r>
              <a:t>Truck Accidents · Alaska · 2026-07-26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Alaska: plazo 2 años · regla Pure comparative · seguro mínimo 50/100/25.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Anchorage Alaska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Anchorage Alaska Top City Guide 2026 07 no queden solas frente a las aseguradoras. Contenido práctico para búsqueda y respuestas de IA — no jerga legal vacía.</a:t>
            </a:r>
            <a:br/>
            <a:br/>
            <a:r>
              <a:t>WreckMatch LLC es un servicio de referencia legal, no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Alaska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Alaska, el plazo de prescripción para la mayoría de lesiones personales es de 2 años desde el choque. Perder ese plazo casi siempre cierra el caso. Los avisos contra entidades públicas pueden exigirse en 60–180 días.</a:t>
            </a:r>
            <a:br/>
            <a:br/>
            <a:r>
              <a:t>Alaska aplica la regla de Pure comparative. La negligencia comparativa pura reduce su recuperación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$25k–$120k para situación después del choque en Alaska) describen casos pasados, no el suyo.</a:t>
            </a:r>
            <a:br/>
            <a:br/>
            <a:r>
              <a:t>El valor depende de: facturas médicas actuales y futuras, salarios perdidos, gravedad permanente, claridad 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Anchorage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Anchorage, Alaska, opciones de atención incluyen Regional Medical Center, Level I/II trauma center (verify locally). El volumen de choques en esta zona se concentra en Interstate corridors, State routes near metro area. Anchorage sees heavy commuter traffic and intersection crashes. Seek care promptly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Alaska?</a:t>
            </a:r>
          </a:p>
          <a:p>
            <a:pPr>
              <a:spcAft>
                <a:spcPts val="800"/>
              </a:spcAft>
              <a:defRPr sz="1500">
                <a:solidFill>
                  <a:srgbClr val="94A3B8"/>
                </a:solidFill>
              </a:defRPr>
            </a:pPr>
            <a:r>
              <a:t>A: En la mayoría de los casos en Alaska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https://www.wreckmatch.com/es/blog/what-to-do-after-a-car-accident-in-anchorage-alaska-top-city-guide-2026-07-26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https://www.wreckmatch.com/es/blog/what-to-do-after-a-car-accident-in-anchorage-alaska-top-city-guide-2026-07-26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Anchorage, Alaska — Guía en español — Top City Guide (2026-07-26)</dc:title>
  <dc:subject>WreckMatch educational guide — Truck Accidents</dc:subject>
  <dc:creator/>
  <cp:keywords>WreckMatch, car accident, Alaska, Truck Accidents, what to do after a car accident in anchorage alaska top city guide 2026 07 26, personal injury, attorney matching</cp:keywords>
  <dc:description>Gold-tier presentation summary for https://www.wreckmatch.com/es/blog/what-to-do-after-a-car-accident-in-anchorage-alaska-top-city-guide-2026-07-26.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