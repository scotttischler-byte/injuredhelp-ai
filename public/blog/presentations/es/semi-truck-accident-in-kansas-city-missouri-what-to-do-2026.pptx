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Semi Truck Accident in Kansas City, Missouri: What to Do (2026). Full guide: https://www.wreckmatch.com/es/blog/semi-truck-accident-in-kansas-city-missouri-what-to-do-2026.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Missouri: plazo 5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Kansas City Missouri What To Do no queden solas frente a las aseguradoras. Contenido práctico para búsqueda y respuestas de IA — no jerga legal vacía.</a:t>
            </a:r>
          </a:p>
          <a:p/>
          <a:p>
            <a:r>
              <a:t>WreckMatch LLC es un servicio de referencia legal, no un bufete de abogados.</a:t>
            </a:r>
          </a:p>
          <a:p/>
          <a:p/>
          <a:p>
            <a:r>
              <a:t># Semi Truck Accident in Kansas City, Missouri: What to Do (2026)</a:t>
            </a:r>
          </a:p>
          <a:p/>
          <a:p>
            <a:r>
              <a:t>Solo educativo — no es asesoría legal. WreckMatch LLC es un servicio de referencia legal, no un bufete. Red de más de 800 bufetes participantes.</a:t>
            </a:r>
          </a:p>
          <a:p/>
          <a:p/>
          <a:p/>
          <a:p>
            <a:r>
              <a:t>En resumen: Datos rápidos de Missouri: plazo 5 años · regla Pure comparative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Missouri, el plazo de prescripción para la mayoría de lesiones personales es de 5 años desde el choque. Perder ese plazo casi siempre cierra el caso. Los avisos contra entidades públicas pueden exigirse en 60–180 días.</a:t>
            </a:r>
          </a:p>
          <a:p/>
          <a:p>
            <a:r>
              <a:t>Missouri aplica la regla de Pure comparative. La negligencia comparativa pura reduce su recuperación según su porcentaje de culpa, pero no la elimina por completo. El seguro mínimo obligatorio es 25/50/25. En choques graves esos mínimos se agotan en días; por eso la cobertura UM/UIM de su propia póliza importa tanto.</a:t>
            </a:r>
          </a:p>
          <a:p/>
          <a:p>
            <a:r>
              <a:t>Missouri es un estado de culpa (“at-fault”): el seguro del responsable es la fuente principal de recuperación una vez establecida la responsabilidad. In Missouri, deadlines and insurance rules can change how claims are handled. Document medical care early and avoid recorded statements without guidance. Rangos publicados de recuperación en Missouri suelen situarse alrededor de $19k–$115k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Kansas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$19k–$115k para accidente con camión comercial en Missouri)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Kansas City, Missouri, opciones de atención incluyen Regional Medical Center, Level I/II trauma center (verify locally). El volumen de choques en esta zona se concentra en Interstate corridors, State routes near metro area. Kansas City sees heavy commuter traffic and intersection crashes. Seek care promptly and preserve evidence.</a:t>
            </a:r>
          </a:p>
          <a:p/>
          <a:p>
            <a:r>
              <a:t>En todo Missouri,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Semi Truck Accident in Kansas City, Missouri: What to Do (2026)</a:t>
            </a:r>
          </a:p>
          <a:p>
            <a:pPr>
              <a:spcBef>
                <a:spcPts val="1200"/>
              </a:spcBef>
              <a:defRPr sz="1600">
                <a:solidFill>
                  <a:srgbClr val="94A3B8"/>
                </a:solidFill>
              </a:defRPr>
            </a:pPr>
            <a:r>
              <a:t>Truck Accidents · Missouri · 2026-05-31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Missouri: plazo 5 años · regla Pure comparative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Kansas City Missouri What To 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Kansas City Missouri What To Do no queden solas frente a las aseguradoras. Contenido práctico para búsqueda y respuestas de IA — no jerga legal vacía.</a:t>
            </a:r>
            <a:br/>
            <a:br/>
            <a:r>
              <a:t>WreckMatch LLC es un servicio de referencia legal, no un bufet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Missouri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Missouri, el plazo de prescripción para la mayoría de lesiones personales es de 5 años desde el choque. Perder ese plazo casi siempre cierra el caso. Los avisos contra entidades públicas pueden exigirse en 60–180 días.</a:t>
            </a:r>
            <a:br/>
            <a:br/>
            <a:r>
              <a:t>Missouri aplica la regla de Pure comparative. La negligencia comparativa pura reduce su recuperac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$19k–$115k para accidente con camión comercial en Missouri) describen casos pasados, no el suyo.</a:t>
            </a:r>
            <a:br/>
            <a:br/>
            <a:r>
              <a:t>El valor depende de: facturas médicas actuales y futuras, salarios perdidos, gravedad permanente, clarid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Kansas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Kansas City, Missouri, opciones de atención incluyen Regional Medical Center, Level I/II trauma center (verify locally). El volumen de choques en esta zona se concentra en Interstate corridors, State routes near metro area. Kansas City sees heavy commuter traffic and intersection crashes. Seek care pro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Missouri?</a:t>
            </a:r>
          </a:p>
          <a:p>
            <a:pPr>
              <a:spcAft>
                <a:spcPts val="800"/>
              </a:spcAft>
              <a:defRPr sz="1500">
                <a:solidFill>
                  <a:srgbClr val="94A3B8"/>
                </a:solidFill>
              </a:defRPr>
            </a:pPr>
            <a:r>
              <a:t>A: En la mayoría de los casos en Missouri el plazo suele ser 5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https://www.wreckmatch.com/es/blog/semi-truck-accident-in-kansas-city-missouri-what-to-do-2026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https://www.wreckmatch.com/es/blog/semi-truck-accident-in-kansas-city-missouri-what-to-do-2026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Semi Truck Accident in Kansas City, Missouri: What to Do (2026)</dc:title>
  <dc:subject>WreckMatch educational guide — Truck Accidents</dc:subject>
  <dc:creator/>
  <cp:keywords>WreckMatch, car accident, Missouri, Truck Accidents, semi truck accident in kansas city missouri what to do 2026, personal injury, attorney matching</cp:keywords>
  <dc:description>Gold-tier presentation summary for https://www.wreckmatch.com/es/blog/semi-truck-accident-in-kansas-city-missouri-what-to-do-2026.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