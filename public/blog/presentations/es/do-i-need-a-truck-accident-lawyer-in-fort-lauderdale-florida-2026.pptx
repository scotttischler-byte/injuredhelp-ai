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Fort Lauderdale, Florida? (2026). Full guide: https://www.wreckmatch.com/es/blog/do-i-need-a-truck-accident-lawyer-in-fort-lauderdale-florida-2026.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Lauderdale Florida no queden solas frente a las aseguradoras. Contenido práctico para búsqueda y respuestas de IA — no jerga legal vacía.</a:t>
            </a:r>
          </a:p>
          <a:p/>
          <a:p>
            <a:r>
              <a:t>WreckMatch LLC es un servicio de referencia legal, no un bufete de abogados.</a:t>
            </a:r>
          </a:p>
          <a:p/>
          <a:p/>
          <a:p>
            <a:r>
              <a:t># Do I Need a Truck Accident Lawyer in Fort Lauderdale,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Lauderdale,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Lauderdale, Florida, opciones de atención incluyen Regional Medical Center, Level I/II trauma center (verify locally). El volumen de choques en esta zona se concentra en Interstate corridors, State routes near metro area. Fort Lauderdale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Fort Lauderdale, Florida? (2026)</a:t>
            </a:r>
          </a:p>
          <a:p>
            <a:pPr>
              <a:spcBef>
                <a:spcPts val="1200"/>
              </a:spcBef>
              <a:defRPr sz="1600">
                <a:solidFill>
                  <a:srgbClr val="94A3B8"/>
                </a:solidFill>
              </a:defRPr>
            </a:pPr>
            <a:r>
              <a:t>Truck Accidents · Florida · 2026-05-29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Lauderdale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Lauderdale Florida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Lauderdale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Lauderdale, Florida, opciones de atención incluyen Regional Medical Center, Level I/II trauma center (verify locally). El volumen de choques en esta zona se concentra en Interstate corridors, State routes near metro area. Fort Lauderdale sees heavy commuter traffic and intersection crashes. Seek 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https://www.wreckmatch.com/es/blog/do-i-need-a-truck-accident-lawyer-in-fort-lauderdale-florida-2026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https://www.wreckmatch.com/es/blog/do-i-need-a-truck-accident-lawyer-in-fort-lauderdale-florida-2026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Fort Lauderdale, Florida? (2026)</dc:title>
  <dc:subject>WreckMatch educational guide — Truck Accidents</dc:subject>
  <dc:creator/>
  <cp:keywords>WreckMatch, car accident, Florida, Truck Accidents, do i need a truck accident lawyer in fort lauderdale florida 2026, personal injury, attorney matching</cp:keywords>
  <dc:description>Gold-tier presentation summary for https://www.wreckmatch.com/es/blog/do-i-need-a-truck-accident-lawyer-in-fort-lauderdale-florida-2026.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