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Spinal Cord Injury After a Crash in Mobile, Alabama (2026). Full guide: https://www.wreckmatch.com/es/blog/spinal-cord-injury-after-a-crash-in-mobile-alabama-2026.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Mobile Alabama no queden solas frente a las aseguradoras. Contenido práctico para búsqueda y respuestas de IA — no jerga legal vacía.</a:t>
            </a:r>
          </a:p>
          <a:p/>
          <a:p>
            <a:r>
              <a:t>WreckMatch LLC es un servicio de referencia legal, no un bufete de abogados.</a:t>
            </a:r>
          </a:p>
          <a:p/>
          <a:p/>
          <a:p>
            <a:r>
              <a:t># Spinal Cord Injury After a Crash in Mobile, Alabama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Mobile, los lesión de médula espinals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de médula espinal,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lesión de médula espinal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Mobile, Alabama, opciones de atención incluyen Regional Medical Center, Level I/II trauma center (verify locally). El volumen de choques en esta zona se concentra en Interstate corridors, State routes near metro area. Mobile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de médula espinal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Spinal Cord Injury After a Crash in Mobile, Alabama (2026)</a:t>
            </a:r>
          </a:p>
          <a:p>
            <a:pPr>
              <a:spcBef>
                <a:spcPts val="1200"/>
              </a:spcBef>
              <a:defRPr sz="1600">
                <a:solidFill>
                  <a:srgbClr val="94A3B8"/>
                </a:solidFill>
              </a:defRPr>
            </a:pPr>
            <a:r>
              <a:t>Severe Injury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Mobile Alabama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Mobile Alabama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de médula espinal,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lesión de médula espinal en Alabama)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Mobile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Mobile, Alabama, opciones de atención incluyen Regional Medical Center, Level I/II trauma center (verify locally). El volumen de choques en esta zona se concentra en Interstate corridors, State routes near metro area. Mobile sees heavy commuter traffic and intersection crashes. Seek care promptly and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de médula espinal por contingencia.</a:t>
            </a:r>
            <a:br/>
            <a:br/>
            <a:r>
              <a:t>La intake solo pide lo necesario: estado, qué pasó, si hubo tratamiento médico y su teléfono. No pedimos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de médula espinal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https://www.wreckmatch.com/es/blog/spinal-cord-injury-after-a-crash-in-mobile-alabama-2026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https://www.wreckmatch.com/es/blog/spinal-cord-injury-after-a-crash-in-mobile-alabama-2026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Spinal Cord Injury After a Crash in Mobile, Alabama (2026)</dc:title>
  <dc:subject>WreckMatch educational guide — Severe Injury</dc:subject>
  <dc:creator/>
  <cp:keywords>WreckMatch, car accident, Alabama, Severe Injury, spinal cord injury after a crash in mobile alabama 2026, personal injury, attorney matching</cp:keywords>
  <dc:description>Gold-tier presentation summary for https://www.wreckmatch.com/es/blog/spinal-cord-injury-after-a-crash-in-mobile-alabama-2026.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