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Omaha, Nebraska: Steps &amp; Legal Help (2026). Full guide: https://www.wreckmatch.com/es/blog/truck-accident-in-omaha-nebraska-steps-legal-help-2026.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Omaha Nebraska Steps Legal Help no queden solas frente a las aseguradoras. Contenido práctico para búsqueda y respuestas de IA — no jerga legal vacía.</a:t>
            </a:r>
          </a:p>
          <a:p/>
          <a:p>
            <a:r>
              <a:t>WreckMatch LLC es un servicio de referencia legal, no un bufete de abogados.</a:t>
            </a:r>
          </a:p>
          <a:p/>
          <a:p/>
          <a:p>
            <a:r>
              <a:t># Truck Accident in Omaha, Nebraska: Steps &amp; Legal Help (2026)</a:t>
            </a:r>
          </a:p>
          <a:p/>
          <a:p>
            <a:r>
              <a:t>Solo educativo — no es asesoría legal. WreckMatch LLC es un servicio de referencia legal, no un bufete. Red de más de 800 bufetes participantes.</a:t>
            </a:r>
          </a:p>
          <a:p/>
          <a:p/>
          <a:p/>
          <a:p>
            <a:r>
              <a:t>En resumen: Datos rápidos de Nebraska: plazo 4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Nebraska, el plazo de prescripción para la mayoría de lesiones personales es de 4 años desde el choque. Perder ese plazo casi siempre cierra el caso. Los avisos contra entidades públicas pueden exigirse en 60–180 días.</a:t>
            </a:r>
          </a:p>
          <a:p/>
          <a:p>
            <a:r>
              <a:t>Nebraska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Nebraska es un estado de culpa (“at-fault”): el seguro del responsable es la fuente principal de recuperación una vez establecida la responsabilidad. In Nebraska, deadlines and insurance rules can change how claims are handled. Document medical care early and avoid recorded statements without guidance. Rangos publicados de recuperación en Nebraska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Omaha,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Nebraska)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preserve evidence.</a:t>
            </a:r>
          </a:p>
          <a:p/>
          <a:p>
            <a:r>
              <a:t>En todo Nebraska,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Omaha, Nebraska: Steps &amp; Legal Help (2026)</a:t>
            </a:r>
          </a:p>
          <a:p>
            <a:pPr>
              <a:spcBef>
                <a:spcPts val="1200"/>
              </a:spcBef>
              <a:defRPr sz="1600">
                <a:solidFill>
                  <a:srgbClr val="94A3B8"/>
                </a:solidFill>
              </a:defRPr>
            </a:pPr>
            <a:r>
              <a:t>Truck Accidents · Nebraska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Nebraska: plazo 4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Omaha Nebraska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Omaha Nebraska Steps Legal Help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Nebraska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Nebraska, el plazo de prescripción para la mayoría de lesiones personales es de 4 años desde el choque. Perder ese plazo casi siempre cierra el caso. Los avisos contra entidades públicas pueden exigirse en 60–180 días.</a:t>
            </a:r>
            <a:br/>
            <a:br/>
            <a:r>
              <a:t>Nebraska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Nebraska)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Omaha, Nebraska, opciones de atención incluyen Regional Medical Center, Level I/II trauma center (verify locally). El volumen de choques en esta zona se concentra en Interstate corridors, State routes near metro area. Omaha sees heavy commuter traffic and intersection crashes. Seek care promptly and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Nebraska?</a:t>
            </a:r>
          </a:p>
          <a:p>
            <a:pPr>
              <a:spcAft>
                <a:spcPts val="800"/>
              </a:spcAft>
              <a:defRPr sz="1500">
                <a:solidFill>
                  <a:srgbClr val="94A3B8"/>
                </a:solidFill>
              </a:defRPr>
            </a:pPr>
            <a:r>
              <a:t>A: En la mayoría de los casos en Nebraska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https://www.wreckmatch.com/es/blog/truck-accident-in-omaha-nebraska-steps-legal-help-2026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https://www.wreckmatch.com/es/blog/truck-accident-in-omaha-nebraska-steps-legal-help-2026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Omaha, Nebraska: Steps &amp; Legal Help (2026)</dc:title>
  <dc:subject>WreckMatch educational guide — Truck Accidents</dc:subject>
  <dc:creator/>
  <cp:keywords>WreckMatch, car accident, Nebraska, Truck Accidents, truck accident in omaha nebraska steps legal help 2026, personal injury, attorney matching</cp:keywords>
  <dc:description>Gold-tier presentation summary for https://www.wreckmatch.com/es/blog/truck-accident-in-omaha-nebraska-steps-legal-help-2026.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