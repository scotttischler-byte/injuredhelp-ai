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Mobile, Alabama — Guía en español — Family Guide. Full guide: https://www.wreckmatch.com/es/blog/wrongful-death-car-accident-in-mobile-alabama-family-guide-202605311621.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Family Guide no queden solas frente a las aseguradoras. Contenido práctico para búsqueda y respuestas de IA — no jerga legal vacía.</a:t>
            </a:r>
          </a:p>
          <a:p/>
          <a:p>
            <a:r>
              <a:t>WreckMatch LLC es un servicio de referencia legal, no un bufete de abogados.</a:t>
            </a:r>
          </a:p>
          <a:p/>
          <a:p/>
          <a:p>
            <a:r>
              <a:t># Wrongful Death Car Accident in Mobile,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Mobile,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Family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Family Guide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https://www.wreckmatch.com/es/blog/wrongful-death-car-accident-in-mobile-alabama-family-guide-202605311621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https://www.wreckmatch.com/es/blog/wrongful-death-car-accident-in-mobile-alabama-family-guide-202605311621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Mobile, Alabama — Guía en español — Family Guide</dc:title>
  <dc:subject>WreckMatch educational guide — Wrongful Death</dc:subject>
  <dc:creator/>
  <cp:keywords>WreckMatch, car accident, Alabama, Wrongful Death, wrongful death car accident in mobile alabama family guide 202605311621, personal injury, attorney matching</cp:keywords>
  <dc:description>Gold-tier presentation summary for https://www.wreckmatch.com/es/blog/wrongful-death-car-accident-in-mobile-alabama-family-guide-202605311621.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