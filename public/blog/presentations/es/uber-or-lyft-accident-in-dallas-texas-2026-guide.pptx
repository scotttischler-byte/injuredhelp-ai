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Dallas, Texas (2026 Guide). Full guide: https://www.wreckmatch.com/es/blog/uber-or-lyft-accident-in-dallas-texas-2026-guide.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2026 no queden solas frente a las aseguradoras. Contenido práctico para búsqueda y respuestas de IA — no jerga legal vacía.</a:t>
            </a:r>
          </a:p>
          <a:p/>
          <a:p>
            <a:r>
              <a:t>WreckMatch LLC es un servicio de referencia legal, no un bufete de abogados.</a:t>
            </a:r>
          </a:p>
          <a:p/>
          <a:p/>
          <a:p>
            <a:r>
              <a:t># Uber or Lyft Accident in Dallas, Texas (2026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accidente de viaje compartido (Uber/Lyft)s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de viaje compartido (Uber/Lyft),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de viaje compartido (Uber/Lyft)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de viaje compartido (Uber/Lyft)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Dallas, Texas (2026 Guide)</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2026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accidente de viaje compartido (Uber/Lyft),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de viaje compartido (Uber/Lyft) en Texas)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de viaje compartido (Uber/Lyft) por contingencia.</a:t>
            </a:r>
            <a:br/>
            <a:br/>
            <a:r>
              <a:t>La intake solo pide lo necesario: estado, qué pasó, si hubo tratamiento médico y su telé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de viaje compartido (Uber/Lyft)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https://www.wreckmatch.com/es/blog/uber-or-lyft-accident-in-dallas-texas-2026-guide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https://www.wreckmatch.com/es/blog/uber-or-lyft-accident-in-dallas-texas-2026-guide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Dallas, Texas (2026 Guide)</dc:title>
  <dc:subject>WreckMatch educational guide — Texas</dc:subject>
  <dc:creator/>
  <cp:keywords>WreckMatch, car accident, Texas, Texas, uber or lyft accident in dallas texas 2026 guide, personal injury, attorney matching</cp:keywords>
  <dc:description>Gold-tier presentation summary for https://www.wreckmatch.com/es/blog/uber-or-lyft-accident-in-dallas-texas-2026-guide.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