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North Dakota Car Accident Statute of Limitations — Guía en español — Fargo (2026). Full guide: https://www.wreckmatch.com/es/blog/north-dakota-car-accident-statute-of-limitations-fargo-2026.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North Dakota no queden solas frente a las aseguradoras. Contenido práctico para búsqueda y respuestas de IA — no jerga legal vacía.</a:t>
            </a:r>
          </a:p>
          <a:p/>
          <a:p>
            <a:r>
              <a:t>WreckMatch LLC es un servicio de referencia legal, no un bufete de abogados.</a:t>
            </a:r>
          </a:p>
          <a:p/>
          <a:p/>
          <a:p>
            <a:r>
              <a:t># North Dakota Car Accident Statute of Limitations — Guía en español — Fargo (2026)</a:t>
            </a:r>
          </a:p>
          <a:p/>
          <a:p>
            <a:r>
              <a:t>Solo educativo — no es asesoría legal. WreckMatch LLC es un servicio de referencia legal, no un bufete. Red de más de 800 bufetes participantes.</a:t>
            </a:r>
          </a:p>
          <a:p/>
          <a:p/>
          <a:p/>
          <a:p>
            <a:r>
              <a:t>En resumen: 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Dakota, el plazo de prescripción para la mayoría de lesiones personales es de 6 años desde el choque. Perder ese plazo casi siempre cierra el caso. Los avisos contra entidades públicas pueden exigirse en 60–180 días.</a:t>
            </a:r>
          </a:p>
          <a:p/>
          <a:p>
            <a:r>
              <a:t>North Dakota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North Dakota es un estado “no-fault”: su PIP suele pagar las primeras facturas médicas sin importar la culpa. Normalmente solo puede demandar al responsable si cruza el umbral de “lesión grave” definido por la ley local. In North Dakota, deadlines and insurance rules can change how claims are handled. Document medical care early and avoid recorded statements without guidance. Rangos publicados de recuperación en North Dakota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Fargo, los plazo legal para demandars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plazo legal para demandar,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plazo legal para demandar en North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and preserve evidence.</a:t>
            </a:r>
          </a:p>
          <a:p/>
          <a:p>
            <a:r>
              <a:t>En todo North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plazo legal para demandar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North Dakota Car Accident Statute of Limitations — Guía en español — Fargo (2026)</a:t>
            </a:r>
          </a:p>
          <a:p>
            <a:pPr>
              <a:spcBef>
                <a:spcPts val="1200"/>
              </a:spcBef>
              <a:defRPr sz="1600">
                <a:solidFill>
                  <a:srgbClr val="94A3B8"/>
                </a:solidFill>
              </a:defRPr>
            </a:pPr>
            <a:r>
              <a:t>North Dakota · North Dakota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Dakota: plazo 6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North Dakota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North Dakota no queden solas frente a las aseguradoras. Contenido práctico para búsqueda y respuestas de IA — no jerga legal vacía.</a:t>
            </a:r>
            <a:br/>
            <a:br/>
            <a:r>
              <a:t>WreckMatch LLC es un servicio de referencia legal, no un bufete de abogados.</a:t>
            </a:r>
            <a:br/>
            <a:br/>
            <a:br/>
            <a:r>
              <a:t>#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Dakota para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Dakota, el plazo de prescripción para la mayoría de lesiones personales es de 6 años desde el choque. Perder ese plazo casi siempre cierra el caso. Los avisos contra entidades públicas pueden exigirse en 60–180 días.</a:t>
            </a:r>
            <a:br/>
            <a:br/>
            <a:r>
              <a:t>North Dakota aplica la regla de Modified 50%.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plazo legal para demandar,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plazo legal para demandar en North Dakota)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plazo legal para demandar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plazo legal para demandar en North Dakota?</a:t>
            </a:r>
          </a:p>
          <a:p>
            <a:pPr>
              <a:spcAft>
                <a:spcPts val="800"/>
              </a:spcAft>
              <a:defRPr sz="1500">
                <a:solidFill>
                  <a:srgbClr val="94A3B8"/>
                </a:solidFill>
              </a:defRPr>
            </a:pPr>
            <a:r>
              <a:t>A: En la mayoría de los casos en North Dakota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https://www.wreckmatch.com/es/blog/north-dakota-car-accident-statute-of-limitations-fargo-2026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https://www.wreckmatch.com/es/blog/north-dakota-car-accident-statute-of-limitations-fargo-2026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North Dakota Car Accident Statute of Limitations — Guía en español — Fargo (2026)</dc:title>
  <dc:subject>WreckMatch educational guide — North Dakota</dc:subject>
  <dc:creator/>
  <cp:keywords>WreckMatch, car accident, North Dakota, North Dakota, north dakota car accident statute of limitations fargo 2026, personal injury, attorney matching</cp:keywords>
  <dc:description>Gold-tier presentation summary for https://www.wreckmatch.com/es/blog/north-dakota-car-accident-statute-of-limitations-fargo-2026.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