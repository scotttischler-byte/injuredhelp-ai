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Chicago, Illinois — Guía en español — Top City Guide (2026-06-17). Full guide: https://www.wreckmatch.com/es/blog/semi-truck-accident-in-chicago-illinois-top-city-guide-2026-06-17.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Chicago Illinois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Chicago, Illinois — Guía en español — Top City Guide (2026-06-17)</a:t>
            </a:r>
          </a:p>
          <a:p/>
          <a:p>
            <a:r>
              <a:t>Solo educativo — no es asesoría legal. WreckMatch LLC es un servicio de referencia legal, no un bufete. Red de más de 800 bufetes participantes.</a:t>
            </a:r>
          </a:p>
          <a:p/>
          <a:p/>
          <a:p/>
          <a:p>
            <a:r>
              <a:t>En resumen: Datos rápidos de Illinois: plazo 2 años · regla Modified 50%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Illinois, el plazo de prescripción para la mayoría de lesiones personales es de 2 años desde el choque. Perder ese plazo casi siempre cierra el caso. Los avisos contra entidades públicas pueden exigirse en 60–180 días.</a:t>
            </a:r>
          </a:p>
          <a:p/>
          <a:p>
            <a:r>
              <a:t>Illinois aplica la regla de Modified 50%. La negligencia comparativa modificada (umbral 50%) reduce su recuperación y puede bloquearla si su culpa llega al 50% o más. El seguro mínimo obligatorio es 25/50/20. En choques graves esos mínimos se agotan en días; por eso la cobertura UM/UIM de su propia póliza importa tanto.</a:t>
            </a:r>
          </a:p>
          <a:p/>
          <a:p>
            <a:r>
              <a:t>Illinois es un estado de culpa (“at-fault”): el seguro del responsable es la fuente principal de recuperación una vez establecida la responsabilidad. In Illinois, deadlines and insurance rules can change how claims are handled. Document medical care early and avoid recorded statements without guidance. Rangos publicados de recuperación en Illinois suelen situarse alrededor de $22k–$160k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Chicago,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$22k–$160k para accidente con camión comercial en Illinois)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and preserve evidence.</a:t>
            </a:r>
          </a:p>
          <a:p/>
          <a:p>
            <a:r>
              <a:t>En todo Illinois,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Chicago, Illinois — Guía en español — Top City Guide (2026-06-17)</a:t>
            </a:r>
          </a:p>
          <a:p>
            <a:pPr>
              <a:spcBef>
                <a:spcPts val="1200"/>
              </a:spcBef>
              <a:defRPr sz="1600">
                <a:solidFill>
                  <a:srgbClr val="94A3B8"/>
                </a:solidFill>
              </a:defRPr>
            </a:pPr>
            <a:r>
              <a:t>Truck Accidents · Illinois · 2026-06-17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Illinois: plazo 2 años · regla Modified 50%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Chicago Illinois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Chicago Illinois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Illinois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Illinois, el plazo de prescripción para la mayoría de lesiones personales es de 2 años desde el choque. Perder ese plazo casi siempre cierra el caso. Los avisos contra entidades públicas pueden exigirse en 60–180 días.</a:t>
            </a:r>
            <a:br/>
            <a:br/>
            <a:r>
              <a:t>Illinois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$22k–$160k para accidente con camión comercial en Illinois)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Chicago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Chicago, Illinois, opciones de atención incluyen Regional Medical Center, Level I/II trauma center (verify locally). El volumen de choques en esta zona se concentra en Interstate corridors, State routes near metro area. Chicago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Illinois?</a:t>
            </a:r>
          </a:p>
          <a:p>
            <a:pPr>
              <a:spcAft>
                <a:spcPts val="800"/>
              </a:spcAft>
              <a:defRPr sz="1500">
                <a:solidFill>
                  <a:srgbClr val="94A3B8"/>
                </a:solidFill>
              </a:defRPr>
            </a:pPr>
            <a:r>
              <a:t>A: En la mayoría de los casos en Illinois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https://www.wreckmatch.com/es/blog/semi-truck-accident-in-chicago-illinois-top-city-guide-2026-06-17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https://www.wreckmatch.com/es/blog/semi-truck-accident-in-chicago-illinois-top-city-guide-2026-06-17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Chicago, Illinois — Guía en español — Top City Guide (2026-06-17)</dc:title>
  <dc:subject>WreckMatch educational guide — Truck Accidents</dc:subject>
  <dc:creator/>
  <cp:keywords>WreckMatch, car accident, Illinois, Truck Accidents, semi truck accident in chicago illinois top city guide 2026 06 17, personal injury, attorney matching</cp:keywords>
  <dc:description>Gold-tier presentation summary for https://www.wreckmatch.com/es/blog/semi-truck-accident-in-chicago-illinois-top-city-guide-2026-06-17.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