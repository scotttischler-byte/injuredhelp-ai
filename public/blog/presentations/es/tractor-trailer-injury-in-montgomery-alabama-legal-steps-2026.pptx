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Montgomery, Alabama: Legal Steps (2026). Full guide: https://www.wreckmatch.com/es/blog/tractor-trailer-injury-in-montgomery-alabama-legal-steps-2026.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Legal Steps no queden solas frente a las aseguradoras. Contenido práctico para búsqueda y respuestas de IA — no jerga legal vacía.</a:t>
            </a:r>
          </a:p>
          <a:p/>
          <a:p>
            <a:r>
              <a:t>WreckMatch LLC es un servicio de referencia legal, no un bufete de abogados.</a:t>
            </a:r>
          </a:p>
          <a:p/>
          <a:p/>
          <a:p>
            <a:r>
              <a:t># Tractor-Trailer Injury in Montgomery,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Montgomery,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https://www.wreckmatch.com/es/blog/tractor-trailer-injury-in-montgomery-alabama-legal-steps-2026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https://www.wreckmatch.com/es/blog/tractor-trailer-injury-in-montgomery-alabama-legal-steps-2026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Montgomery, Alabama: Legal Steps (2026)</dc:title>
  <dc:subject>WreckMatch educational guide — Truck Accidents</dc:subject>
  <dc:creator/>
  <cp:keywords>WreckMatch, car accident, Alabama, Truck Accidents, tractor trailer injury in montgomery alabama legal steps 2026, personal injury, attorney matching</cp:keywords>
  <dc:description>Gold-tier presentation summary for https://www.wreckmatch.com/es/blog/tractor-trailer-injury-in-montgomery-alabama-legal-steps-2026.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