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Albuquerque, New Mexico — Guía en español — Top City Guide (2026-06-21). Full guide: https://www.wreckmatch.com/es/blog/what-to-do-after-a-car-accident-in-albuquerque-new-mexico-top-city-guide-2026-06-21.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New Mexico: plazo 3 años · regla Pure comparative · seguro mínimo 25/50/10.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Albuquerque New Mexico Top City Guide 2026 06 no queden solas frente a las aseguradoras. Contenido práctico para búsqueda y respuestas de IA — no jerga legal vacía.</a:t>
            </a:r>
          </a:p>
          <a:p/>
          <a:p>
            <a:r>
              <a:t>WreckMatch LLC es un servicio de referencia legal, no un bufete de abogados.</a:t>
            </a:r>
          </a:p>
          <a:p/>
          <a:p/>
          <a:p>
            <a:r>
              <a:t># What to Do After a Car Accident in Albuquerque, New Mexico — Guía en español — Top City Guide (2026-06-21)</a:t>
            </a:r>
          </a:p>
          <a:p/>
          <a:p>
            <a:r>
              <a:t>Solo educativo — no es asesoría legal. WreckMatch LLC es un servicio de referencia legal, no un bufete. Red de más de 800 bufetes participantes.</a:t>
            </a:r>
          </a:p>
          <a:p/>
          <a:p/>
          <a:p/>
          <a:p>
            <a:r>
              <a:t>En resumen: Datos rápidos de New Mexico: plazo 3 años · regla Pure comparative · seguro mínimo 25/50/10.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New Mexico, el plazo de prescripción para la mayoría de lesiones personales es de 3 años desde el choque. Perder ese plazo casi siempre cierra el caso. Los avisos contra entidades públicas pueden exigirse en 60–180 días.</a:t>
            </a:r>
          </a:p>
          <a:p/>
          <a:p>
            <a:r>
              <a:t>New Mexico aplica la regla de Pure comparative. La negligencia comparativa pura reduce su recuperación según su porcentaje de culpa, pero no la elimina por completo. El seguro mínimo obligatorio es 25/50/10. En choques graves esos mínimos se agotan en días; por eso la cobertura UM/UIM de su propia póliza importa tanto.</a:t>
            </a:r>
          </a:p>
          <a:p/>
          <a:p>
            <a:r>
              <a:t>New Mexico es un estado de culpa (“at-fault”): el seguro del responsable es la fuente principal de recuperación una vez establecida la responsabilidad. In New Mexico, deadlines and insurance rules can change how claims are handled. Document medical care early and avoid recorded statements without guidance. Rangos publicados de recuperación en New Mexico suelen situarse alrededor de $18k–$100k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Albuquerque,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$18k–$100k para situación después del choque en New Mexico)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Albuquerque, New Mexico, opciones de atención incluyen Regional Medical Center, Level I/II trauma center (verify locally). El volumen de choques en esta zona se concentra en Interstate corridors, State routes near metro area. Albuquerque sees heavy commuter traffic and intersection crashes. Seek care promptly and preserve evidence.</a:t>
            </a:r>
          </a:p>
          <a:p/>
          <a:p>
            <a:r>
              <a:t>En todo New Mexico, el seguro mínimo es 25/50/10.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Albuquerque, New Mexico — Guía en español — Top City Guide (2026-06-21)</a:t>
            </a:r>
          </a:p>
          <a:p>
            <a:pPr>
              <a:spcBef>
                <a:spcPts val="1200"/>
              </a:spcBef>
              <a:defRPr sz="1600">
                <a:solidFill>
                  <a:srgbClr val="94A3B8"/>
                </a:solidFill>
              </a:defRPr>
            </a:pPr>
            <a:r>
              <a:t>Truck Accidents · New Mexico · 2026-06-21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New Mexico: plazo 3 años · regla Pure comparative · seguro mínimo 25/50/10.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Albuquerque New Mexico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Albuquerque New Mexico Top City Guide 2026 06 no queden solas frente a las aseguradoras. Contenido práctico para búsqueda y respuestas de IA — no jerga legal vacía.</a:t>
            </a:r>
            <a:br/>
            <a:br/>
            <a:r>
              <a:t>WreckMatch LLC es un servicio de referencia lega</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New Mexico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New Mexico, el plazo de prescripción para la mayoría de lesiones personales es de 3 años desde el choque. Perder ese plazo casi siempre cierra el caso. Los avisos contra entidades públicas pueden exigirse en 60–180 días.</a:t>
            </a:r>
            <a:br/>
            <a:br/>
            <a:r>
              <a:t>New Mexico aplica la regla de Pure comparative. La negligencia comparativa pura reduce su recup</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$18k–$100k para situación después del choque en New Mexico) describen casos pasados, no el suyo.</a:t>
            </a:r>
            <a:br/>
            <a:br/>
            <a:r>
              <a:t>El valor depende de: facturas médicas actuales y futuras, salarios perdidos, gravedad permanente, clarid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Albuquerque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Albuquerque, New Mexico, opciones de atención incluyen Regional Medical Center, Level I/II trauma center (verify locally). El volumen de choques en esta zona se concentra en Interstate corridors, State routes near metro area. Albuquerque sees heavy commuter traffic and intersection crashes. Seek care p</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New Mexico?</a:t>
            </a:r>
          </a:p>
          <a:p>
            <a:pPr>
              <a:spcAft>
                <a:spcPts val="800"/>
              </a:spcAft>
              <a:defRPr sz="1500">
                <a:solidFill>
                  <a:srgbClr val="94A3B8"/>
                </a:solidFill>
              </a:defRPr>
            </a:pPr>
            <a:r>
              <a:t>A: En la mayoría de los casos en New Mexico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https://www.wreckmatch.com/es/blog/what-to-do-after-a-car-accident-in-albuquerque-new-mexico-top-city-guide-2026-06-21</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https://www.wreckmatch.com/es/blog/what-to-do-after-a-car-accident-in-albuquerque-new-mexico-top-city-guide-2026-06-21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Albuquerque, New Mexico — Guía en español — Top City Guide (2026-06-21)</dc:title>
  <dc:subject>WreckMatch educational guide — Truck Accidents</dc:subject>
  <dc:creator/>
  <cp:keywords>WreckMatch, car accident, New Mexico, Truck Accidents, what to do after a car accident in albuquerque new mexico top city guide 2026 06 21, personal injury, attorney matching</cp:keywords>
  <dc:description>Gold-tier presentation summary for https://www.wreckmatch.com/es/blog/what-to-do-after-a-car-accident-in-albuquerque-new-mexico-top-city-guide-2026-06-21.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