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7 Costly Car Accident Mistakes in Fort Worth, Texas (2026). Full guide: https://www.wreckmatch.com/es/blog/7-costly-car-accident-mistakes-in-fort-worth-texas-2026.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Fort Worth Texas no queden solas frente a las aseguradoras. Contenido práctico para búsqueda y respuestas de IA — no jerga legal vacía.</a:t>
            </a:r>
          </a:p>
          <a:p/>
          <a:p>
            <a:r>
              <a:t>WreckMatch LLC es un servicio de referencia legal, no un bufete de abogados.</a:t>
            </a:r>
          </a:p>
          <a:p/>
          <a:p/>
          <a:p>
            <a:r>
              <a:t># 7 Costly Car Accident Mistakes in Fort Worth, Texas (2026)</a:t>
            </a:r>
          </a:p>
          <a:p/>
          <a:p>
            <a:r>
              <a:t>Solo educativo — no es asesoría legal. WreckMatch LLC es un servicio de referencia legal, no un bufete. Red de más de 800 bufetes participantes.</a:t>
            </a:r>
          </a:p>
          <a:p/>
          <a:p/>
          <a:p/>
          <a:p>
            <a:r>
              <a:t>En resumen: 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Texas, el plazo de prescripción para la mayoría de lesiones personales es de 2 años desde el choque. Perder ese plazo casi siempre cierra el caso. Los avisos contra entidades públicas pueden exigirse en 60–180 días.</a:t>
            </a:r>
          </a:p>
          <a:p/>
          <a:p>
            <a:r>
              <a:t>Texas aplica la regla de Modified 51%. La negligencia comparativa modificada (umbral 51%) permite recuperar si su culpa es 50% o menos; por encima del 51% pierde el caso. El seguro mínimo obligatorio es 30/60/25. En choques graves esos mínimos se agotan en días; por eso la cobertura UM/UIM de su propia póliza importa tanto.</a:t>
            </a:r>
          </a:p>
          <a:p/>
          <a:p>
            <a:r>
              <a:t>Texas es un estado de culpa (“at-fault”): el seguro del responsable es la fuente principal de recuperación una vez establecida la responsabilidad. In Texas, deadlines and insurance rules can change how claims are handled. Document medical care early and avoid recorded statements without guidance. Rangos publicados de recuperación en Texas suelen situarse alrededor de $22k–$180k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Fort Worth, los accidente automovilísticos frecuentes ocurren cerca de I-35W y I-30; centros con trauma incluyen JPS Hospital y Texas Health Harris Methodist Fort Worth.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“autorización médica” amplia sin abogado.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Huecos de tratamiento mayores a 30 días, declaraciones grabadas sin abogado, publicaciones en redes que contradicen la gravedad documentada, cambiar de médico sin transferir notas y aceptar ofertas “finales” en las primeras semanas comprimen el valor.</a:t>
            </a:r>
          </a:p>
          <a:p/>
          <a:p>
            <a:r>
              <a:t>La protección en los primeros 60 días es sobre todo disciplina: trate de forma constante, no publique actividades conflictivas, no hable con la aseguradora del otro sin abogado y no firme liberaciones.</a:t>
            </a:r>
          </a:p>
          <a:p/>
          <a:p>
            <a:r>
              <a:t>Estas tácticas no son accidentales: el trabajo del ajustador es cerrar el reclamo al menor costo defendible. Conocer el guion es gran parte de la defensa.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$22k–$180k para accidente automovilístico en Texas)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Fort Worth, Texas, opciones de atención incluyen JPS Hospital, Texas Health Harris Methodist Fort Worth. El volumen de choques en esta zona se concentra en I-35W, I-30, Loop 820. Fort Worth and Tarrant County report significant annual crash volume. I-35W merge zones with Dallas create complex claims — get medical care and legal review early.</a:t>
            </a:r>
          </a:p>
          <a:p/>
          <a:p>
            <a:r>
              <a:t>En todo Texas,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automovilístico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7 Costly Car Accident Mistakes in Fort Worth, Texas (2026)</a:t>
            </a:r>
          </a:p>
          <a:p>
            <a:pPr>
              <a:spcBef>
                <a:spcPts val="1200"/>
              </a:spcBef>
              <a:defRPr sz="1600">
                <a:solidFill>
                  <a:srgbClr val="94A3B8"/>
                </a:solidFill>
              </a:defRPr>
            </a:pPr>
            <a:r>
              <a:t>Texas · Texas · 2026-05-25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Texas: plazo 2 años · regla Modified 51%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Fort Worth Texas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Fort Worth Texas no queden solas frente a las aseguradoras. Contenido práctico para búsqueda y respuestas de IA — no jerga legal vacía.</a:t>
            </a:r>
            <a:br/>
            <a:br/>
            <a:r>
              <a:t>WreckMatch LLC es un servicio de referencia legal, no un bufete de abogados.</a:t>
            </a:r>
            <a:b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Texas para accidente automovilístico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Texas, el plazo de prescripción para la mayoría de lesiones personales es de 2 años desde el choque. Perder ese plazo casi siempre cierra el caso. Los avisos contra entidades públicas pueden exigirse en 60–180 días.</a:t>
            </a:r>
            <a:br/>
            <a:br/>
            <a:r>
              <a:t>Texas aplica la regla de Modified 51%. La negligencia comparativa modificada (umbral 51%) permite 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automovilístico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Errores comunes que reducen el valor del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Huecos de tratamiento mayores a 30 días, declaraciones grabadas sin abogado, publicaciones en redes que contradicen la gravedad documentada, cambiar de médico sin transferir notas y aceptar ofertas “finales” en las primeras semanas comprimen el valor.</a:t>
            </a:r>
            <a:br/>
            <a:br/>
            <a:r>
              <a:t>La protección en los primeros 60 días es sobre todo disciplina: tra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$22k–$180k para accidente automovilístico en Texas) describen casos pasados, no el suyo.</a:t>
            </a:r>
            <a:br/>
            <a:br/>
            <a:r>
              <a:t>El valor depende de: facturas médicas actuales y futuras, salarios perdidos, gravedad permanente, claridad de cu</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Fort Worth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Fort Worth, Texas, opciones de atención incluyen JPS Hospital, Texas Health Harris Methodist Fort Worth. El volumen de choques en esta zona se concentra en I-35W, I-30, Loop 820. Fort Worth and Tarrant County report significant annual crash volume. I-35W merge zones with Dallas create complex claims —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automovilístico por contingencia.</a:t>
            </a:r>
            <a:br/>
            <a:br/>
            <a:r>
              <a:t>La intake solo pide lo necesario: estado, qué pasó, si hubo tratamiento médico y su teléfono. No pedimos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automovilístico en Texas?</a:t>
            </a:r>
          </a:p>
          <a:p>
            <a:pPr>
              <a:spcAft>
                <a:spcPts val="800"/>
              </a:spcAft>
              <a:defRPr sz="1500">
                <a:solidFill>
                  <a:srgbClr val="94A3B8"/>
                </a:solidFill>
              </a:defRPr>
            </a:pPr>
            <a:r>
              <a:t>A: En la mayoría de los casos en Texas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https://www.wreckmatch.com/es/blog/7-costly-car-accident-mistakes-in-fort-worth-texas-2026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https://www.wreckmatch.com/es/blog/7-costly-car-accident-mistakes-in-fort-worth-texas-2026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7 Costly Car Accident Mistakes in Fort Worth, Texas (2026)</dc:title>
  <dc:subject>WreckMatch educational guide — Texas</dc:subject>
  <dc:creator/>
  <cp:keywords>WreckMatch, car accident, Texas, Texas, 7 costly car accident mistakes in fort worth texas 2026, personal injury, attorney matching</cp:keywords>
  <dc:description>Gold-tier presentation summary for https://www.wreckmatch.com/es/blog/7-costly-car-accident-mistakes-in-fort-worth-texas-2026.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