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Miami, Florida — Guía en español — What to Know (2026). Full guide: https://www.wreckmatch.com/es/blog/whiplash-after-a-car-accident-in-miami-florida-what-to-know-2026.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Miami, Florida — Guía en español — What to Know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latigazo cervical y lesión de tejidos blandos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Miami, Florida — Guía en español — What to Know (2026)</a:t>
            </a:r>
          </a:p>
          <a:p>
            <a:pPr>
              <a:spcBef>
                <a:spcPts val="1200"/>
              </a:spcBef>
              <a:defRPr sz="1600">
                <a:solidFill>
                  <a:srgbClr val="94A3B8"/>
                </a:solidFill>
              </a:defRPr>
            </a:pPr>
            <a:r>
              <a:t>Florida · Florida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What To Know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latigazo cervical y lesión de tejidos blandos en Florida) describen casos pasados, no el suyo.</a:t>
            </a:r>
            <a:br/>
            <a:br/>
            <a:r>
              <a:t>El valor depende de: facturas médicas actuales y futuras, salarios perdidos, gravedad perm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https://www.wreckmatch.com/es/blog/whiplash-after-a-car-accident-in-miami-florida-what-to-know-2026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https://www.wreckmatch.com/es/blog/whiplash-after-a-car-accident-in-miami-florida-what-to-know-2026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Miami, Florida — Guía en español — What to Know (2026)</dc:title>
  <dc:subject>WreckMatch educational guide — Florida</dc:subject>
  <dc:creator/>
  <cp:keywords>WreckMatch, car accident, Florida, Florida, whiplash after a car accident in miami florida what to know 2026, personal injury, attorney matching</cp:keywords>
  <dc:description>Gold-tier presentation summary for https://www.wreckmatch.com/es/blog/whiplash-after-a-car-accident-in-miami-florida-what-to-know-2026.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