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Phoenix, Arizona — Guía en español — Victim Guide (2026). Full guide: https://www.wreckmatch.com/es/blog/18-wheeler-crash-in-phoenix-arizona-victim-guide-2026.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Arizona: plazo 2 años · regla Pure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Phoenix Arizona Victim Guide no queden solas frente a las aseguradoras. Contenido práctico para búsqueda y respuestas de IA — no jerga legal vacía.</a:t>
            </a:r>
          </a:p>
          <a:p/>
          <a:p>
            <a:r>
              <a:t>WreckMatch LLC es un servicio de referencia legal, no un bufete de abogados.</a:t>
            </a:r>
          </a:p>
          <a:p/>
          <a:p/>
          <a:p>
            <a:r>
              <a:t># 18-Wheeler Crash in Phoenix, Arizona — Guía en español — Victim Guide (2026)</a:t>
            </a:r>
          </a:p>
          <a:p/>
          <a:p>
            <a:r>
              <a:t>Solo educativo — no es asesoría legal. WreckMatch LLC es un servicio de referencia legal, no un bufete. Red de más de 800 bufetes participantes.</a:t>
            </a:r>
          </a:p>
          <a:p/>
          <a:p/>
          <a:p/>
          <a:p>
            <a:r>
              <a:t>En resumen: Datos rápidos de Arizona: plazo 2 años · regla Pure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Arizona, el plazo de prescripción para la mayoría de lesiones personales es de 2 años desde el choque. Perder ese plazo casi siempre cierra el caso. Los avisos contra entidades públicas pueden exigirse en 60–180 días.</a:t>
            </a:r>
          </a:p>
          <a:p/>
          <a:p>
            <a:r>
              <a:t>Arizona aplica la regla de Pure comparative. La negligencia comparativa pura reduce su recuperación según su porcentaje de culpa, pero no la elimina por completo. El seguro mínimo obligatorio es 25/50/15. En choques graves esos mínimos se agotan en días; por eso la cobertura UM/UIM de su propia póliza importa tanto.</a:t>
            </a:r>
          </a:p>
          <a:p/>
          <a:p>
            <a:r>
              <a:t>Arizona es un estado de culpa (“at-fault”): el seguro del responsable es la fuente principal de recuperación una vez establecida la responsabilidad. In Arizona, deadlines and insurance rules can change how claims are handled. Document medical care early and avoid recorded statements without guidance. Rangos publicados de recuperación en Arizona suelen situarse alrededor de $20k–$110k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Phoenix,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$20k–$110k para accidente con camión comercial en Arizona)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 preserve evidence.</a:t>
            </a:r>
          </a:p>
          <a:p/>
          <a:p>
            <a:r>
              <a:t>En todo Arizona,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Phoenix, Arizona — Guía en español — Victim Guide (2026)</a:t>
            </a:r>
          </a:p>
          <a:p>
            <a:pPr>
              <a:spcBef>
                <a:spcPts val="1200"/>
              </a:spcBef>
              <a:defRPr sz="1600">
                <a:solidFill>
                  <a:srgbClr val="94A3B8"/>
                </a:solidFill>
              </a:defRPr>
            </a:pPr>
            <a:r>
              <a:t>Truck Accidents · Arizona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Arizona: plazo 2 años · regla Pure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Phoenix Arizona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Phoenix Arizona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Arizona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Arizona, el plazo de prescripción para la mayoría de lesiones personales es de 2 años desde el choque. Perder ese plazo casi siempre cierra el caso. Los avisos contra entidades públicas pueden exigirse en 60–180 días.</a:t>
            </a:r>
            <a:br/>
            <a:br/>
            <a:r>
              <a:t>Arizona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$20k–$110k para accidente con camión comercial en Arizona)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Arizona?</a:t>
            </a:r>
          </a:p>
          <a:p>
            <a:pPr>
              <a:spcAft>
                <a:spcPts val="800"/>
              </a:spcAft>
              <a:defRPr sz="1500">
                <a:solidFill>
                  <a:srgbClr val="94A3B8"/>
                </a:solidFill>
              </a:defRPr>
            </a:pPr>
            <a:r>
              <a:t>A: En la mayoría de los casos en Arizona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https://www.wreckmatch.com/es/blog/18-wheeler-crash-in-phoenix-arizona-victim-guide-2026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https://www.wreckmatch.com/es/blog/18-wheeler-crash-in-phoenix-arizona-victim-guide-2026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Phoenix, Arizona — Guía en español — Victim Guide (2026)</dc:title>
  <dc:subject>WreckMatch educational guide — Truck Accidents</dc:subject>
  <dc:creator/>
  <cp:keywords>WreckMatch, car accident, Arizona, Truck Accidents, 18 wheeler crash in phoenix arizona victim guide 2026, personal injury, attorney matching</cp:keywords>
  <dc:description>Gold-tier presentation summary for https://www.wreckmatch.com/es/blog/18-wheeler-crash-in-phoenix-arizona-victim-guide-2026.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