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Miami, Florida — Guía en español — Top City Guide (2026-06-19). Full guide: https://www.wreckmatch.com/es/blog/semi-truck-accident-in-miami-florida-top-city-guide-2026-06-19.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Florida: plazo 4 años · regla Pure comparative · seguro mínimo 10/20/10 (PIP required).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Miami Florida Top City Guide 2026 06 no queden solas frente a las aseguradoras. Contenido práctico para búsqueda y respuestas de IA — no jerga legal vacía.</a:t>
            </a:r>
          </a:p>
          <a:p/>
          <a:p>
            <a:r>
              <a:t>WreckMatch LLC es un servicio de referencia legal, no un bufete de abogados.</a:t>
            </a:r>
          </a:p>
          <a:p/>
          <a:p/>
          <a:p>
            <a:r>
              <a:t># Semi Truck Accident in Miami, Florida — Guía en español — Top City Guide (2026-06-19)</a:t>
            </a:r>
          </a:p>
          <a:p/>
          <a:p>
            <a:r>
              <a:t>Solo educativo — no es asesoría legal. WreckMatch LLC es un servicio de referencia legal, no un bufete. Red de más de 800 bufetes participantes.</a:t>
            </a:r>
          </a:p>
          <a:p/>
          <a:p/>
          <a:p/>
          <a:p>
            <a:r>
              <a:t>En resumen: Datos rápidos de Florida: plazo 4 años · regla Pure comparative · seguro mínimo 10/20/10 (PIP required).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Florida, el plazo de prescripción para la mayoría de lesiones personales es de 4 años desde el choque. Perder ese plazo casi siempre cierra el caso. Los avisos contra entidades públicas pueden exigirse en 60–180 días.</a:t>
            </a:r>
          </a:p>
          <a:p/>
          <a:p>
            <a:r>
              <a:t>Florida aplica la regla de Pure comparative. La negligencia comparativa pura reduce su recuperación según su porcentaje de culpa, pero no la elimina por completo. El seguro mínimo obligatorio es 10/20/10 (PIP required). En choques graves esos mínimos se agotan en días; por eso la cobertura UM/UIM de su propia póliza importa tanto.</a:t>
            </a:r>
          </a:p>
          <a:p/>
          <a:p>
            <a:r>
              <a:t>Florida es un estado “no-fault”: su PIP suele pagar las primeras facturas médicas sin importar la culpa. Normalmente solo puede demandar al responsable si cruza el umbral de “lesión grave” definido por la ley local. In Florida, deadlines and insurance rules can change how claims are handled. Document medical care early and avoid recorded statements without guidance. Rangos publicados de recuperación en Florida suelen situarse alrededor de $20k–$180k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Miami,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$20k–$180k para accidente con camión comercial en Florida)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Miami, Florida, opciones de atención incluyen Regional Medical Center, Level I/II trauma center (verify locally). El volumen de choques en esta zona se concentra en Interstate corridors, State routes near metro area. Miami sees heavy commuter traffic and intersection crashes. Seek care promptly and preserve evidence.</a:t>
            </a:r>
          </a:p>
          <a:p/>
          <a:p>
            <a:r>
              <a:t>En todo Florida, el seguro mínimo es 10/20/10 (PIP required).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Miami, Florida — Guía en español — Top City Guide (2026-06-19)</a:t>
            </a:r>
          </a:p>
          <a:p>
            <a:pPr>
              <a:spcBef>
                <a:spcPts val="1200"/>
              </a:spcBef>
              <a:defRPr sz="1600">
                <a:solidFill>
                  <a:srgbClr val="94A3B8"/>
                </a:solidFill>
              </a:defRPr>
            </a:pPr>
            <a:r>
              <a:t>Florida · Florida · 2026-06-19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Florida: plazo 4 años · regla Pure comparative · seguro mínimo 10/20/10 (PIP required).</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Miami Florida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Miami Florida Top City Guide 2026 06 no queden solas frente a las aseguradoras. Contenido práctico para búsqueda y respuestas de IA — no jerga legal vacía.</a:t>
            </a:r>
            <a:br/>
            <a:br/>
            <a:r>
              <a:t>WreckMatch LLC es un servicio de referencia legal, no un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Florida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Florida, el plazo de prescripción para la mayoría de lesiones personales es de 4 años desde el choque. Perder ese plazo casi siempre cierra el caso. Los avisos contra entidades públicas pueden exigirse en 60–180 días.</a:t>
            </a:r>
            <a:br/>
            <a:br/>
            <a:r>
              <a:t>Florida aplica la regla de Pure comparative. La negligencia comparativa pura reduce su recuperació</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$20k–$180k para accidente con camión comercial en Florida) describen casos pasados, no el suyo.</a:t>
            </a:r>
            <a:br/>
            <a:br/>
            <a:r>
              <a:t>El valor depende de: facturas médicas actuales y futuras, salarios perdidos, gravedad permanente, clarida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Miami</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Miami, Florida, opciones de atención incluyen Regional Medical Center, Level I/II trauma center (verify locally). El volumen de choques en esta zona se concentra en Interstate corridors, State routes near metro area. Miami sees heavy commuter traffic and intersection crashes. Seek care promptly and pre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Florida?</a:t>
            </a:r>
          </a:p>
          <a:p>
            <a:pPr>
              <a:spcAft>
                <a:spcPts val="800"/>
              </a:spcAft>
              <a:defRPr sz="1500">
                <a:solidFill>
                  <a:srgbClr val="94A3B8"/>
                </a:solidFill>
              </a:defRPr>
            </a:pPr>
            <a:r>
              <a:t>A: En la mayoría de los casos en Florida el plazo suele ser 4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https://www.wreckmatch.com/es/blog/semi-truck-accident-in-miami-florida-top-city-guide-2026-06-19</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https://www.wreckmatch.com/es/blog/semi-truck-accident-in-miami-florida-top-city-guide-2026-06-19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Miami, Florida — Guía en español — Top City Guide (2026-06-19)</dc:title>
  <dc:subject>WreckMatch educational guide — Florida</dc:subject>
  <dc:creator/>
  <cp:keywords>WreckMatch, car accident, Florida, Florida, semi truck accident in miami florida top city guide 2026 06 19, personal injury, attorney matching</cp:keywords>
  <dc:description>Gold-tier presentation summary for https://www.wreckmatch.com/es/blog/semi-truck-accident-in-miami-florida-top-city-guide-2026-06-19.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