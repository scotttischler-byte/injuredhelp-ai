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Albuquerque, New Mexico: Steps &amp; Legal Help (2026). Full guide: https://www.wreckmatch.com/es/blog/truck-accident-in-albuquerque-new-mexico-steps-legal-help-2026.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Albuquerque New Mexico Steps Legal Help no queden solas frente a las aseguradoras. Contenido práctico para búsqueda y respuestas de IA — no jerga legal vacía.</a:t>
            </a:r>
          </a:p>
          <a:p/>
          <a:p>
            <a:r>
              <a:t>WreckMatch LLC es un servicio de referencia legal, no un bufete de abogados.</a:t>
            </a:r>
          </a:p>
          <a:p/>
          <a:p/>
          <a:p>
            <a:r>
              <a:t># Truck Accident in Albuquerque, New Mexico: Steps &amp; Legal Help (2026)</a:t>
            </a:r>
          </a:p>
          <a:p/>
          <a:p>
            <a:r>
              <a:t>Solo educativo — no es asesoría legal. WreckMatch LLC es un servicio de referencia legal, no un bufete. Red de más de 800 bufetes participantes.</a:t>
            </a:r>
          </a:p>
          <a:p/>
          <a:p/>
          <a:p/>
          <a:p>
            <a:r>
              <a:t>En resumen: Datos rápidos de New Mexico: plazo 3 años · regla Pure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Mexico, el plazo de prescripción para la mayoría de lesiones personales es de 3 años desde el choque. Perder ese plazo casi siempre cierra el caso. Los avisos contra entidades públicas pueden exigirse en 60–180 días.</a:t>
            </a:r>
          </a:p>
          <a:p/>
          <a:p>
            <a:r>
              <a:t>New Mexico aplica la regla de Pure comparative. La negligencia comparativa pura reduce su recuperación según su porcentaje de culpa, pero no la elimina por completo. El seguro mínimo obligatorio es 25/50/10. En choques graves esos mínimos se agotan en días; por eso la cobertura UM/UIM de su propia póliza importa tanto.</a:t>
            </a:r>
          </a:p>
          <a:p/>
          <a:p>
            <a:r>
              <a:t>New Mexico es un estado de culpa (“at-fault”): el seguro del responsable es la fuente principal de recuperación una vez establecida la responsabilidad. In New Mexico, deadlines and insurance rules can change how claims are handled. Document medical care early and avoid recorded statements without guidance. Rangos publicados de recuperación en New Mexico suelen situarse alrededor de $18k–$100k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Albuquerque,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$18k–$100k para accidente con camión comercial en New Mexico)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promptly and preserve evidence.</a:t>
            </a:r>
          </a:p>
          <a:p/>
          <a:p>
            <a:r>
              <a:t>En todo New Mexico,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Albuquerque, New Mexico: Steps &amp; Legal Help (2026)</a:t>
            </a:r>
          </a:p>
          <a:p>
            <a:pPr>
              <a:spcBef>
                <a:spcPts val="1200"/>
              </a:spcBef>
              <a:defRPr sz="1600">
                <a:solidFill>
                  <a:srgbClr val="94A3B8"/>
                </a:solidFill>
              </a:defRPr>
            </a:pPr>
            <a:r>
              <a:t>Truck Accidents · New Mexico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Mexico: plazo 3 años · regla Pure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Albuquerque New Mexico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Albuquerque New Mexico Steps Legal Help no queden solas frente a las aseguradoras. Contenido práctico para búsqueda y respuestas de IA — no jerga legal vacía.</a:t>
            </a:r>
            <a:br/>
            <a:br/>
            <a:r>
              <a:t>WreckMatch LLC es un servicio de referencia legal, no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Mexico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Mexico, el plazo de prescripción para la mayoría de lesiones personales es de 3 años desde el choque. Perder ese plazo casi siempre cierra el caso. Los avisos contra entidades públicas pueden exigirse en 60–180 días.</a:t>
            </a:r>
            <a:br/>
            <a:br/>
            <a:r>
              <a:t>New Mexico aplica la regla de Pure comparative. La negligencia comparativa pura reduce su recup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$18k–$100k para accidente con camión comercial en New Mexico) describen casos pasados, no el suyo.</a:t>
            </a:r>
            <a:br/>
            <a:br/>
            <a:r>
              <a:t>El valor depende de: facturas médicas actuales y futuras, salarios perdidos, gravedad permanente, clar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Albuquerque, New Mexico, opciones de atención incluyen Regional Medical Center, Level I/II trauma center (verify locally). El volumen de choques en esta zona se concentra en Interstate corridors, State routes near metro area. Albuquerque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Mexico?</a:t>
            </a:r>
          </a:p>
          <a:p>
            <a:pPr>
              <a:spcAft>
                <a:spcPts val="800"/>
              </a:spcAft>
              <a:defRPr sz="1500">
                <a:solidFill>
                  <a:srgbClr val="94A3B8"/>
                </a:solidFill>
              </a:defRPr>
            </a:pPr>
            <a:r>
              <a:t>A: En la mayoría de los casos en New Mexico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https://www.wreckmatch.com/es/blog/truck-accident-in-albuquerque-new-mexico-steps-legal-help-2026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https://www.wreckmatch.com/es/blog/truck-accident-in-albuquerque-new-mexico-steps-legal-help-2026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Albuquerque, New Mexico: Steps &amp; Legal Help (2026)</dc:title>
  <dc:subject>WreckMatch educational guide — Truck Accidents</dc:subject>
  <dc:creator/>
  <cp:keywords>WreckMatch, car accident, New Mexico, Truck Accidents, truck accident in albuquerque new mexico steps legal help 2026, personal injury, attorney matching</cp:keywords>
  <dc:description>Gold-tier presentation summary for https://www.wreckmatch.com/es/blog/truck-accident-in-albuquerque-new-mexico-steps-legal-help-2026.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