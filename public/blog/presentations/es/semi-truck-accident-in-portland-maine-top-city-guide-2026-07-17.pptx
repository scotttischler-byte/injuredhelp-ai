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Portland, Maine — Guía en español — Top City Guide (2026-07-17). Full guide: https://www.wreckmatch.com/es/blog/semi-truck-accident-in-portland-maine-top-city-guide-2026-07-17.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Maine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Portland, Maine — Guía en español — Top City Guide (2026-07-17)</a:t>
            </a:r>
          </a:p>
          <a:p/>
          <a:p>
            <a:r>
              <a:t>Solo educativo — no es asesoría legal. WreckMatch LLC es un servicio de referencia legal, no un bufete. Red de más de 800 bufetes participantes.</a:t>
            </a:r>
          </a:p>
          <a:p/>
          <a:p/>
          <a:p/>
          <a:p>
            <a:r>
              <a:t>En resumen: 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Maine, el plazo de prescripción para la mayoría de lesiones personales es de 6 años desde el choque. Perder ese plazo casi siempre cierra el caso. Los avisos contra entidades públicas pueden exigirse en 60–180 días.</a:t>
            </a:r>
          </a:p>
          <a:p/>
          <a:p>
            <a:r>
              <a:t>Maine aplica la regla de Modified 50%. La negligencia comparativa modificada (umbral 50%) reduce su recuperación y puede bloquearla si su culpa llega al 50% o más. El seguro mínimo obligatorio es 50/100/25. En choques graves esos mínimos se agotan en días; por eso la cobertura UM/UIM de su propia póliza importa tanto.</a:t>
            </a:r>
          </a:p>
          <a:p/>
          <a:p>
            <a:r>
              <a:t>Maine es un estado de culpa (“at-fault”): el seguro del responsable es la fuente principal de recuperación una vez establecida la responsabilidad. In Maine, deadlines and insurance rules can change how claims are handled. Document medical care early and avoid recorded statements without guidance. Rangos publicados de recuperación en Maine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accidente con camión comercial en Maine)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Maine,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Portland, Maine — Guía en español — Top City Guide (2026-07-17)</a:t>
            </a:r>
          </a:p>
          <a:p>
            <a:pPr>
              <a:spcBef>
                <a:spcPts val="1200"/>
              </a:spcBef>
              <a:defRPr sz="1600">
                <a:solidFill>
                  <a:srgbClr val="94A3B8"/>
                </a:solidFill>
              </a:defRPr>
            </a:pPr>
            <a:r>
              <a:t>Maine · Maine · 2026-07-17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Maine: plazo 6 años · regla Modified 50%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Maine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Maine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Maine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Maine, el plazo de prescripción para la mayoría de lesiones personales es de 6 años desde el choque. Perder ese plazo casi siempre cierra el caso. Los avisos contra entidades públicas pueden exigirse en 60–180 días.</a:t>
            </a:r>
            <a:br/>
            <a:br/>
            <a:r>
              <a:t>Maine aplica la regla de Modified 50%. La negligencia comparativa modificada (umbral 50%) reduce su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accidente con camión comercial en Maine)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Maine?</a:t>
            </a:r>
          </a:p>
          <a:p>
            <a:pPr>
              <a:spcAft>
                <a:spcPts val="800"/>
              </a:spcAft>
              <a:defRPr sz="1500">
                <a:solidFill>
                  <a:srgbClr val="94A3B8"/>
                </a:solidFill>
              </a:defRPr>
            </a:pPr>
            <a:r>
              <a:t>A: En la mayoría de los casos en Maine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https://www.wreckmatch.com/es/blog/semi-truck-accident-in-portland-maine-top-city-guide-2026-07-17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https://www.wreckmatch.com/es/blog/semi-truck-accident-in-portland-maine-top-city-guide-2026-07-17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Portland, Maine — Guía en español — Top City Guide (2026-07-17)</dc:title>
  <dc:subject>WreckMatch educational guide — Maine</dc:subject>
  <dc:creator/>
  <cp:keywords>WreckMatch, car accident, Maine, Maine, semi truck accident in portland maine top city guide 2026 07 17, personal injury, attorney matching</cp:keywords>
  <dc:description>Gold-tier presentation summary for https://www.wreckmatch.com/es/blog/semi-truck-accident-in-portland-maine-top-city-guide-2026-07-17.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