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Truck Accident in New Orleans, Louisiana: Steps &amp; Legal Help (2026). Full guide: https://www.wreckmatch.com/es/blog/truck-accident-in-new-orleans-louisiana-steps-legal-help-2026.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Louisiana: plazo 1 año · regla Pure comparative · seguro mínimo 15/30/25.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New Orleans Louisiana Steps Legal Help no queden solas frente a las aseguradoras. Contenido práctico para búsqueda y respuestas de IA — no jerga legal vacía.</a:t>
            </a:r>
          </a:p>
          <a:p/>
          <a:p>
            <a:r>
              <a:t>WreckMatch LLC es un servicio de referencia legal, no un bufete de abogados.</a:t>
            </a:r>
          </a:p>
          <a:p/>
          <a:p/>
          <a:p>
            <a:r>
              <a:t># Truck Accident in New Orleans, Louisiana: Steps &amp; Legal Help (2026)</a:t>
            </a:r>
          </a:p>
          <a:p/>
          <a:p>
            <a:r>
              <a:t>Solo educativo — no es asesoría legal. WreckMatch LLC es un servicio de referencia legal, no un bufete. Red de más de 800 bufetes participantes.</a:t>
            </a:r>
          </a:p>
          <a:p/>
          <a:p/>
          <a:p/>
          <a:p>
            <a:r>
              <a:t>En resumen: Datos rápidos de Louisiana: plazo 1 año · regla Pure comparative · seguro mínimo 15/30/25.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Louisiana, el plazo de prescripción para la mayoría de lesiones personales es de 1 año desde el choque. Perder ese plazo casi siempre cierra el caso. Los avisos contra entidades públicas pueden exigirse en 60–180 días.</a:t>
            </a:r>
          </a:p>
          <a:p/>
          <a:p>
            <a:r>
              <a:t>Louisiana aplica la regla de Pure comparative. La negligencia comparativa pura reduce su recuperación según su porcentaje de culpa, pero no la elimina por completo. El seguro mínimo obligatorio es 15/30/25. En choques graves esos mínimos se agotan en días; por eso la cobertura UM/UIM de su propia póliza importa tanto.</a:t>
            </a:r>
          </a:p>
          <a:p/>
          <a:p>
            <a:r>
              <a:t>Louisiana es un estado de culpa (“at-fault”): el seguro del responsable es la fuente principal de recuperación una vez establecida la responsabilidad. In Louisiana, deadlines and insurance rules can change how claims are handled. Document medical care early and avoid recorded statements without guidance. Rangos publicados de recuperación en Louisiana suelen situarse alrededor de $20k–$120k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New Orleans,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$20k–$120k para accidente con camión comercial en Louisiana)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New Orleans, Louisiana, opciones de atención incluyen Regional Medical Center, Level I/II trauma center (verify locally). El volumen de choques en esta zona se concentra en Interstate corridors, State routes near metro area. New Orleans sees heavy commuter traffic and intersection crashes. Seek care promptly and preserve evidence.</a:t>
            </a:r>
          </a:p>
          <a:p/>
          <a:p>
            <a:r>
              <a:t>En todo Louisiana, el seguro mínimo es 15/30/25.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Truck Accident in New Orleans, Louisiana: Steps &amp; Legal Help (2026)</a:t>
            </a:r>
          </a:p>
          <a:p>
            <a:pPr>
              <a:spcBef>
                <a:spcPts val="1200"/>
              </a:spcBef>
              <a:defRPr sz="1600">
                <a:solidFill>
                  <a:srgbClr val="94A3B8"/>
                </a:solidFill>
              </a:defRPr>
            </a:pPr>
            <a:r>
              <a:t>Truck Accidents · Louisiana · 2026-06-08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Louisiana: plazo 1 año · regla Pure comparative · seguro mínimo 15/30/25.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New Orleans Louisiana Steps Legal Help</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New Orleans Louisiana Steps Legal Help no queden solas frente a las aseguradoras. Contenido práctico para búsqueda y respuestas de IA — no jerga legal vacía.</a:t>
            </a:r>
            <a:br/>
            <a:br/>
            <a:r>
              <a:t>WreckMatch LLC es un servicio de referencia legal, no 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Louisiana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Louisiana, el plazo de prescripción para la mayoría de lesiones personales es de 1 año desde el choque. Perder ese plazo casi siempre cierra el caso. Los avisos contra entidades públicas pueden exigirse en 60–180 días.</a:t>
            </a:r>
            <a:br/>
            <a:br/>
            <a:r>
              <a:t>Louisiana aplica la regla de Pure comparative. La negligencia comparativa pura reduce su recupera</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$20k–$120k para accidente con camión comercial en Louisiana) describen casos pasados, no el suyo.</a:t>
            </a:r>
            <a:br/>
            <a:br/>
            <a:r>
              <a:t>El valor depende de: facturas médicas actuales y futuras, salarios perdidos, gravedad permanente, clari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New Orleans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New Orleans, Louisiana, opciones de atención incluyen Regional Medical Center, Level I/II trauma center (verify locally). El volumen de choques en esta zona se concentra en Interstate corridors, State routes near metro area. New Orleans sees heavy commuter traffic and intersection crashes. Seek care pr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Louisiana?</a:t>
            </a:r>
          </a:p>
          <a:p>
            <a:pPr>
              <a:spcAft>
                <a:spcPts val="800"/>
              </a:spcAft>
              <a:defRPr sz="1500">
                <a:solidFill>
                  <a:srgbClr val="94A3B8"/>
                </a:solidFill>
              </a:defRPr>
            </a:pPr>
            <a:r>
              <a:t>A: En la mayoría de los casos en Louisiana el plazo suele ser 1 año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https://www.wreckmatch.com/es/blog/truck-accident-in-new-orleans-louisiana-steps-legal-help-2026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https://www.wreckmatch.com/es/blog/truck-accident-in-new-orleans-louisiana-steps-legal-help-2026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Truck Accident in New Orleans, Louisiana: Steps &amp; Legal Help (2026)</dc:title>
  <dc:subject>WreckMatch educational guide — Truck Accidents</dc:subject>
  <dc:creator/>
  <cp:keywords>WreckMatch, car accident, Louisiana, Truck Accidents, truck accident in new orleans louisiana steps legal help 2026, personal injury, attorney matching</cp:keywords>
  <dc:description>Gold-tier presentation summary for https://www.wreckmatch.com/es/blog/truck-accident-in-new-orleans-louisiana-steps-legal-help-2026.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