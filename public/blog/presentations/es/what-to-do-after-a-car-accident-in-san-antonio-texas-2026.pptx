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San Antonio, Texas (2026). Full guide: https://www.wreckmatch.com/es/blog/what-to-do-after-a-car-accident-in-san-antonio-texas-2026.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San Antonio Texas no queden solas frente a las aseguradoras. Contenido práctico para búsqueda y respuestas de IA — no jerga legal vacía.</a:t>
            </a:r>
          </a:p>
          <a:p/>
          <a:p>
            <a:r>
              <a:t>WreckMatch LLC es un servicio de referencia legal, no un bufete de abogados.</a:t>
            </a:r>
          </a:p>
          <a:p/>
          <a:p/>
          <a:p>
            <a:r>
              <a:t># What to Do After a Car Accident in San Antonio,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San Antonio, los situación después del choques frecuentes ocurren cerca de I-35 y Loop 410; centros con trauma incluyen University Hospital y Methodist Hospital.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 — document the scene and get medical care promptly.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San Antonio, Texas (2026)</a:t>
            </a:r>
          </a:p>
          <a:p>
            <a:pPr>
              <a:spcBef>
                <a:spcPts val="1200"/>
              </a:spcBef>
              <a:defRPr sz="1600">
                <a:solidFill>
                  <a:srgbClr val="94A3B8"/>
                </a:solidFill>
              </a:defRPr>
            </a:pPr>
            <a:r>
              <a:t>Texas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San Antonio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San Antonio Texas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San Antonio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https://www.wreckmatch.com/es/blog/what-to-do-after-a-car-accident-in-san-antonio-texas-2026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https://www.wreckmatch.com/es/blog/what-to-do-after-a-car-accident-in-san-antonio-texas-2026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San Antonio, Texas (2026)</dc:title>
  <dc:subject>WreckMatch educational guide — Texas</dc:subject>
  <dc:creator/>
  <cp:keywords>WreckMatch, car accident, Texas, Texas, what to do after a car accident in san antonio texas 2026, personal injury, attorney matching</cp:keywords>
  <dc:description>Gold-tier presentation summary for https://www.wreckmatch.com/es/blog/what-to-do-after-a-car-accident-in-san-antonio-texas-2026.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