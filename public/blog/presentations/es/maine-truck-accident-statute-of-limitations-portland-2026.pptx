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Maine Truck Accident Statute of Limitations — Guía en español — Portland (2026). Full guide: https://www.wreckmatch.com/es/blog/maine-truck-accident-statute-of-limitations-portland-2026.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Maine: plazo 6 años · regla Modified 50% · seguro mínimo 50/100/25.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Maine no queden solas frente a las aseguradoras. Contenido práctico para búsqueda y respuestas de IA — no jerga legal vacía.</a:t>
            </a:r>
          </a:p>
          <a:p/>
          <a:p>
            <a:r>
              <a:t>WreckMatch LLC es un servicio de referencia legal, no un bufete de abogados.</a:t>
            </a:r>
          </a:p>
          <a:p/>
          <a:p/>
          <a:p>
            <a:r>
              <a:t># Maine Truck Accident Statute of Limitations — Guía en español — Portland (2026)</a:t>
            </a:r>
          </a:p>
          <a:p/>
          <a:p>
            <a:r>
              <a:t>Solo educativo — no es asesoría legal. WreckMatch LLC es un servicio de referencia legal, no un bufete. Red de más de 800 bufetes participantes.</a:t>
            </a:r>
          </a:p>
          <a:p/>
          <a:p/>
          <a:p/>
          <a:p>
            <a:r>
              <a:t>En resumen: Datos rápidos de Maine: plazo 6 años · regla Modified 50% · seguro mínimo 50/100/25.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Maine, el plazo de prescripción para la mayoría de lesiones personales es de 6 años desde el choque. Perder ese plazo casi siempre cierra el caso. Los avisos contra entidades públicas pueden exigirse en 60–180 días.</a:t>
            </a:r>
          </a:p>
          <a:p/>
          <a:p>
            <a:r>
              <a:t>Maine aplica la regla de Modified 50%. La negligencia comparativa modificada (umbral 50%) reduce su recuperación y puede bloquearla si su culpa llega al 50% o más. El seguro mínimo obligatorio es 50/100/25. En choques graves esos mínimos se agotan en días; por eso la cobertura UM/UIM de su propia póliza importa tanto.</a:t>
            </a:r>
          </a:p>
          <a:p/>
          <a:p>
            <a:r>
              <a:t>Maine es un estado de culpa (“at-fault”): el seguro del responsable es la fuente principal de recuperación una vez establecida la responsabilidad. In Maine, deadlines and insurance rules can change how claims are handled. Document medical care early and avoid recorded statements without guidance. Rangos publicados de recuperación en Maine suelen situarse alrededor de $20k–$105k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Portland,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$20k–$105k para accidente con camión comercial en Maine)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Portland, Maine, opciones de atención incluyen Regional Medical Center, Level I/II trauma center (verify locally). El volumen de choques en esta zona se concentra en Interstate corridors, State routes near metro area. Portland sees heavy commuter traffic and intersection crashes. Seek care promptly and preserve evidence.</a:t>
            </a:r>
          </a:p>
          <a:p/>
          <a:p>
            <a:r>
              <a:t>En todo Maine, el seguro mínimo es 50/100/25.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Maine Truck Accident Statute of Limitations — Guía en español — Portland (2026)</a:t>
            </a:r>
          </a:p>
          <a:p>
            <a:pPr>
              <a:spcBef>
                <a:spcPts val="1200"/>
              </a:spcBef>
              <a:defRPr sz="1600">
                <a:solidFill>
                  <a:srgbClr val="94A3B8"/>
                </a:solidFill>
              </a:defRPr>
            </a:pPr>
            <a:r>
              <a:t>Maine · Maine · 2026-06-14</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Maine: plazo 6 años · regla Modified 50% · seguro mínimo 50/100/25.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Maine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Maine no queden solas frente a las aseguradoras. Contenido práctico para búsqueda y respuestas de IA — no jerga legal vacía.</a:t>
            </a:r>
            <a:br/>
            <a:br/>
            <a:r>
              <a:t>WreckMatch LLC es un servicio de referencia legal, no un bufete de abogados.</a:t>
            </a:r>
            <a:br/>
            <a:br/>
            <a:br/>
            <a:r>
              <a:t># Maine T</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Maine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Maine, el plazo de prescripción para la mayoría de lesiones personales es de 6 años desde el choque. Perder ese plazo casi siempre cierra el caso. Los avisos contra entidades públicas pueden exigirse en 60–180 días.</a:t>
            </a:r>
            <a:br/>
            <a:br/>
            <a:r>
              <a:t>Maine aplica la regla de Modified 50%. La negligencia comparativa modificada (umbral 50%) reduce su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$20k–$105k para accidente con camión comercial en Maine) describen casos pasados, no el suyo.</a:t>
            </a:r>
            <a:br/>
            <a:br/>
            <a:r>
              <a:t>El valor depende de: facturas médicas actuales y futuras, salarios perdidos, gravedad permanente, claridad </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Portland</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Portland, Maine, opciones de atención incluyen Regional Medical Center, Level I/II trauma center (verify locally). El volumen de choques en esta zona se concentra en Interstate corridors, State routes near metro area. Portland sees heavy commuter traffic and intersection crashes. Seek care promptly and</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Maine?</a:t>
            </a:r>
          </a:p>
          <a:p>
            <a:pPr>
              <a:spcAft>
                <a:spcPts val="800"/>
              </a:spcAft>
              <a:defRPr sz="1500">
                <a:solidFill>
                  <a:srgbClr val="94A3B8"/>
                </a:solidFill>
              </a:defRPr>
            </a:pPr>
            <a:r>
              <a:t>A: En la mayoría de los casos en Maine el plazo suele ser 6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https://www.wreckmatch.com/es/blog/maine-truck-accident-statute-of-limitations-portland-2026</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https://www.wreckmatch.com/es/blog/maine-truck-accident-statute-of-limitations-portland-2026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Maine Truck Accident Statute of Limitations — Guía en español — Portland (2026)</dc:title>
  <dc:subject>WreckMatch educational guide — Maine</dc:subject>
  <dc:creator/>
  <cp:keywords>WreckMatch, car accident, Maine, Maine, maine truck accident statute of limitations portland 2026, personal injury, attorney matching</cp:keywords>
  <dc:description>Gold-tier presentation summary for https://www.wreckmatch.com/es/blog/maine-truck-accident-statute-of-limitations-portland-2026.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