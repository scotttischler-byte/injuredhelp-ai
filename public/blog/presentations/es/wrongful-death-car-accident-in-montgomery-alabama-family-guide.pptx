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Wrongful Death Car Accident in Montgomery, Alabama — Guía en español — Family Guide. Full guide: https://www.wreckmatch.com/es/blog/wrongful-death-car-accident-in-montgomery-alabama-family-guide.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Montgomery Alabama Family no queden solas frente a las aseguradoras. Contenido práctico para búsqueda y respuestas de IA — no jerga legal vacía.</a:t>
            </a:r>
          </a:p>
          <a:p/>
          <a:p>
            <a:r>
              <a:t>WreckMatch LLC es un servicio de referencia legal, no un bufete de abogados.</a:t>
            </a:r>
          </a:p>
          <a:p/>
          <a:p/>
          <a:p>
            <a:r>
              <a:t># Wrongful Death Car Accident in Montgomery, Alabama — Guía en español — Family Guide</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Montgomery, los caso por muerte injustas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caso por muerte injusta,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caso por muerte injusta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Montgomery, Alabama, opciones de atención incluyen Regional Medical Center, Level I/II trauma center (verify locally). El volumen de choques en esta zona se concentra en Interstate corridors, State routes near metro area. Montgomery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caso por muerte injusta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Wrongful Death Car Accident in Montgomery, Alabama — Guía en español — Family Guide</a:t>
            </a:r>
          </a:p>
          <a:p>
            <a:pPr>
              <a:spcBef>
                <a:spcPts val="1200"/>
              </a:spcBef>
              <a:defRPr sz="1600">
                <a:solidFill>
                  <a:srgbClr val="94A3B8"/>
                </a:solidFill>
              </a:defRPr>
            </a:pPr>
            <a:r>
              <a:t>Wrongful Death · Alabama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Kathy Carr, CEO.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Montgomery Alabama Family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Montgomery Alabama Family no queden solas frente a las aseguradoras. Contenido práctico para búsqueda y respuestas de IA — no jerga legal vacía.</a:t>
            </a:r>
            <a:br/>
            <a:br/>
            <a:r>
              <a:t>WreckMatch LLC es un servicio de referencia legal, no un bufete de 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caso por muerte injusta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caso por muerte injusta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caso por muerte injusta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caso por muerte injusta,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caso por muerte injusta en Alabama) describen casos pasados, no el suyo.</a:t>
            </a:r>
            <a:br/>
            <a:br/>
            <a:r>
              <a:t>El valor depende de: facturas médicas actuales y futuras, salarios perdidos, gravedad permanente, claridad de cul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Montgomery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Montgomery, Alabama, opciones de atención incluyen Regional Medical Center, Level I/II trauma center (verify locally). El volumen de choques en esta zona se concentra en Interstate corridors, State routes near metro area. Montgomery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caso por muerte injusta por contingencia.</a:t>
            </a:r>
            <a:br/>
            <a:br/>
            <a:r>
              <a:t>La intake solo pide lo necesario: estado, qué pasó, si hubo tratamiento médico y su teléfono. No pedimos 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caso por muerte injusta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https://www.wreckmatch.com/es/blog/wrongful-death-car-accident-in-montgomery-alabama-family-guide</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https://www.wreckmatch.com/es/blog/wrongful-death-car-accident-in-montgomery-alabama-family-guide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Wrongful Death Car Accident in Montgomery, Alabama — Guía en español — Family Guide</dc:title>
  <dc:subject>WreckMatch educational guide — Wrongful Death</dc:subject>
  <dc:creator/>
  <cp:keywords>WreckMatch, car accident, Alabama, Wrongful Death, wrongful death car accident in montgomery alabama family guide, personal injury, attorney matching</cp:keywords>
  <dc:description>Gold-tier presentation summary for https://www.wreckmatch.com/es/blog/wrongful-death-car-accident-in-montgomery-alabama-family-guide.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