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Louisville, Kentucky — Guía en español — Top City Guide (2026-06-28). Full guide: https://www.wreckmatch.com/es/blog/semi-truck-accident-in-louisville-kentucky-top-city-guide-2026-06-28.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Louisville Kentucky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Louisville, Kentucky — Guía en español — Top City Guide (2026-06-28)</a:t>
            </a:r>
          </a:p>
          <a:p/>
          <a:p>
            <a:r>
              <a:t>Solo educativo — no es asesoría legal. WreckMatch LLC es un servicio de referencia legal, no un bufete. Red de más de 800 bufetes participantes.</a:t>
            </a:r>
          </a:p>
          <a:p/>
          <a:p/>
          <a:p/>
          <a:p>
            <a:r>
              <a:t>En resumen: 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Kentucky, el plazo de prescripción para la mayoría de lesiones personales es de 1 año desde el choque. Perder ese plazo casi siempre cierra el caso. Los avisos contra entidades públicas pueden exigirse en 60–180 días.</a:t>
            </a:r>
          </a:p>
          <a:p/>
          <a:p>
            <a:r>
              <a:t>Kentucky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Kentucky es un estado “no-fault”: su PIP suele pagar las primeras facturas médicas sin importar la culpa. Normalmente solo puede demandar al responsable si cruza el umbral de “lesión grave” definido por la ley local. In Kentucky, deadlines and insurance rules can change how claims are handled. Document medical care early and avoid recorded statements without guidance. Rangos publicados de recuperación en Kentucky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Louisville,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accidente con camión comercial en Kentucky)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promptly and preserve evidence.</a:t>
            </a:r>
          </a:p>
          <a:p/>
          <a:p>
            <a:r>
              <a:t>En todo Kentucky,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Louisville, Kentucky — Guía en español — Top City Guide (2026-06-28)</a:t>
            </a:r>
          </a:p>
          <a:p>
            <a:pPr>
              <a:spcBef>
                <a:spcPts val="1200"/>
              </a:spcBef>
              <a:defRPr sz="1600">
                <a:solidFill>
                  <a:srgbClr val="94A3B8"/>
                </a:solidFill>
              </a:defRPr>
            </a:pPr>
            <a:r>
              <a:t>Truck Accidents · Kentucky · 2026-06-28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Kentucky: plazo 1 año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Louisville Kentucky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Louisville Kentucky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Kentucky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Kentucky, el plazo de prescripción para la mayoría de lesiones personales es de 1 año desde el choque. Perder ese plazo casi siempre cierra el caso. Los avisos contra entidades públicas pueden exigirse en 60–180 días.</a:t>
            </a:r>
            <a:br/>
            <a:br/>
            <a:r>
              <a:t>Kentucky aplica la regla de Pure comparative. La negligencia comparativa pura reduce su recuperaci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accidente con camión comercial en Kentucky)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Kentucky?</a:t>
            </a:r>
          </a:p>
          <a:p>
            <a:pPr>
              <a:spcAft>
                <a:spcPts val="800"/>
              </a:spcAft>
              <a:defRPr sz="1500">
                <a:solidFill>
                  <a:srgbClr val="94A3B8"/>
                </a:solidFill>
              </a:defRPr>
            </a:pPr>
            <a:r>
              <a:t>A: En la mayoría de los casos en Kentucky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https://www.wreckmatch.com/es/blog/semi-truck-accident-in-louisville-kentucky-top-city-guide-2026-06-28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https://www.wreckmatch.com/es/blog/semi-truck-accident-in-louisville-kentucky-top-city-guide-2026-06-28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Louisville, Kentucky — Guía en español — Top City Guide (2026-06-28)</dc:title>
  <dc:subject>WreckMatch educational guide — Truck Accidents</dc:subject>
  <dc:creator/>
  <cp:keywords>WreckMatch, car accident, Kentucky, Truck Accidents, semi truck accident in louisville kentucky top city guide 2026 06 28, personal injury, attorney matching</cp:keywords>
  <dc:description>Gold-tier presentation summary for https://www.wreckmatch.com/es/blog/semi-truck-accident-in-louisville-kentucky-top-city-guide-2026-06-28.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