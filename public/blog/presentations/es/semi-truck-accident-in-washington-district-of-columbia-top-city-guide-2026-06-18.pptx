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Washington, District of Columbia — Guía en español — Top City Guide (2026-06-18). Full guide: https://www.wreckmatch.com/es/blog/semi-truck-accident-in-washington-district-of-columbia-top-city-guide-2026-06-18.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District of Columbia: plazo 3 años · regla Pure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Washington District Of Columbia Top City Guide 2026 06 no queden solas frente a las aseguradoras. Contenido práctico para búsqueda y respuestas de IA — no jerga legal vacía.</a:t>
            </a:r>
          </a:p>
          <a:p/>
          <a:p>
            <a:r>
              <a:t>WreckMatch LLC es un servicio de referencia legal, no un bufete de abogados.</a:t>
            </a:r>
          </a:p>
          <a:p/>
          <a:p/>
          <a:p>
            <a:r>
              <a:t># Semi Truck Accident in Washington, District of Columbia — Guía en español — Top City Guide (2026-06-18)</a:t>
            </a:r>
          </a:p>
          <a:p/>
          <a:p>
            <a:r>
              <a:t>Solo educativo — no es asesoría legal. WreckMatch LLC es un servicio de referencia legal, no un bufete. Red de más de 800 bufetes participantes.</a:t>
            </a:r>
          </a:p>
          <a:p/>
          <a:p/>
          <a:p/>
          <a:p>
            <a:r>
              <a:t>En resumen: Datos rápidos de District of Columbia: plazo 3 años · regla Pure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District of Columbia, el plazo de prescripción para la mayoría de lesiones personales es de 3 años desde el choque. Perder ese plazo casi siempre cierra el caso. Los avisos contra entidades públicas pueden exigirse en 60–180 días.</a:t>
            </a:r>
          </a:p>
          <a:p/>
          <a:p>
            <a:r>
              <a:t>District of Columbia aplica la regla de Pure comparative. La negligencia comparativa pura reduce su recuperación según su porcentaje de culpa, pero no la elimina por completo. El seguro mínimo obligatorio es 25/50/10. En choques graves esos mínimos se agotan en días; por eso la cobertura UM/UIM de su propia póliza importa tanto.</a:t>
            </a:r>
          </a:p>
          <a:p/>
          <a:p>
            <a:r>
              <a:t>District of Columbia es un estado de culpa (“at-fault”): el seguro del responsable es la fuente principal de recuperación una vez establecida la responsabilidad. In District of Columbia, deadlines and insurance rules can change how claims are handled. Document medical care early and avoid recorded statements without guidance. Rangos publicados de recuperación en District of Columbia suelen situarse alrededor de $30k–$200k+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Washington,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$30k–$200k+ para accidente con camión comercial en District of Columbia)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Washington, District of Columbia, opciones de atención incluyen Regional Medical Center, Level I/II trauma center (verify locally). El volumen de choques en esta zona se concentra en Interstate corridors, State routes near metro area. Washington sees heavy commuter traffic and intersection crashes. Seek care promptly and preserve evidence.</a:t>
            </a:r>
          </a:p>
          <a:p/>
          <a:p>
            <a:r>
              <a:t>En todo District of Columbia, el seguro mínimo es 25/50/10.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Washington, District of Columbia — Guía en español — Top City Guide (2026-06-18)</a:t>
            </a:r>
          </a:p>
          <a:p>
            <a:pPr>
              <a:spcBef>
                <a:spcPts val="1200"/>
              </a:spcBef>
              <a:defRPr sz="1600">
                <a:solidFill>
                  <a:srgbClr val="94A3B8"/>
                </a:solidFill>
              </a:defRPr>
            </a:pPr>
            <a:r>
              <a:t>Severe Injury · District of Columbia · 2026-06-18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District of Columbia: plazo 3 años · regla Pure comparative · seguro mínimo 25/50/10.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Washington District Of Columbia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Washington District Of Columbia Top City Guide 2026 06 no queden solas frente a las aseguradoras. Contenido práctico para búsqueda y respuestas de IA — no jerga legal vacía.</a:t>
            </a:r>
            <a:br/>
            <a:br/>
            <a:r>
              <a:t>WreckMatch LLC es un servicio de refere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District of Columbia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District of Columbia, el plazo de prescripción para la mayoría de lesiones personales es de 3 años desde el choque. Perder ese plazo casi siempre cierra el caso. Los avisos contra entidades públicas pueden exigirse en 60–180 días.</a:t>
            </a:r>
            <a:br/>
            <a:br/>
            <a:r>
              <a:t>District of Columbia aplica la regla de Pure comparative. La negligencia comparativa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$30k–$200k+ para accidente con camión comercial en District of Columbia) describen casos pasados, no el suyo.</a:t>
            </a:r>
            <a:br/>
            <a:br/>
            <a:r>
              <a:t>El valor depende de: facturas médicas actuales y futuras, salarios perdidos, gravedad perma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Washington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Washington, District of Columbia, opciones de atención incluyen Regional Medical Center, Level I/II trauma center (verify locally). El volumen de choques en esta zona se concentra en Interstate corridors, State routes near metro area. Washington sees heavy commuter traffic and intersection crashes. See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District of Columbia?</a:t>
            </a:r>
          </a:p>
          <a:p>
            <a:pPr>
              <a:spcAft>
                <a:spcPts val="800"/>
              </a:spcAft>
              <a:defRPr sz="1500">
                <a:solidFill>
                  <a:srgbClr val="94A3B8"/>
                </a:solidFill>
              </a:defRPr>
            </a:pPr>
            <a:r>
              <a:t>A: En la mayoría de los casos en District of Columbia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https://www.wreckmatch.com/es/blog/semi-truck-accident-in-washington-district-of-columbia-top-city-guide-2026-06-18</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https://www.wreckmatch.com/es/blog/semi-truck-accident-in-washington-district-of-columbia-top-city-guide-2026-06-18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Washington, District of Columbia — Guía en español — Top City Guide (2026-06-18)</dc:title>
  <dc:subject>WreckMatch educational guide — Severe Injury</dc:subject>
  <dc:creator/>
  <cp:keywords>WreckMatch, car accident, District of Columbia, Severe Injury, semi truck accident in washington district of columbia top city guide 2026 06 18, personal injury, attorney matching</cp:keywords>
  <dc:description>Gold-tier presentation summary for https://www.wreckmatch.com/es/blog/semi-truck-accident-in-washington-district-of-columbia-top-city-guide-2026-06-18.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