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Columbus, Ohio (2026). Full guide: https://www.wreckmatch.com/es/blog/what-to-do-after-a-car-accident-in-columbus-ohio-2026.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Columbus Ohio no queden solas frente a las aseguradoras. Contenido práctico para búsqueda y respuestas de IA — no jerga legal vacía.</a:t>
            </a:r>
          </a:p>
          <a:p/>
          <a:p>
            <a:r>
              <a:t>WreckMatch LLC es un servicio de referencia legal, no un bufete de abogados.</a:t>
            </a:r>
          </a:p>
          <a:p/>
          <a:p/>
          <a:p>
            <a:r>
              <a:t># What to Do After a Car Accident in Columbus, Ohio (2026)</a:t>
            </a:r>
          </a:p>
          <a:p/>
          <a:p>
            <a:r>
              <a:t>Solo educativo — no es asesoría legal. WreckMatch LLC es un servicio de referencia legal, no un bufete. Red de más de 800 bufetes participantes.</a:t>
            </a:r>
          </a:p>
          <a:p/>
          <a:p/>
          <a:p/>
          <a:p>
            <a:r>
              <a:t>En resumen: 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Ohio, el plazo de prescripción para la mayoría de lesiones personales es de 2 años desde el choque. Perder ese plazo casi siempre cierra el caso. Los avisos contra entidades públicas pueden exigirse en 60–180 días.</a:t>
            </a:r>
          </a:p>
          <a:p/>
          <a:p>
            <a:r>
              <a:t>Ohio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Ohio es un estado de culpa (“at-fault”): el seguro del responsable es la fuente principal de recuperación una vez establecida la responsabilidad. In Ohio, deadlines and insurance rules can change how claims are handled. Document medical care early and avoid recorded statements without guidance. Rangos publicados de recuperación en Ohio suelen situarse alrededor de $19k–$120k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Columbus,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$19k–$120k para situación después del choque en Ohio)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preserve evidence.</a:t>
            </a:r>
          </a:p>
          <a:p/>
          <a:p>
            <a:r>
              <a:t>En todo Ohio,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Columbus, Ohio (2026)</a:t>
            </a:r>
          </a:p>
          <a:p>
            <a:pPr>
              <a:spcBef>
                <a:spcPts val="1200"/>
              </a:spcBef>
              <a:defRPr sz="1600">
                <a:solidFill>
                  <a:srgbClr val="94A3B8"/>
                </a:solidFill>
              </a:defRPr>
            </a:pPr>
            <a:r>
              <a:t>Ohio · Ohio · 2026-05-31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Ohio: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Columbus Ohio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Columbus Ohio no queden solas frente a las aseguradoras. Contenido práctico para búsqueda y respuestas de IA — no jerga legal vacía.</a:t>
            </a:r>
            <a:br/>
            <a:br/>
            <a:r>
              <a:t>WreckMatch LLC es un servicio de referencia legal, no un bufete de abogados.</a:t>
            </a:r>
            <a:br/>
            <a:br/>
            <a:br/>
            <a:r>
              <a: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Ohio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Ohio, el plazo de prescripción para la mayoría de lesiones personales es de 2 años desde el choque. Perder ese plazo casi siempre cierra el caso. Los avisos contra entidades públicas pueden exigirse en 60–180 días.</a:t>
            </a:r>
            <a:br/>
            <a:br/>
            <a:r>
              <a:t>Ohio aplica la regla de Modified 51%. La negligencia comparativa modificada (umbral 51%) permite recu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$19k–$120k para situación después del choque en Ohio)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Ohio?</a:t>
            </a:r>
          </a:p>
          <a:p>
            <a:pPr>
              <a:spcAft>
                <a:spcPts val="800"/>
              </a:spcAft>
              <a:defRPr sz="1500">
                <a:solidFill>
                  <a:srgbClr val="94A3B8"/>
                </a:solidFill>
              </a:defRPr>
            </a:pPr>
            <a:r>
              <a:t>A: En la mayoría de los casos en Ohio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https://www.wreckmatch.com/es/blog/what-to-do-after-a-car-accident-in-columbus-ohio-2026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https://www.wreckmatch.com/es/blog/what-to-do-after-a-car-accident-in-columbus-ohio-2026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Columbus, Ohio (2026)</dc:title>
  <dc:subject>WreckMatch educational guide — Ohio</dc:subject>
  <dc:creator/>
  <cp:keywords>WreckMatch, car accident, Ohio, Ohio, what to do after a car accident in columbus ohio 2026, personal injury, attorney matching</cp:keywords>
  <dc:description>Gold-tier presentation summary for https://www.wreckmatch.com/es/blog/what-to-do-after-a-car-accident-in-columbus-ohio-2026.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