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Birmingham, Alabama: Legal Steps (2026). Full guide: https://www.wreckmatch.com/es/blog/tractor-trailer-injury-in-birmingham-alabama-legal-steps-2026.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Birmingham Alabama Legal Steps no queden solas frente a las aseguradoras. Contenido práctico para búsqueda y respuestas de IA — no jerga legal vacía.</a:t>
            </a:r>
          </a:p>
          <a:p/>
          <a:p>
            <a:r>
              <a:t>WreckMatch LLC es un servicio de referencia legal, no un bufete de abogados.</a:t>
            </a:r>
          </a:p>
          <a:p/>
          <a:p/>
          <a:p>
            <a:r>
              <a:t># Tractor-Trailer Injury in Birmingham, Alabama: Legal Steps (2026)</a:t>
            </a:r>
          </a:p>
          <a:p/>
          <a:p>
            <a:r>
              <a:t>Solo educativo — no es asesoría legal. WreckMatch LLC es un servicio de referencia legal, no un bufete. Red de más de 800 bufetes participantes.</a:t>
            </a:r>
          </a:p>
          <a:p/>
          <a:p/>
          <a:p/>
          <a:p>
            <a:r>
              <a:t>En resumen: 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Alabama, el plazo de prescripción para la mayoría de lesiones personales es de 2 años desde el choque. Perder ese plazo casi siempre cierra el caso. Los avisos contra entidades públicas pueden exigirse en 60–180 días.</a:t>
            </a:r>
          </a:p>
          <a:p/>
          <a:p>
            <a:r>
              <a:t>Alabama aplica la regla de Contributory. Con negligencia contributiva tradicional, aunque tenga solo 1% de culpa puede quedar sin recuperación — una de las reglas más duras. Por eso la evidencia de las primeras 48 horas es crítica. El seguro mínimo obligatorio es 25/50/25. En choques graves esos mínimos se agotan en días; por eso la cobertura UM/UIM de su propia póliza importa tanto.</a:t>
            </a:r>
          </a:p>
          <a:p/>
          <a:p>
            <a:r>
              <a:t>Alabama es un estado de culpa (“at-fault”): el seguro del responsable es la fuente principal de recuperación una vez establecida la responsabilidad. In Alabama, deadlines and insurance rules can change how claims are handled. Document medical care early and avoid recorded statements without guidance. Rangos publicados de recuperación en Alabama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Birmingham,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Alabama)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promptly and preserve evidence.</a:t>
            </a:r>
          </a:p>
          <a:p/>
          <a:p>
            <a:r>
              <a:t>En todo Alabama,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Birmingham, Alabama: Legal Steps (2026)</a:t>
            </a:r>
          </a:p>
          <a:p>
            <a:pPr>
              <a:spcBef>
                <a:spcPts val="1200"/>
              </a:spcBef>
              <a:defRPr sz="1600">
                <a:solidFill>
                  <a:srgbClr val="94A3B8"/>
                </a:solidFill>
              </a:defRPr>
            </a:pPr>
            <a:r>
              <a:t>Truck Accidents · Alabama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Alabama: plazo 2 años · regla Contributory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Birmingham Alabama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Birmingham Alabama Legal Steps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Alabama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Alabama, el plazo de prescripción para la mayoría de lesiones personales es de 2 años desde el choque. Perder ese plazo casi siempre cierra el caso. Los avisos contra entidades públicas pueden exigirse en 60–180 días.</a:t>
            </a:r>
            <a:br/>
            <a:br/>
            <a:r>
              <a:t>Alabama aplica la regla de Contributory. Con negligencia contributiva tradicional, aunque tenga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Alabama)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Alabama?</a:t>
            </a:r>
          </a:p>
          <a:p>
            <a:pPr>
              <a:spcAft>
                <a:spcPts val="800"/>
              </a:spcAft>
              <a:defRPr sz="1500">
                <a:solidFill>
                  <a:srgbClr val="94A3B8"/>
                </a:solidFill>
              </a:defRPr>
            </a:pPr>
            <a:r>
              <a:t>A: En la mayoría de los casos en Alabama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https://www.wreckmatch.com/es/blog/tractor-trailer-injury-in-birmingham-alabama-legal-steps-2026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https://www.wreckmatch.com/es/blog/tractor-trailer-injury-in-birmingham-alabama-legal-steps-2026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Birmingham, Alabama: Legal Steps (2026)</dc:title>
  <dc:subject>WreckMatch educational guide — Truck Accidents</dc:subject>
  <dc:creator/>
  <cp:keywords>WreckMatch, car accident, Alabama, Truck Accidents, tractor trailer injury in birmingham alabama legal steps 2026, personal injury, attorney matching</cp:keywords>
  <dc:description>Gold-tier presentation summary for https://www.wreckmatch.com/es/blog/tractor-trailer-injury-in-birmingham-alabama-legal-steps-2026.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