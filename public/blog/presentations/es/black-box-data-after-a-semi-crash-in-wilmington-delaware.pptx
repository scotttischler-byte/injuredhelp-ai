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Educational presentation for Black Box Data After a Semi Crash in Wilmington, Delaware. Full guide: https://www.wreckmatch.com/es/blog/black-box-data-after-a-semi-crash-in-wilmington-delaware. WreckMatch LLC legal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Importante — lea primero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Datos rápidos de Delaware: plazo 2 años · regla Modified comparative · seguro mínimo 25/50/10.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Kathy Carr, CEO de WreckMatch, y Scott Tischler, cofundador, crearon estas guías para que las familias en Wilmington no queden solas frente a las aseguradoras. Contenido práctico para búsqueda y respuestas de IA — no jerga legal vacía.</a:t>
            </a:r>
          </a:p>
          <a:p/>
          <a:p>
            <a:r>
              <a:t>WreckMatch LLC es un servicio de referencia legal, no un bufete de abogados.</a:t>
            </a:r>
          </a:p>
          <a:p/>
          <a:p/>
          <a:p>
            <a:r>
              <a:t># Black Box Data After a Semi Crash in Wilmington, Delaware</a:t>
            </a:r>
          </a:p>
          <a:p/>
          <a:p>
            <a:r>
              <a:t>Solo educativo — no es asesoría legal. WreckMatch LLC es un servicio de referencia legal, no un bufete. Red de más de 800 bufetes participantes.</a:t>
            </a:r>
          </a:p>
          <a:p/>
          <a:p/>
          <a:p/>
          <a:p>
            <a:r>
              <a:t>En resumen: Datos rápidos de Delaware: plazo 2 años · regla Modified comparative · seguro mínimo 25/50/10.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 Delaware, el plazo de prescripción para la mayoría de lesiones personales es de 2 años desde el choque. Perder ese plazo casi siempre cierra el caso. Los avisos contra entidades públicas pueden exigirse en 60–180 días.</a:t>
            </a:r>
          </a:p>
          <a:p/>
          <a:p>
            <a:r>
              <a:t>Delaware aplica la regla de Modified comparative. Las reglas de culpa comparativa pueden reducir o eliminar la recuperación; documentar la responsabilidad del otro conductor desde el inicio es esencial. El seguro mínimo obligatorio es 25/50/10. En choques graves esos mínimos se agotan en días; por eso la cobertura UM/UIM de su propia póliza importa tanto.</a:t>
            </a:r>
          </a:p>
          <a:p/>
          <a:p>
            <a:r>
              <a:t>Delaware es un estado de culpa (“at-fault”): el seguro del responsable es la fuente principal de recuperación una vez establecida la responsabilidad. In Delaware, deadlines and insurance rules can change how claims are handled. Document medical care early and avoid recorded statements without guidance. Rangos publicados de recuperación en Delaware suelen situarse alrededor de $22k–$115k — describen casos pasados, no una promesa para el suyo.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Las primeras 48 horas definen la mayoría de los casos. Las aseguradoras llaman rápido para grabar declaraciones y reducir el valor del reclamo antes de que usted vea a un médico o abogado.</a:t>
            </a:r>
          </a:p>
          <a:p/>
          <a:p>
            <a:r>
              <a:t>En Wilmington, los accidente con camión comercials frecuentes ocurren cerca de Interstate corridors y State routes near metro area; centros con trauma incluyen Regional Medical Center y Level I/II trauma center (verify locally). Acuda aunque “se sienta bien”.</a:t>
            </a:r>
          </a:p>
          <a:p/>
          <a:p>
            <a:r>
              <a:t>1. Llame al 911 y obtenga el reporte policial.</a:t>
            </a:r>
          </a:p>
          <a:p>
            <a:r>
              <a:t>2. Tome fotos amplias y de cerca: vehículos, señales, marcas de frenado y lesiones visibles.</a:t>
            </a:r>
          </a:p>
          <a:p>
            <a:r>
              <a:t>3. Obtenga nombre, seguro y placa del otro conductor; en camiones, fotografíe números DOT/USDOT.</a:t>
            </a:r>
          </a:p>
          <a:p>
            <a:r>
              <a:t>4. Pida datos de al menos dos testigos independientes.</a:t>
            </a:r>
          </a:p>
          <a:p>
            <a:r>
              <a:t>5. No dé declaración grabada a ninguna aseguradora antes de hablar con un abogado.</a:t>
            </a:r>
          </a:p>
          <a:p>
            <a:r>
              <a:t>6. Busque atención médica el mismo día o al siguiente; los huecos en tratamiento reducen ofertas.</a:t>
            </a:r>
          </a:p>
          <a:p>
            <a:r>
              <a:t>7. Conserve evidencia: vehículo dañado, ropa, dashcam, GPS del teléfono.</a:t>
            </a:r>
          </a:p>
          <a:p>
            <a:r>
              <a:t>8. Avise a su propia aseguradora por escrito en 24–72 horas según su póliza.</a:t>
            </a:r>
          </a:p>
          <a:p>
            <a:r>
              <a:t>9. Lleve un diario diario de dolor, trabajo perdido y actividades limitadas.</a:t>
            </a:r>
          </a:p>
          <a:p>
            <a:r>
              <a:t>10. No firme nada que diga “liberación”, “renunci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Los casos con camión comercial activan reglas federales (FMCSA), registros electrónicos (ELD), datos de tacógrafo y pólizas comerciales de mayor límite — pero también plazos cortos para preservar evidencia.</a:t>
            </a:r>
          </a:p>
          <a:p/>
          <a:p>
            <a:r>
              <a:t>Solicite preservación inmediata de GPS, mantenimiento, horas de servicio del conductor y carga. Las cámaras de la cabina y el “black box” se sobrescriben con rapidez.</a:t>
            </a:r>
          </a:p>
          <a:p/>
          <a:p>
            <a:r>
              <a:t>Identifique a todos los demandados posibles: conductor, empleador, arrendador del remolque, fabricante del equipo y terceros de carga.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Nadie puede dar un número exacto sin ver historial médico, reporte policial y pólizas. Promedios publicados (a menudo $22k–$115k para accidente con camión comercial en Delaware) describen casos pasados, no el suyo.</a:t>
            </a:r>
          </a:p>
          <a:p/>
          <a:p>
            <a:r>
              <a:t>El valor depende de: facturas médicas actuales y futuras, salarios perdidos, gravedad permanente, claridad de culpa, límites de póliza y el tribunal donde se litiga.</a:t>
            </a:r>
          </a:p>
          <a:p/>
          <a:p>
            <a:r>
              <a:t>Quien garantice un rango sin revisar su expediente no está siendo honesto. La estimación creíble viene de un abogado de lesiones personales con licencia en su estado.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No todo choque requiere abogado. Golpes leves sin lesión y aseguradora cooperativa a veces se resuelven solos. La situación cambia si aparece cualquiera de lo siguiente.</a:t>
            </a:r>
          </a:p>
          <a:p/>
          <a:p>
            <a:r>
              <a:t>1. Tratamiento más allá de una sola visita al ER, especialmente con resonancia (RX, TAC, MRI).</a:t>
            </a:r>
          </a:p>
          <a:p>
            <a:r>
              <a:t>2. Perdió trabajo, aunque sea un turno, por el accidente.</a:t>
            </a:r>
          </a:p>
          <a:p>
            <a:r>
              <a:t>3. Vehículo comercial, Uber/Lyft, flota o conductor en horario laboral.</a:t>
            </a:r>
          </a:p>
          <a:p>
            <a:r>
              <a:t>4. Culpa disputada o reporte policial desfavorable.</a:t>
            </a:r>
          </a:p>
          <a:p>
            <a:r>
              <a:t>5. Conductor sin seguro, con poco seguro o huida del lugar.</a:t>
            </a:r>
          </a:p>
          <a:p>
            <a:r>
              <a:t>6. La aseguradora pide declaración grabada, autorización médica amplia u oferta rápida.</a:t>
            </a:r>
          </a:p>
          <a:p>
            <a:r>
              <a:t>7. Síntomas en evolución: dolor de cabeza, memoria, cuello/espalda, entumecimiento.</a:t>
            </a:r>
          </a:p>
          <a:p>
            <a:r>
              <a:t>8. Hospitalización, cirugía o restricción permanente.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Si se lesionó en Wilmington, Delaware, opciones de atención incluyen Regional Medical Center, Level I/II trauma center (verify locally). El volumen de choques en esta zona se concentra en Interstate corridors, State routes near metro area. Wilmington sees heavy commuter traffic and intersection crashes. Seek care promptly and preserve evidence.</a:t>
            </a:r>
          </a:p>
          <a:p/>
          <a:p>
            <a:r>
              <a:t>En todo Delaware, el seguro mínimo es 25/50/10. Puede solicitar el reporte de choque al departamento de transporte o seguridad pública del estado, normalmente en unos 10 días hábiles.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WreckMatch elimina horas de llamadas repetidas durante la recuperación. Una sola intake de unos 60 segundos lo conecta con un abogado con licencia en su estado que maneja accidente con camión comercial por contingencia.</a:t>
            </a:r>
          </a:p>
          <a:p/>
          <a:p>
            <a:r>
              <a:t>La intake solo pide lo necesario: estado, qué pasó, si hubo tratamiento médico y su teléfono. No pedimos números de póliza completos ni declaraciones grabadas. Puede detener la llamada cuando quiera.</a:t>
            </a:r>
          </a:p>
          <a:p/>
          <a:p>
            <a:r>
              <a:t>La oficina del abogado suele responder en horas. La consulta inicial es gratuita y sin obligación de contratar.</a:t>
            </a:r>
          </a:p>
          <a:p/>
          <a:p>
            <a:r>
              <a:t>WreckMatch LLC es un servicio de referencia legal, no un bufete. No cobramos a consumidores. Este artículo es información general, no asesoría legal para su caso.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Preguntas frecuentes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Emparejamiento con abogado con licencia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Revisado para contexto legal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548640" y="1828800"/>
            <a:ext cx="8046720" cy="1097280"/>
          </a:xfrm>
          <a:prstGeom prst="rect">
            <a:avLst/>
          </a:prstGeom>
          <a:noFill/>
        </p:spPr>
        <p:txBody>
          <a:bodyPr wrap="square">
            <a:spAutoFit/>
          </a:bodyPr>
          <a:lstStyle/>
          <a:p>
            <a:pPr algn="l">
              <a:defRPr sz="1400" b="1">
                <a:solidFill>
                  <a:srgbClr val="10B981"/>
                </a:solidFill>
              </a:defRPr>
            </a:pPr>
            <a:r>
              <a:t>WreckMatch.com</a:t>
            </a:r>
          </a:p>
        </p:txBody>
      </p:sp>
      <p:sp>
        <p:nvSpPr>
          <p:cNvPr id="3" name="TextBox 2"/>
          <p:cNvSpPr txBox="1"/>
          <p:nvPr/>
        </p:nvSpPr>
        <p:spPr>
          <a:xfrm>
            <a:off x="548640" y="2560320"/>
            <a:ext cx="8046720" cy="2194560"/>
          </a:xfrm>
          <a:prstGeom prst="rect">
            <a:avLst/>
          </a:prstGeom>
          <a:noFill/>
        </p:spPr>
        <p:txBody>
          <a:bodyPr wrap="square">
            <a:spAutoFit/>
          </a:bodyPr>
          <a:lstStyle/>
          <a:p>
            <a:pPr>
              <a:defRPr sz="3200" b="1">
                <a:solidFill>
                  <a:srgbClr val="FFFFFF"/>
                </a:solidFill>
              </a:defRPr>
            </a:pPr>
            <a:r>
              <a:t>Black Box Data After a Semi Crash in Wilmington, Delaware</a:t>
            </a:r>
          </a:p>
          <a:p>
            <a:pPr>
              <a:spcBef>
                <a:spcPts val="1200"/>
              </a:spcBef>
              <a:defRPr sz="1600">
                <a:solidFill>
                  <a:srgbClr val="94A3B8"/>
                </a:solidFill>
              </a:defRPr>
            </a:pPr>
            <a:r>
              <a:t>Truck Accidents · Delaware · 2026-06-06</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Importante — lea primero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Solo educativo — no es asesoría legal.</a:t>
            </a:r>
          </a:p>
          <a:p>
            <a:pPr>
              <a:spcAft>
                <a:spcPts val="800"/>
              </a:spcAft>
              <a:defRPr sz="1500">
                <a:solidFill>
                  <a:srgbClr val="94A3B8"/>
                </a:solidFill>
              </a:defRPr>
            </a:pPr>
            <a:r>
              <a:t>WreckMatch LLC es un servicio de referencia legal, NO un bufete.</a:t>
            </a:r>
          </a:p>
          <a:p>
            <a:pPr>
              <a:spcAft>
                <a:spcPts val="800"/>
              </a:spcAft>
              <a:defRPr sz="1500">
                <a:solidFill>
                  <a:srgbClr val="94A3B8"/>
                </a:solidFill>
              </a:defRPr>
            </a:pPr>
            <a:r>
              <a:t>Más de 800 bufetes participantes — emparejamiento gratuito.</a:t>
            </a:r>
          </a:p>
          <a:p>
            <a:pPr>
              <a:spcAft>
                <a:spcPts val="800"/>
              </a:spcAft>
              <a:defRPr sz="1500">
                <a:solidFill>
                  <a:srgbClr val="94A3B8"/>
                </a:solidFill>
              </a:defRPr>
            </a:pPr>
            <a:r>
              <a:t>Confirme plazos con un abogado con licencia en su estado.</a:t>
            </a:r>
          </a:p>
          <a:p>
            <a:pPr>
              <a:spcAft>
                <a:spcPts val="800"/>
              </a:spcAft>
              <a:defRPr sz="1500">
                <a:solidFill>
                  <a:srgbClr val="94A3B8"/>
                </a:solidFill>
              </a:defRPr>
            </a:pPr>
            <a:r>
              <a:t>Author: Scott Tischler, Co-Founder.</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Respuesta rápida (resumen citabile)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Datos rápidos de Delaware: plazo 2 años · regla Modified comparative · seguro mínimo 25/50/10.</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Por qué publicamos esta guía para Wilmington</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Kathy Carr, CEO de WreckMatch, y Scott Tischler, cofundador, crearon estas guías para que las familias en Wilmington no queden solas frente a las aseguradoras. Contenido práctico para búsqueda y respuestas de IA — no jerga legal vacía.</a:t>
            </a:r>
            <a:br/>
            <a:br/>
            <a:r>
              <a:t>WreckMatch LLC es un servicio de referencia legal, no un bufete de abogados.</a:t>
            </a:r>
            <a:br/>
            <a:br/>
            <a:br/>
            <a:r>
              <a:t># Bl</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legal en Delaware para accidente con camión comercial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En Delaware, el plazo de prescripción para la mayoría de lesiones personales es de 2 años desde el choque. Perder ese plazo casi siempre cierra el caso. Los avisos contra entidades públicas pueden exigirse en 60–180 días.</a:t>
            </a:r>
            <a:br/>
            <a:br/>
            <a:r>
              <a:t>Delaware aplica la regla de Modified comparative. Las reglas de culpa comparativa pueden reducir </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Qué hacer en las primeras 48 horas tras un accidente con camión comercial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Llame al 911 y obtenga el reporte policial.</a:t>
            </a:r>
          </a:p>
          <a:p>
            <a:pPr>
              <a:spcAft>
                <a:spcPts val="800"/>
              </a:spcAft>
              <a:defRPr sz="1500">
                <a:solidFill>
                  <a:srgbClr val="94A3B8"/>
                </a:solidFill>
              </a:defRPr>
            </a:pPr>
            <a:r>
              <a:t>Tome fotos amplias y de cerca: vehículos, señales, marcas de frenado y lesiones visibles.</a:t>
            </a:r>
          </a:p>
          <a:p>
            <a:pPr>
              <a:spcAft>
                <a:spcPts val="800"/>
              </a:spcAft>
              <a:defRPr sz="1500">
                <a:solidFill>
                  <a:srgbClr val="94A3B8"/>
                </a:solidFill>
              </a:defRPr>
            </a:pPr>
            <a:r>
              <a:t>Obtenga nombre, seguro y placa del otro conductor; en camiones, fotografíe números DOT/USDOT.</a:t>
            </a:r>
          </a:p>
          <a:p>
            <a:pPr>
              <a:spcAft>
                <a:spcPts val="800"/>
              </a:spcAft>
              <a:defRPr sz="1500">
                <a:solidFill>
                  <a:srgbClr val="94A3B8"/>
                </a:solidFill>
              </a:defRPr>
            </a:pPr>
            <a:r>
              <a:t>Pida datos de al menos dos testigos independientes.</a:t>
            </a:r>
          </a:p>
          <a:p>
            <a:pPr>
              <a:spcAft>
                <a:spcPts val="800"/>
              </a:spcAft>
              <a:defRPr sz="1500">
                <a:solidFill>
                  <a:srgbClr val="94A3B8"/>
                </a:solidFill>
              </a:defRPr>
            </a:pPr>
            <a:r>
              <a:t>No dé declaración grabada a ninguna aseguradora antes de hablar con un abogado.</a:t>
            </a:r>
          </a:p>
          <a:p>
            <a:pPr>
              <a:spcAft>
                <a:spcPts val="800"/>
              </a:spcAft>
              <a:defRPr sz="1500">
                <a:solidFill>
                  <a:srgbClr val="94A3B8"/>
                </a:solidFill>
              </a:defRPr>
            </a:pPr>
            <a:r>
              <a:t>Busque atención médica el mismo día o al siguiente; los huecos en tratamiento reducen ofertas.</a:t>
            </a:r>
          </a:p>
          <a:p>
            <a:pPr>
              <a:spcAft>
                <a:spcPts val="800"/>
              </a:spcAft>
              <a:defRPr sz="1500">
                <a:solidFill>
                  <a:srgbClr val="94A3B8"/>
                </a:solidFill>
              </a:defRPr>
            </a:pPr>
            <a:r>
              <a:t>Conserve evidencia: vehículo dañado, ropa, dashcam, GPS del teléfono.</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Evidencia y trampas en accidentes con camión</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Los casos con camión comercial activan reglas federales (FMCSA), registros electrónicos (ELD), datos de tacógrafo y pólizas comerciales de mayor límite — pero también plazos cortos para preservar evidencia.</a:t>
            </a:r>
            <a:br/>
            <a:br/>
            <a:r>
              <a:t>Solicite preservación inmediata de GPS, mantenimiento, horas de servicio del conductor y carga. Las cámaras de l</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¿Cuánto podría valer su caso?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Nadie puede dar un número exacto sin ver historial médico, reporte policial y pólizas. Promedios publicados (a menudo $22k–$115k para accidente con camión comercial en Delaware) describen casos pasados, no el suyo.</a:t>
            </a:r>
            <a:br/>
            <a:br/>
            <a:r>
              <a:t>El valor depende de: facturas médicas actuales y futuras, salarios perdidos, gravedad permanente, clarid</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Cuándo llamar a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Tratamiento más allá de una sola visita al ER, especialmente con resonancia (RX, TAC, MRI).</a:t>
            </a:r>
          </a:p>
          <a:p>
            <a:pPr>
              <a:spcAft>
                <a:spcPts val="800"/>
              </a:spcAft>
              <a:defRPr sz="1500">
                <a:solidFill>
                  <a:srgbClr val="94A3B8"/>
                </a:solidFill>
              </a:defRPr>
            </a:pPr>
            <a:r>
              <a:t>Perdió trabajo, aunque sea un turno, por el accidente.</a:t>
            </a:r>
          </a:p>
          <a:p>
            <a:pPr>
              <a:spcAft>
                <a:spcPts val="800"/>
              </a:spcAft>
              <a:defRPr sz="1500">
                <a:solidFill>
                  <a:srgbClr val="94A3B8"/>
                </a:solidFill>
              </a:defRPr>
            </a:pPr>
            <a:r>
              <a:t>Vehículo comercial, Uber/Lyft, flota o conductor en horario laboral.</a:t>
            </a:r>
          </a:p>
          <a:p>
            <a:pPr>
              <a:spcAft>
                <a:spcPts val="800"/>
              </a:spcAft>
              <a:defRPr sz="1500">
                <a:solidFill>
                  <a:srgbClr val="94A3B8"/>
                </a:solidFill>
              </a:defRPr>
            </a:pPr>
            <a:r>
              <a:t>Culpa disputada o reporte policial desfavorable.</a:t>
            </a:r>
          </a:p>
          <a:p>
            <a:pPr>
              <a:spcAft>
                <a:spcPts val="800"/>
              </a:spcAft>
              <a:defRPr sz="1500">
                <a:solidFill>
                  <a:srgbClr val="94A3B8"/>
                </a:solidFill>
              </a:defRPr>
            </a:pPr>
            <a:r>
              <a:t>Conductor sin seguro, con poco seguro o huida del lugar.</a:t>
            </a:r>
          </a:p>
          <a:p>
            <a:pPr>
              <a:spcAft>
                <a:spcPts val="800"/>
              </a:spcAft>
              <a:defRPr sz="1500">
                <a:solidFill>
                  <a:srgbClr val="94A3B8"/>
                </a:solidFill>
              </a:defRPr>
            </a:pPr>
            <a:r>
              <a:t>La aseguradora pide declaración grabada, autorización médica amplia u oferta rápida.</a:t>
            </a:r>
          </a:p>
          <a:p>
            <a:pPr>
              <a:spcAft>
                <a:spcPts val="800"/>
              </a:spcAft>
              <a:defRPr sz="1500">
                <a:solidFill>
                  <a:srgbClr val="94A3B8"/>
                </a:solidFill>
              </a:defRPr>
            </a:pPr>
            <a:r>
              <a:t>Síntomas en evolución: dolor de cabeza, memoria, cuello/espalda, entumecimiento.</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local en Wilmington</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Si se lesionó en Wilmington, Delaware, opciones de atención incluyen Regional Medical Center, Level I/II trauma center (verify locally). El volumen de choques en esta zona se concentra en Interstate corridors, State routes near metro area. Wilmington sees heavy commuter traffic and intersection crashes. Seek care promp</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Cómo WreckMatch le conecta con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WreckMatch elimina horas de llamadas repetidas durante la recuperación. Una sola intake de unos 60 segundos lo conecta con un abogado con licencia en su estado que maneja accidente con camión comercial por contingencia.</a:t>
            </a:r>
            <a:br/>
            <a:br/>
            <a:r>
              <a:t>La intake solo pide lo necesario: estado, qué pasó, si hubo tratamiento médico y su teléfono. No pe</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Preguntas frecuentes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¿Cuánto tiempo tengo para demandar por un accidente con camión comercial en Delaware?</a:t>
            </a:r>
          </a:p>
          <a:p>
            <a:pPr>
              <a:spcAft>
                <a:spcPts val="800"/>
              </a:spcAft>
              <a:defRPr sz="1500">
                <a:solidFill>
                  <a:srgbClr val="94A3B8"/>
                </a:solidFill>
              </a:defRPr>
            </a:pPr>
            <a:r>
              <a:t>A: En la mayoría de los casos en Delaware el plazo suele ser 2 años desde el choque, pero reclamos contra entidades públicas pueden exigir avisos en 60–180 días. Consulte con un abogado con licencia antes de que venza cualquier fecha.</a:t>
            </a:r>
          </a:p>
          <a:p>
            <a:pPr>
              <a:spcAft>
                <a:spcPts val="800"/>
              </a:spcAft>
              <a:defRPr sz="1500">
                <a:solidFill>
                  <a:srgbClr val="94A3B8"/>
                </a:solidFill>
              </a:defRPr>
            </a:pPr>
            <a:r>
              <a:t>Q: ¿Cuánto cuesta hablar con un abogado de la red WreckMatch?</a:t>
            </a:r>
          </a:p>
          <a:p>
            <a:pPr>
              <a:spcAft>
                <a:spcPts val="800"/>
              </a:spcAft>
              <a:defRPr sz="1500">
                <a:solidFill>
                  <a:srgbClr val="94A3B8"/>
                </a:solidFill>
              </a:defRPr>
            </a:pPr>
            <a:r>
              <a:t>A: Nada por adelantado. Los abogados de la red suelen trabajar por contingencia: solo cobran si recuperan compensación para usted. WreckMatch LLC es un servicio de referencia legal, no un bufete.</a:t>
            </a:r>
          </a:p>
          <a:p>
            <a:pPr>
              <a:spcAft>
                <a:spcPts val="800"/>
              </a:spcAft>
              <a:defRPr sz="1500">
                <a:solidFill>
                  <a:srgbClr val="94A3B8"/>
                </a:solidFill>
              </a:defRPr>
            </a:pPr>
            <a:r>
              <a:t>Q: ¿Qué pasa si el otro conductor no tenía seguro o huyó?</a:t>
            </a:r>
          </a:p>
          <a:p>
            <a:pPr>
              <a:spcAft>
                <a:spcPts val="800"/>
              </a:spcAft>
              <a:defRPr sz="1500">
                <a:solidFill>
                  <a:srgbClr val="94A3B8"/>
                </a:solidFill>
              </a:defRPr>
            </a:pPr>
            <a:r>
              <a:t>A: Su cobertura de conductor sin seguro (UM) en su propia póliza suele ser la vía principal. Revise la declaración de cobertura con un abogado; su propia aseguradora también puede disputar el reclamo.</a:t>
            </a:r>
          </a:p>
          <a:p>
            <a:pPr>
              <a:spcAft>
                <a:spcPts val="800"/>
              </a:spcAft>
              <a:defRPr sz="1500">
                <a:solidFill>
                  <a:srgbClr val="94A3B8"/>
                </a:solidFill>
              </a:defRPr>
            </a:pPr>
            <a:r>
              <a:t>Q: ¿Debo dar una declaración grabada a la otra aseguradora?</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Emparejamiento con abogado con licencia</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Emparejamiento gratis en ~60 segundos: https://www.wreckmatch.com/#form</a:t>
            </a:r>
          </a:p>
          <a:p>
            <a:pPr>
              <a:spcAft>
                <a:spcPts val="800"/>
              </a:spcAft>
              <a:defRPr sz="1500">
                <a:solidFill>
                  <a:srgbClr val="94A3B8"/>
                </a:solidFill>
              </a:defRPr>
            </a:pPr>
            <a:r>
              <a:t>Llame al 855 WRECKMATCH (855) 897-3256</a:t>
            </a:r>
          </a:p>
          <a:p>
            <a:pPr>
              <a:spcAft>
                <a:spcPts val="800"/>
              </a:spcAft>
              <a:defRPr sz="1500">
                <a:solidFill>
                  <a:srgbClr val="94A3B8"/>
                </a:solidFill>
              </a:defRPr>
            </a:pPr>
            <a:r>
              <a:t>Artículo completo: https://www.wreckmatch.com/es/blog/black-box-data-after-a-semi-crash-in-wilmington-delaware</a:t>
            </a:r>
          </a:p>
          <a:p>
            <a:pPr>
              <a:spcAft>
                <a:spcPts val="800"/>
              </a:spcAft>
              <a:defRPr sz="1500">
                <a:solidFill>
                  <a:srgbClr val="94A3B8"/>
                </a:solidFill>
              </a:defRPr>
            </a:pPr>
            <a:r>
              <a:t>Sin costo por emparejamiento — honorarios de contingencia.</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Revisado para contexto legal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Judge Roy Waddell — Legal Advisor, WreckMatch LLC.</a:t>
            </a:r>
          </a:p>
          <a:p>
            <a:pPr>
              <a:spcAft>
                <a:spcPts val="800"/>
              </a:spcAft>
              <a:defRPr sz="1500">
                <a:solidFill>
                  <a:srgbClr val="94A3B8"/>
                </a:solidFill>
              </a:defRPr>
            </a:pPr>
            <a:r>
              <a:t>Courtroom and procedural perspective only.</a:t>
            </a:r>
          </a:p>
          <a:p>
            <a:pPr>
              <a:spcAft>
                <a:spcPts val="800"/>
              </a:spcAft>
              <a:defRPr sz="1500">
                <a:solidFill>
                  <a:srgbClr val="94A3B8"/>
                </a:solidFill>
              </a:defRPr>
            </a:pPr>
            <a:r>
              <a:t>Not case-specific legal advice.</a:t>
            </a:r>
          </a:p>
          <a:p>
            <a:pPr>
              <a:spcAft>
                <a:spcPts val="800"/>
              </a:spcAft>
              <a:defRPr sz="1500">
                <a:solidFill>
                  <a:srgbClr val="94A3B8"/>
                </a:solidFill>
              </a:defRPr>
            </a:pPr>
            <a:r>
              <a:t>Guía: https://www.wreckmatch.com/es/blog/black-box-data-after-a-semi-crash-in-wilmington-delaware</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Black Box Data After a Semi Crash in Wilmington, Delaware</dc:title>
  <dc:subject>WreckMatch educational guide — Truck Accidents</dc:subject>
  <dc:creator/>
  <cp:keywords>WreckMatch, car accident, Delaware, Truck Accidents, black box data after a semi crash in wilmington delaware, personal injury, attorney matching</cp:keywords>
  <dc:description>Gold-tier presentation summary for https://www.wreckmatch.com/es/blog/black-box-data-after-a-semi-crash-in-wilmington-delaware. Educational only; not a law firm.</dc:description>
  <cp:lastModifiedBy>Steve Canny</cp:lastModifiedBy>
  <cp:revision>1</cp:revision>
  <dcterms:created xsi:type="dcterms:W3CDTF">2013-01-27T09:14:16Z</dcterms:created>
  <dcterms:modified xsi:type="dcterms:W3CDTF">2013-01-27T09:15:58Z</dcterms:modified>
  <cp:category>Legal Education</cp:category>
</cp:coreProperties>
</file>