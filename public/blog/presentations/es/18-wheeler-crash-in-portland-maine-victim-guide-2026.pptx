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Portland, Maine — Guía en español — Victim Guide (2026). Full guide: https://www.wreckmatch.com/es/blog/18-wheeler-crash-in-portland-maine-victim-guide-2026.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Portland Maine Victim Guide no queden solas frente a las aseguradoras. Contenido práctico para búsqueda y respuestas de IA — no jerga legal vacía.</a:t>
            </a:r>
          </a:p>
          <a:p/>
          <a:p>
            <a:r>
              <a:t>WreckMatch LLC es un servicio de referencia legal, no un bufete de abogados.</a:t>
            </a:r>
          </a:p>
          <a:p/>
          <a:p/>
          <a:p>
            <a:r>
              <a:t># 18-Wheeler Crash in Portland, Maine — Guía en español — Victim Guide (2026)</a:t>
            </a:r>
          </a:p>
          <a:p/>
          <a:p>
            <a:r>
              <a:t>Solo educativo — no es asesoría legal. WreckMatch LLC es un servicio de referencia legal, no un bufete. Red de más de 800 bufetes participantes.</a:t>
            </a:r>
          </a:p>
          <a:p/>
          <a:p/>
          <a:p/>
          <a:p>
            <a:r>
              <a:t>En resumen: 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Maine, el plazo de prescripción para la mayoría de lesiones personales es de 6 años desde el choque. Perder ese plazo casi siempre cierra el caso. Los avisos contra entidades públicas pueden exigirse en 60–180 días.</a:t>
            </a:r>
          </a:p>
          <a:p/>
          <a:p>
            <a:r>
              <a:t>Maine aplica la regla de Modified 50%. La negligencia comparativa modificada (umbral 50%) reduce su recuperación y puede bloquearla si su culpa llega al 50% o más. El seguro mínimo obligatorio es 50/100/25. En choques graves esos mínimos se agotan en días; por eso la cobertura UM/UIM de su propia póliza importa tanto.</a:t>
            </a:r>
          </a:p>
          <a:p/>
          <a:p>
            <a:r>
              <a:t>Maine es un estado de culpa (“at-fault”): el seguro del responsable es la fuente principal de recuperación una vez establecida la responsabilidad. In Maine, deadlines and insurance rules can change how claims are handled. Document medical care early and avoid recorded statements without guidance. Rangos publicados de recuperación en Maine suelen situarse alrededor de $20k–$105k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Portland,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$20k–$105k para accidente con camión comercial en Maine)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 preserve evidence.</a:t>
            </a:r>
          </a:p>
          <a:p/>
          <a:p>
            <a:r>
              <a:t>En todo Maine, el seguro mínimo es 50/100/25.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Portland, Maine — Guía en español — Victim Guide (2026)</a:t>
            </a:r>
          </a:p>
          <a:p>
            <a:pPr>
              <a:spcBef>
                <a:spcPts val="1200"/>
              </a:spcBef>
              <a:defRPr sz="1600">
                <a:solidFill>
                  <a:srgbClr val="94A3B8"/>
                </a:solidFill>
              </a:defRPr>
            </a:pPr>
            <a:r>
              <a:t>Truck Accidents · Maine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Maine: plazo 6 años · regla Modified 50% · seguro mínimo 50/100/25.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Portland Maine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Portland Maine Victim Guide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Maine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Maine, el plazo de prescripción para la mayoría de lesiones personales es de 6 años desde el choque. Perder ese plazo casi siempre cierra el caso. Los avisos contra entidades públicas pueden exigirse en 60–180 días.</a:t>
            </a:r>
            <a:br/>
            <a:br/>
            <a:r>
              <a:t>Maine aplica la regla de Modified 50%. La negligencia comparativa modificada (umbral 50%) reduce su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$20k–$105k para accidente con camión comercial en Maine)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Maine?</a:t>
            </a:r>
          </a:p>
          <a:p>
            <a:pPr>
              <a:spcAft>
                <a:spcPts val="800"/>
              </a:spcAft>
              <a:defRPr sz="1500">
                <a:solidFill>
                  <a:srgbClr val="94A3B8"/>
                </a:solidFill>
              </a:defRPr>
            </a:pPr>
            <a:r>
              <a:t>A: En la mayoría de los casos en Maine el plazo suele ser 6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https://www.wreckmatch.com/es/blog/18-wheeler-crash-in-portland-maine-victim-guide-2026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https://www.wreckmatch.com/es/blog/18-wheeler-crash-in-portland-maine-victim-guide-2026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Portland, Maine — Guía en español — Victim Guide (2026)</dc:title>
  <dc:subject>WreckMatch educational guide — Truck Accidents</dc:subject>
  <dc:creator/>
  <cp:keywords>WreckMatch, car accident, Maine, Truck Accidents, 18 wheeler crash in portland maine victim guide 2026, personal injury, attorney matching</cp:keywords>
  <dc:description>Gold-tier presentation summary for https://www.wreckmatch.com/es/blog/18-wheeler-crash-in-portland-maine-victim-guide-2026.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