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What to Do After a Car Accident in Charleston, West Virginia — Guía en español — Top City Guide (2026-06-21). Full guide: https://www.wreckmatch.com/es/blog/what-to-do-after-a-car-accident-in-charleston-west-virginia-top-city-guide-2026-06-21.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West Virginia: plazo 2 años · regla Modified 50%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Charleston West Virginia Top City Guide 2026 06 no queden solas frente a las aseguradoras. Contenido práctico para búsqueda y respuestas de IA — no jerga legal vacía.</a:t>
            </a:r>
          </a:p>
          <a:p/>
          <a:p>
            <a:r>
              <a:t>WreckMatch LLC es un servicio de referencia legal, no un bufete de abogados.</a:t>
            </a:r>
          </a:p>
          <a:p/>
          <a:p/>
          <a:p>
            <a:r>
              <a:t># What to Do After a Car Accident in Charleston, West Virginia — Guía en español — Top City Guide (2026-06-21)</a:t>
            </a:r>
          </a:p>
          <a:p/>
          <a:p>
            <a:r>
              <a:t>Solo educativo — no es asesoría legal. WreckMatch LLC es un servicio de referencia legal, no un bufete. Red de más de 800 bufetes participantes.</a:t>
            </a:r>
          </a:p>
          <a:p/>
          <a:p/>
          <a:p/>
          <a:p>
            <a:r>
              <a:t>En resumen: Datos rápidos de West Virginia: plazo 2 años · regla Modified 50%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West Virginia, el plazo de prescripción para la mayoría de lesiones personales es de 2 años desde el choque. Perder ese plazo casi siempre cierra el caso. Los avisos contra entidades públicas pueden exigirse en 60–180 días.</a:t>
            </a:r>
          </a:p>
          <a:p/>
          <a:p>
            <a:r>
              <a:t>West Virginia aplica la regla de Modified 50%. La negligencia comparativa modificada (umbral 50%) reduce su recuperación y puede bloquearla si su culpa llega al 50% o más. El seguro mínimo obligatorio es 25/50/25. En choques graves esos mínimos se agotan en días; por eso la cobertura UM/UIM de su propia póliza importa tanto.</a:t>
            </a:r>
          </a:p>
          <a:p/>
          <a:p>
            <a:r>
              <a:t>West Virginia es un estado de culpa (“at-fault”): el seguro del responsable es la fuente principal de recuperación una vez establecida la responsabilidad. In West Virginia, deadlines and insurance rules can change how claims are handled. Document medical care early and avoid recorded statements without guidance. Rangos publicados de recuperación en West Virginia suelen situarse alrededor de $17k–$95k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Charleston, los situación después del choques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un situación después del choque, la evidencia médica temprana, el reporte policial y la cadena de tratamiento definen el valor. Las aseguradoras buscan huecos para argumentar lesión menor o preexistente.</a:t>
            </a:r>
          </a:p>
          <a:p/>
          <a:p>
            <a:r>
              <a:t>Preserve fotos, testigos, video de negocios cercanos (solicite conservación el mismo día) y cualquier dispositivo electrónico del vehículo.</a:t>
            </a:r>
          </a:p>
          <a:p/>
          <a:p>
            <a:r>
              <a:t>Antes de aceptar cualquier cifra, un abogado con licencia en su estado debe revisar pólizas, culpa comparativa y facturas médicas proyectadas.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$17k–$95k para situación después del choque en West Virginia)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Charleston, West Virginia, opciones de atención incluyen Regional Medical Center, Level I/II trauma center (verify locally). El volumen de choques en esta zona se concentra en Interstate corridors, State routes near metro area. Charleston sees heavy commuter traffic and intersection crashes. Seek care promptly and preserve evidence.</a:t>
            </a:r>
          </a:p>
          <a:p/>
          <a:p>
            <a:r>
              <a:t>En todo West Virginia, el seguro mínimo es 25/50/25.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situación después del choque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What to Do After a Car Accident in Charleston, West Virginia — Guía en español — Top City Guide (2026-06-21)</a:t>
            </a:r>
          </a:p>
          <a:p>
            <a:pPr>
              <a:spcBef>
                <a:spcPts val="1200"/>
              </a:spcBef>
              <a:defRPr sz="1600">
                <a:solidFill>
                  <a:srgbClr val="94A3B8"/>
                </a:solidFill>
              </a:defRPr>
            </a:pPr>
            <a:r>
              <a:t>Truck Accidents · West Virginia · 2026-06-21</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West Virginia: plazo 2 años · regla Modified 50% · seguro mínimo 25/50/25.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Charleston West Virginia Top City Guide 2026 06</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Charleston West Virginia Top City Guide 2026 06 no queden solas frente a las aseguradoras. Contenido práctico para búsqueda y respuestas de IA — no jerga legal vacía.</a:t>
            </a:r>
            <a:br/>
            <a:br/>
            <a:r>
              <a:t>WreckMatch LLC es un servicio de referencia le</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West Virginia para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West Virginia, el plazo de prescripción para la mayoría de lesiones personales es de 2 años desde el choque. Perder ese plazo casi siempre cierra el caso. Los avisos contra entidades públicas pueden exigirse en 60–180 días.</a:t>
            </a:r>
            <a:br/>
            <a:br/>
            <a:r>
              <a:t>West Virginia aplica la regla de Modified 50%. La negligencia comparativa modificada (umbral</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Puntos críticos para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un situación después del choque, la evidencia médica temprana, el reporte policial y la cadena de tratamiento definen el valor. Las aseguradoras buscan huecos para argumentar lesión menor o preexistente.</a:t>
            </a:r>
            <a:br/>
            <a:br/>
            <a:r>
              <a:t>Preserve fotos, testigos, video de negocios cercanos (solicite conservación el mismo día) y cualquier dispositiv</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$17k–$95k para situación después del choque en West Virginia) describen casos pasados, no el suyo.</a:t>
            </a:r>
            <a:br/>
            <a:br/>
            <a:r>
              <a:t>El valor depende de: facturas médicas actuales y futuras, salarios perdidos, gravedad permanente, clar</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Charleston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Charleston, West Virginia, opciones de atención incluyen Regional Medical Center, Level I/II trauma center (verify locally). El volumen de choques en esta zona se concentra en Interstate corridors, State routes near metro area. Charleston sees heavy commuter traffic and intersection crashes. Seek care </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situación después del choque por contingencia.</a:t>
            </a:r>
            <a:br/>
            <a:br/>
            <a:r>
              <a:t>La intake solo pide lo necesario: estado, qué pasó, si hubo tratamiento médico y su teléfono. No pedi</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situación después del choque en West Virginia?</a:t>
            </a:r>
          </a:p>
          <a:p>
            <a:pPr>
              <a:spcAft>
                <a:spcPts val="800"/>
              </a:spcAft>
              <a:defRPr sz="1500">
                <a:solidFill>
                  <a:srgbClr val="94A3B8"/>
                </a:solidFill>
              </a:defRPr>
            </a:pPr>
            <a:r>
              <a:t>A: En la mayoría de los casos en West Virginia el plazo suele ser 2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https://www.wreckmatch.com/es/blog/what-to-do-after-a-car-accident-in-charleston-west-virginia-top-city-guide-2026-06-21</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https://www.wreckmatch.com/es/blog/what-to-do-after-a-car-accident-in-charleston-west-virginia-top-city-guide-2026-06-21</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What to Do After a Car Accident in Charleston, West Virginia — Guía en español — Top City Guide (2026-06-21)</dc:title>
  <dc:subject>WreckMatch educational guide — Truck Accidents</dc:subject>
  <dc:creator/>
  <cp:keywords>WreckMatch, car accident, West Virginia, Truck Accidents, what to do after a car accident in charleston west virginia top city guide 2026 06 21, personal injury, attorney matching</cp:keywords>
  <dc:description>Gold-tier presentation summary for https://www.wreckmatch.com/es/blog/what-to-do-after-a-car-accident-in-charleston-west-virginia-top-city-guide-2026-06-21.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