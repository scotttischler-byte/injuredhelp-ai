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Wilmington, Delaware: What to Do (2026). Full guide: https://www.wreckmatch.com/es/blog/semi-truck-accident-in-wilmington-delaware-what-to-do-2026.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Wilmington Delaware What To Do no queden solas frente a las aseguradoras. Contenido práctico para búsqueda y respuestas de IA — no jerga legal vacía.</a:t>
            </a:r>
          </a:p>
          <a:p/>
          <a:p>
            <a:r>
              <a:t>WreckMatch LLC es un servicio de referencia legal, no un bufete de abogados.</a:t>
            </a:r>
          </a:p>
          <a:p/>
          <a:p/>
          <a:p>
            <a:r>
              <a:t># Semi Truck Accident in Wilmington, Delaware: What to Do (2026)</a:t>
            </a:r>
          </a:p>
          <a:p/>
          <a:p>
            <a:r>
              <a:t>Solo educativo — no es asesoría legal. WreckMatch LLC es un servicio de referencia legal, no un bufete. Red de más de 800 bufetes participantes.</a:t>
            </a:r>
          </a:p>
          <a:p/>
          <a:p/>
          <a:p/>
          <a:p>
            <a:r>
              <a:t>En resumen: Datos rápidos de Delaware: plazo 2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Delaware, el plazo de prescripción para la mayoría de lesiones personales es de 2 años desde el choque. Perder ese plazo casi siempre cierra el caso. Los avisos contra entidades públicas pueden exigirse en 60–180 días.</a:t>
            </a:r>
          </a:p>
          <a:p/>
          <a:p>
            <a:r>
              <a:t>Delaware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Delaware es un estado de culpa (“at-fault”): el seguro del responsable es la fuente principal de recuperación una vez establecida la responsabilidad. In Delaware, deadlines and insurance rules can change how claims are handled. Document medical care early and avoid recorded statements without guidance. Rangos publicados de recuperación en Delaware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Wilmington,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Delaware)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promptly and preserve evidence.</a:t>
            </a:r>
          </a:p>
          <a:p/>
          <a:p>
            <a:r>
              <a:t>En todo Delaware,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Wilmington, Delaware: What to Do (2026)</a:t>
            </a:r>
          </a:p>
          <a:p>
            <a:pPr>
              <a:spcBef>
                <a:spcPts val="1200"/>
              </a:spcBef>
              <a:defRPr sz="1600">
                <a:solidFill>
                  <a:srgbClr val="94A3B8"/>
                </a:solidFill>
              </a:defRPr>
            </a:pPr>
            <a:r>
              <a:t>Truck Accidents · Delaware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Delaware: plazo 2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Wilmington Delaware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Wilmington Delaware What To Do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Delaware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Delaware, el plazo de prescripción para la mayoría de lesiones personales es de 2 años desde el choque. Perder ese plazo casi siempre cierra el caso. Los avisos contra entidades públicas pueden exigirse en 60–180 días.</a:t>
            </a:r>
            <a:br/>
            <a:br/>
            <a:r>
              <a:t>Delaware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Delaware)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Wilmington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Wilmington, Delaware, opciones de atención incluyen Regional Medical Center, Level I/II trauma center (verify locally). El volumen de choques en esta zona se concentra en Interstate corridors, State routes near metro area. Wilmington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Delaware?</a:t>
            </a:r>
          </a:p>
          <a:p>
            <a:pPr>
              <a:spcAft>
                <a:spcPts val="800"/>
              </a:spcAft>
              <a:defRPr sz="1500">
                <a:solidFill>
                  <a:srgbClr val="94A3B8"/>
                </a:solidFill>
              </a:defRPr>
            </a:pPr>
            <a:r>
              <a:t>A: En la mayoría de los casos en Delaware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https://www.wreckmatch.com/es/blog/semi-truck-accident-in-wilmington-delaware-what-to-do-2026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https://www.wreckmatch.com/es/blog/semi-truck-accident-in-wilmington-delaware-what-to-do-2026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Wilmington, Delaware: What to Do (2026)</dc:title>
  <dc:subject>WreckMatch educational guide — Truck Accidents</dc:subject>
  <dc:creator/>
  <cp:keywords>WreckMatch, car accident, Delaware, Truck Accidents, semi truck accident in wilmington delaware what to do 2026, personal injury, attorney matching</cp:keywords>
  <dc:description>Gold-tier presentation summary for https://www.wreckmatch.com/es/blog/semi-truck-accident-in-wilmington-delaware-what-to-do-2026.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