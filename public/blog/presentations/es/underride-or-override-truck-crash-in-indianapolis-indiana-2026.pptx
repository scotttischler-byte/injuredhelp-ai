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Underride or Override Truck Crash in Indianapolis, Indiana (2026). Full guide: https://www.wreckmatch.com/es/blog/underride-or-override-truck-crash-in-indianapolis-indiana-2026.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Indianapolis Indiana no queden solas frente a las aseguradoras. Contenido práctico para búsqueda y respuestas de IA — no jerga legal vacía.</a:t>
            </a:r>
          </a:p>
          <a:p/>
          <a:p>
            <a:r>
              <a:t>WreckMatch LLC es un servicio de referencia legal, no un bufete de abogados.</a:t>
            </a:r>
          </a:p>
          <a:p/>
          <a:p/>
          <a:p>
            <a:r>
              <a:t># Underride or Override Truck Crash in Indianapolis, Indiana (2026)</a:t>
            </a:r>
          </a:p>
          <a:p/>
          <a:p>
            <a:r>
              <a:t>Solo educativo — no es asesoría legal. WreckMatch LLC es un servicio de referencia legal, no un bufete. Red de más de 800 bufetes participantes.</a:t>
            </a:r>
          </a:p>
          <a:p/>
          <a:p/>
          <a:p/>
          <a:p>
            <a:r>
              <a:t>En resumen: 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Indiana, el plazo de prescripción para la mayoría de lesiones personales es de 2 años desde el choque. Perder ese plazo casi siempre cierra el caso. Los avisos contra entidades públicas pueden exigirse en 60–180 días.</a:t>
            </a:r>
          </a:p>
          <a:p/>
          <a:p>
            <a:r>
              <a:t>Indiana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Indiana es un estado de culpa (“at-fault”): el seguro del responsable es la fuente principal de recuperación una vez establecida la responsabilidad. In Indiana, deadlines and insurance rules can change how claims are handled. Document medical care early and avoid recorded statements without guidance. Rangos publicados de recuperación en Indiana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Indianapolis,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accidente con camión comercial en Indiana)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promptly and preserve evidence.</a:t>
            </a:r>
          </a:p>
          <a:p/>
          <a:p>
            <a:r>
              <a:t>En todo Indiana,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Underride or Override Truck Crash in Indianapolis, Indiana (2026)</a:t>
            </a:r>
          </a:p>
          <a:p>
            <a:pPr>
              <a:spcBef>
                <a:spcPts val="1200"/>
              </a:spcBef>
              <a:defRPr sz="1600">
                <a:solidFill>
                  <a:srgbClr val="94A3B8"/>
                </a:solidFill>
              </a:defRPr>
            </a:pPr>
            <a:r>
              <a:t>Truck Accidents · Indiana · 2026-06-09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Indiana: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Indianapolis Indiana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Indianapolis Indiana no queden solas frente a las aseguradoras. Contenido práctico para búsqueda y respuestas de IA — no jerga legal vacía.</a:t>
            </a:r>
            <a:br/>
            <a:br/>
            <a:r>
              <a:t>WreckMatch LLC es un servicio de referencia legal, no un bufete de abogad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Indiana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Indiana, el plazo de prescripción para la mayoría de lesiones personales es de 2 años desde el choque. Perder ese plazo casi siempre cierra el caso. Los avisos contra entidades públicas pueden exigirse en 60–180 días.</a:t>
            </a:r>
            <a:br/>
            <a:br/>
            <a:r>
              <a:t>Indiana aplica la regla de Modified 51%. La negligencia comparativa modificada (umbral 51%) permit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accidente con camión comercial en Indiana)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Indiana?</a:t>
            </a:r>
          </a:p>
          <a:p>
            <a:pPr>
              <a:spcAft>
                <a:spcPts val="800"/>
              </a:spcAft>
              <a:defRPr sz="1500">
                <a:solidFill>
                  <a:srgbClr val="94A3B8"/>
                </a:solidFill>
              </a:defRPr>
            </a:pPr>
            <a:r>
              <a:t>A: En la mayoría de los casos en Indiana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https://www.wreckmatch.com/es/blog/underride-or-override-truck-crash-in-indianapolis-indiana-2026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https://www.wreckmatch.com/es/blog/underride-or-override-truck-crash-in-indianapolis-indiana-2026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Underride or Override Truck Crash in Indianapolis, Indiana (2026)</dc:title>
  <dc:subject>WreckMatch educational guide — Truck Accidents</dc:subject>
  <dc:creator/>
  <cp:keywords>WreckMatch, car accident, Indiana, Truck Accidents, underride or override truck crash in indianapolis indiana 2026, personal injury, attorney matching</cp:keywords>
  <dc:description>Gold-tier presentation summary for https://www.wreckmatch.com/es/blog/underride-or-override-truck-crash-in-indianapolis-indiana-2026.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