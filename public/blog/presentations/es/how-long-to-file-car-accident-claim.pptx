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 You Have to File a Car Accident Claim?. Full guide: https://www.wreckmatch.com/es/blog/how-long-to-file-car-accident-claim.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How Long Do You Have to File a Car Accident Claim?</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disputa con la aseguradora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disputa con la aseguradora,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 You Have to File a Car Accident Claim?</a:t>
            </a:r>
          </a:p>
          <a:p>
            <a:pPr>
              <a:spcBef>
                <a:spcPts val="1200"/>
              </a:spcBef>
              <a:defRPr sz="1600">
                <a:solidFill>
                  <a:srgbClr val="94A3B8"/>
                </a:solidFill>
              </a:defRPr>
            </a:pPr>
            <a:r>
              <a:t> · 2026-05-12T00:00:00.000Z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How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disputa con la aseguradora en EE. UU.)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https://www.wreckmatch.com/es/blog/how-long-to-file-car-accident-claim</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https://www.wreckmatch.com/es/blog/how-long-to-file-car-accident-claim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 You Have to File a Car Accident Claim?</dc:title>
  <dc:subject>WreckMatch educational guide — </dc:subject>
  <dc:creator/>
  <cp:keywords>WreckMatch, car accident, how long to file car accident claim, personal injury, attorney matching</cp:keywords>
  <dc:description>Gold-tier presentation summary for https://www.wreckmatch.com/es/blog/how-long-to-file-car-accident-claim.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