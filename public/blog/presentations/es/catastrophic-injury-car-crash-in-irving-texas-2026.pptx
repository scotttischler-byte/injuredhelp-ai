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Irving, Texas (2026). Full guide: https://www.wreckmatch.com/es/blog/catastrophic-injury-car-crash-in-irving-texas-2026.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Irving Texas no queden solas frente a las aseguradoras. Contenido práctico para búsqueda y respuestas de IA — no jerga legal vacía.</a:t>
            </a:r>
          </a:p>
          <a:p/>
          <a:p>
            <a:r>
              <a:t>WreckMatch LLC es un servicio de referencia legal, no un bufete de abogados.</a:t>
            </a:r>
          </a:p>
          <a:p/>
          <a:p/>
          <a:p>
            <a:r>
              <a:t># Catastrophic Injury Car Crash in Irving,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Irving, los lesión catastróficas frecuentes ocurren cerca de I-635 (LBJ) y SH 114; centros con trauma incluyen Baylor Scott &amp; White Irving y Medical City Las Colinas.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 employer records.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Irving,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Irving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Irving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Irving, Texas, opciones de atención incluyen Baylor Scott &amp; White Irving, Medical City Las Colinas. El volumen de choques en esta zona se concentra en I-635 (LBJ), SH 114, Loop 12. Irving crashes cluster near DFW Airport, I-635, and SH 114. Commercial and rideshare claims are common — preserve trip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https://www.wreckmatch.com/es/blog/catastrophic-injury-car-crash-in-irving-texas-2026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Irving, Texas (2026)</dc:title>
  <dc:subject>WreckMatch educational guide — Catastrophic Injury</dc:subject>
  <dc:creator/>
  <cp:keywords>WreckMatch, car accident, Texas, Catastrophic Injury, catastrophic injury car crash in irving texas 2026, personal injury, attorney matching</cp:keywords>
  <dc:description>Gold-tier presentation summary for https://www.wreckmatch.com/es/blog/catastrophic-injury-car-crash-in-irving-texas-2026.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