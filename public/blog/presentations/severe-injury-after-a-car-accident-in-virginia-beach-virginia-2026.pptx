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Car Accident in Virginia Beach, Virginia (2026). Full guide: https://www.wreckmatch.com/blog/severe-injury-after-a-car-accident-in-virginia-beach-virginia-2026.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Virginia Beach, Virginia,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Virginia.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Virginia Beach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Virginia fast facts: 2-year statute of limitations · Contributory fault rule · 30/60/20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Virginia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Virginia is 30/60/20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Virginia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Car Accident in Virginia Beach, Virginia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Virginia · 2026-06-07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Virginia Beach, Virginia,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Virginia Beach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Virginia Beach?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Virginia.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Virginia?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Virginia sets a 2-year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https://www.wreckmatch.com/blog/severe-injury-after-a-car-accident-in-virginia-beach-virginia-2026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https://www.wreckmatch.com/blog/severe-injury-after-a-car-accident-in-virginia-beach-virginia-2026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Car Accident in Virginia Beach, Virginia (2026)</dc:title>
  <dc:subject>WreckMatch educational guide — Severe Injury</dc:subject>
  <dc:creator/>
  <cp:keywords>WreckMatch, car accident, Virginia, Severe Injury, severe injury after a car accident in virginia beach virginia 2026, personal injury, attorney matching</cp:keywords>
  <dc:description>Gold-tier presentation summary for https://www.wreckmatch.com/blog/severe-injury-after-a-car-accident-in-virginia-beach-virginia-2026.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