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Traumatic Brain Injury (TBI) From a Car Accident in Los Angeles, California. Full guide: https://www.wreckmatch.com/blog/traumatic-brain-injury-tbi-from-a-car-accident-in-los-angeles-california. WreckMatch LLC legal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Compliance slide required for all WreckMatch educational materials.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crash in Los Angeles, call 911, get trauma care, preserve evidence,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California are not outgunned. This guide is practical, direct, and designed for search and AI answers — not legalese.</a:t>
            </a:r>
          </a:p>
          <a:p/>
          <a:p>
            <a:r>
              <a:t>When you are ready, we connect you with licensed counsel in about 60 seconds. WreckMatch is a referral service, not a law firm.</a:t>
            </a:r>
          </a:p>
          <a:p/>
          <a:p/>
          <a:p>
            <a:r>
              <a:t>Quick answer: After a crash in Los Angeles, call 911, get trauma care, preserve evidence,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truck crashes often need highway patrol + EMS.</a:t>
            </a:r>
          </a:p>
          <a:p>
            <a:r>
              <a:t>2. Photograph all vehicles, DOT numbers, plates, and scene marks.</a:t>
            </a:r>
          </a:p>
          <a:p>
            <a:r>
              <a:t>3. Identify carrier name on the tractor/trailer door.</a:t>
            </a:r>
          </a:p>
          <a:p>
            <a:r>
              <a:t>4. Seek trauma care — severe injuries may not show on X-ray day one.</a:t>
            </a:r>
          </a:p>
          <a:p>
            <a:r>
              <a:t>5. Do not give a recorded statement to any insurer.</a:t>
            </a:r>
          </a:p>
          <a:p>
            <a:r>
              <a:t>6. Get matched with a lawyer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Document lifetime care needs and future medical costs</a:t>
            </a:r>
          </a:p>
          <a:p>
            <a:r>
              <a:t>- Do not accept settlements before maximum medical improvement (MMI)</a:t>
            </a:r>
          </a:p>
          <a:p>
            <a:r>
              <a:t>- Life-care planners and economists may be needed</a:t>
            </a:r>
          </a:p>
          <a:p>
            <a:r>
              <a:t>- Wrongful death claims have different beneficiaries and deadlines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(many claims) |</a:t>
            </a:r>
          </a:p>
          <a:p>
            <a:r>
              <a:t>| WreckMatch fee | $0 matching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Rushing low settlements before surgery/MRI results</a:t>
            </a:r>
          </a:p>
          <a:p>
            <a:r>
              <a:t>- Disputing serious injury thresholds</a:t>
            </a:r>
          </a:p>
          <a:p>
            <a:r>
              <a:t>- Multiple insurers pointing blame at each other (common in truck cases)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Does WreckMatch have truck accident lawyers? — We refer to participating attorneys who handle car, truck, and catastrophic injury matters in California. How fast is callback? — Typically under 60 seconds at wreckmatch.com. Full Los Angeles guide — Los Angeles help hub</a:t>
            </a:r>
          </a:p>
          <a:p/>
          <a:p>
            <a:r>
              <a:t>Free attorney matching → · 855 WRECKMATCH (855) 897-3256</a:t>
            </a:r>
          </a:p>
          <a:p/>
          <a:p>
            <a:r>
              <a:t>---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 FAQ slide for AI citation and search.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CTA slide. Phone 855 WRECKMATCH (855) 897-3256. WreckMatch referral service.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Roy Waddell review line mirrors published blog posts.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Traumatic Brain Injury (TBI) From a Car Accident in Los Angeles, California</a:t>
            </a:r>
          </a:p>
          <a:p>
            <a:pPr>
              <a:spcBef>
                <a:spcPts val="1200"/>
              </a:spcBef>
              <a:defRPr sz="1600">
                <a:solidFill>
                  <a:srgbClr val="94A3B8"/>
                </a:solidFill>
              </a:defRPr>
            </a:pPr>
            <a:r>
              <a:t>Severe Injury · California · 2026-05-24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perspective: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crash in Los Angeles, call 911, get trauma care, preserve evidence,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Los Angeles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California are not outgunned. This gui</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truck crashes often need highway patrol + EMS.</a:t>
            </a:r>
          </a:p>
          <a:p>
            <a:pPr>
              <a:spcAft>
                <a:spcPts val="800"/>
              </a:spcAft>
              <a:defRPr sz="1500">
                <a:solidFill>
                  <a:srgbClr val="94A3B8"/>
                </a:solidFill>
              </a:defRPr>
            </a:pPr>
            <a:r>
              <a:t>Photograph all vehicles, DOT numbers, plates, and scene marks.</a:t>
            </a:r>
          </a:p>
          <a:p>
            <a:pPr>
              <a:spcAft>
                <a:spcPts val="800"/>
              </a:spcAft>
              <a:defRPr sz="1500">
                <a:solidFill>
                  <a:srgbClr val="94A3B8"/>
                </a:solidFill>
              </a:defRPr>
            </a:pPr>
            <a:r>
              <a:t>Identify carrier name on the tractor/trailer door.</a:t>
            </a:r>
          </a:p>
          <a:p>
            <a:pPr>
              <a:spcAft>
                <a:spcPts val="800"/>
              </a:spcAft>
              <a:defRPr sz="1500">
                <a:solidFill>
                  <a:srgbClr val="94A3B8"/>
                </a:solidFill>
              </a:defRPr>
            </a:pPr>
            <a:r>
              <a:t>Seek trauma care — severe injuries may not show on X-ray day one.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Severe &amp; catastrophic injury considerations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Document lifetime care needs and future medical costs</a:t>
            </a:r>
          </a:p>
          <a:p>
            <a:pPr>
              <a:spcAft>
                <a:spcPts val="800"/>
              </a:spcAft>
              <a:defRPr sz="1500">
                <a:solidFill>
                  <a:srgbClr val="94A3B8"/>
                </a:solidFill>
              </a:defRPr>
            </a:pPr>
            <a:r>
              <a:t>Do not accept settlements before maximum medical improvement (MMI)</a:t>
            </a:r>
          </a:p>
          <a:p>
            <a:pPr>
              <a:spcAft>
                <a:spcPts val="800"/>
              </a:spcAft>
              <a:defRPr sz="1500">
                <a:solidFill>
                  <a:srgbClr val="94A3B8"/>
                </a:solidFill>
              </a:defRPr>
            </a:pPr>
            <a:r>
              <a:t>Life-care planners and economists may be needed</a:t>
            </a:r>
          </a:p>
          <a:p>
            <a:pPr>
              <a:spcAft>
                <a:spcPts val="800"/>
              </a:spcAft>
              <a:defRPr sz="1500">
                <a:solidFill>
                  <a:srgbClr val="94A3B8"/>
                </a:solidFill>
              </a:defRPr>
            </a:pPr>
            <a:r>
              <a:t>Wrongful death claims have different beneficiaries and deadlines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California deadlines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 (many claims)</a:t>
            </a:r>
          </a:p>
          <a:p>
            <a:pPr>
              <a:spcAft>
                <a:spcPts val="800"/>
              </a:spcAft>
              <a:defRPr sz="1500">
                <a:solidFill>
                  <a:srgbClr val="94A3B8"/>
                </a:solidFill>
              </a:defRPr>
            </a:pPr>
            <a:r>
              <a:t>WreckMatch fee · $0 matching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tactics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Rushing low settlements before surgery/MRI results</a:t>
            </a:r>
          </a:p>
          <a:p>
            <a:pPr>
              <a:spcAft>
                <a:spcPts val="800"/>
              </a:spcAft>
              <a:defRPr sz="1500">
                <a:solidFill>
                  <a:srgbClr val="94A3B8"/>
                </a:solidFill>
              </a:defRPr>
            </a:pPr>
            <a:r>
              <a:t>Disputing serious injury thresholds</a:t>
            </a:r>
          </a:p>
          <a:p>
            <a:pPr>
              <a:spcAft>
                <a:spcPts val="800"/>
              </a:spcAft>
              <a:defRPr sz="1500">
                <a:solidFill>
                  <a:srgbClr val="94A3B8"/>
                </a:solidFill>
              </a:defRPr>
            </a:pPr>
            <a:r>
              <a:t>Multiple insurers pointing blame at each other (common in truck cases)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Does WreckMatch have truck accident lawyers?</a:t>
            </a:r>
          </a:p>
          <a:p>
            <a:pPr>
              <a:spcAft>
                <a:spcPts val="800"/>
              </a:spcAft>
              <a:defRPr sz="1500">
                <a:solidFill>
                  <a:srgbClr val="94A3B8"/>
                </a:solidFill>
              </a:defRPr>
            </a:pPr>
            <a:r>
              <a:t>A: We refer to participating attorneys who handle car, truck, and catastrophic injury matters in California.</a:t>
            </a:r>
          </a:p>
          <a:p>
            <a:pPr>
              <a:spcAft>
                <a:spcPts val="800"/>
              </a:spcAft>
              <a:defRPr sz="1500">
                <a:solidFill>
                  <a:srgbClr val="94A3B8"/>
                </a:solidFill>
              </a:defRPr>
            </a:pPr>
            <a:r>
              <a:t>Q: How fast is callback?</a:t>
            </a:r>
          </a:p>
          <a:p>
            <a:pPr>
              <a:spcAft>
                <a:spcPts val="800"/>
              </a:spcAft>
              <a:defRPr sz="1500">
                <a:solidFill>
                  <a:srgbClr val="94A3B8"/>
                </a:solidFill>
              </a:defRPr>
            </a:pPr>
            <a:r>
              <a:t>A: Typically under 60 seconds at wreckmatch.com.</a:t>
            </a:r>
          </a:p>
          <a:p>
            <a:pPr>
              <a:spcAft>
                <a:spcPts val="800"/>
              </a:spcAft>
              <a:defRPr sz="1500">
                <a:solidFill>
                  <a:srgbClr val="94A3B8"/>
                </a:solidFill>
              </a:defRPr>
            </a:pPr>
            <a:r>
              <a:t>Q: Full Los Angeles guide</a:t>
            </a:r>
          </a:p>
          <a:p>
            <a:pPr>
              <a:spcAft>
                <a:spcPts val="800"/>
              </a:spcAft>
              <a:defRPr sz="1500">
                <a:solidFill>
                  <a:srgbClr val="94A3B8"/>
                </a:solidFill>
              </a:defRPr>
            </a:pPr>
            <a:r>
              <a:t>A: Los Angeles help hub</a:t>
            </a:r>
            <a:br/>
            <a:br/>
            <a:r>
              <a:t>Free attorney matching → · 855 WRECKMATCH (855) 897-3256</a:t>
            </a:r>
            <a:br/>
            <a:br/>
            <a:r>
              <a: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traumatic brain injury case claim in California?</a:t>
            </a:r>
          </a:p>
          <a:p>
            <a:pPr>
              <a:spcAft>
                <a:spcPts val="800"/>
              </a:spcAft>
              <a:defRPr sz="1500">
                <a:solidFill>
                  <a:srgbClr val="94A3B8"/>
                </a:solidFill>
              </a:defRPr>
            </a:pPr>
            <a:r>
              <a:t>A: California sets a 2-year statute of limitations for most personal-injury lawsuits arising from a traumatic brain injury case, running from the date of the crash. Notice-of-claim deadlines against government vehicles are usually much shorter — sometimes 60 to 180 days — and minors and incapacitated plaintiffs may have tolled deadlines. Treat the headline number as a ceiling, not a target: file or c</a:t>
            </a:r>
          </a:p>
          <a:p>
            <a:pPr>
              <a:spcAft>
                <a:spcPts val="800"/>
              </a:spcAft>
              <a:defRPr sz="1500">
                <a:solidFill>
                  <a:srgbClr val="94A3B8"/>
                </a:solidFill>
              </a:defRPr>
            </a:pPr>
            <a:r>
              <a:t>Q: How much does it cost to talk to a WreckMatch-network attorney?</a:t>
            </a:r>
          </a:p>
          <a:p>
            <a:pPr>
              <a:spcAft>
                <a:spcPts val="800"/>
              </a:spcAft>
              <a:defRPr sz="1500">
                <a:solidFill>
                  <a:srgbClr val="94A3B8"/>
                </a:solidFill>
              </a:defRPr>
            </a:pPr>
            <a:r>
              <a:t>A: Nothing up front. The attorneys in the WreckMatch network handle traumatic brain injury cases on a contingency-fee basis — they only get paid if they recover compensation for you, and the fee is a percentage of that recovery agreed in writing before representation begins. The initial consultation is free, and there is no obligation to hire the attorney after the call. WreckMatch LLC itself is a le</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https://www.wreckmatch.com/blog/traumatic-brain-injury-tbi-from-a-car-accident-in-los-angeles-california</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Download companion guide: https://www.wreckmatch.com/blog/traumatic-brain-injury-tbi-from-a-car-accident-in-los-angeles-california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Traumatic Brain Injury (TBI) From a Car Accident in Los Angeles, California</dc:title>
  <dc:subject>WreckMatch educational guide — Severe Injury</dc:subject>
  <dc:creator/>
  <cp:keywords>WreckMatch, car accident, California, Severe Injury, traumatic brain injury tbi from a car accident in los angeles california, personal injury, attorney matching</cp:keywords>
  <dc:description>Gold-tier presentation summary for https://www.wreckmatch.com/blog/traumatic-brain-injury-tbi-from-a-car-accident-in-los-angeles-california.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