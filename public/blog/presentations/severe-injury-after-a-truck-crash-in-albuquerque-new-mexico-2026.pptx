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Albuquerque, New Mexico (2026). Full guide: https://www.wreckmatch.com/blog/severe-injury-after-a-truck-crash-in-albuquerque-new-mexico-2026.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Albuquerque, New Mexico,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New Mexico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New Mexico.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Albuquerque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New Mexico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New Mexico,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New Mexico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New Mexico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New Mexico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New Mexico,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Albuquerque, New Mexico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New Mexico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Albuquerque, New Mexico,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Albuquerque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New Mexico are not outgunned.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Albuquerque?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Mexico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New Mexico.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Mexico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New Mexico,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New Mexico?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New Mexico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https://www.wreckmatch.com/blog/severe-injury-after-a-truck-crash-in-albuquerque-new-mexico-2026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https://www.wreckmatch.com/blog/severe-injury-after-a-truck-crash-in-albuquerque-new-mexico-2026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Albuquerque, New Mexico (2026)</dc:title>
  <dc:subject>WreckMatch educational guide — Severe Injury</dc:subject>
  <dc:creator/>
  <cp:keywords>WreckMatch, car accident, New Mexico, Severe Injury, severe injury after a truck crash in albuquerque new mexico 2026, personal injury, attorney matching</cp:keywords>
  <dc:description>Gold-tier presentation summary for https://www.wreckmatch.com/blog/severe-injury-after-a-truck-crash-in-albuquerque-new-mexico-2026.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