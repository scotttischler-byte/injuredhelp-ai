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Louisville? (Kentucky 2026). Full guide: https://www.wreckmatch.com/blog/insurance-denied-your-claim-in-louisville-kentucky-2026.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Louisville? (Kentucky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https://www.wreckmatch.com/blog/insurance-denied-your-claim-in-louisville-kentucky-2026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https://www.wreckmatch.com/blog/insurance-denied-your-claim-in-louisville-kentucky-2026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Louisville? (Kentucky 2026)</dc:title>
  <dc:subject>WreckMatch educational guide — Kentucky</dc:subject>
  <dc:creator/>
  <cp:keywords>WreckMatch, car accident, Kentucky, Kentucky, insurance denied your claim in louisville kentucky 2026, personal injury, attorney matching</cp:keywords>
  <dc:description>Gold-tier presentation summary for https://www.wreckmatch.com/blog/insurance-denied-your-claim-in-louisville-kentucky-2026.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