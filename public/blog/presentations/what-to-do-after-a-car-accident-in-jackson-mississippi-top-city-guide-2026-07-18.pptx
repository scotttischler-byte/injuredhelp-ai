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Jackson, Mississippi — Top City Guide (2026-07-18). Full guide: https://www.wreckmatch.com/blog/what-to-do-after-a-car-accident-in-jackson-mississippi-top-city-guide-2026-07-18.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Jackson, Mississippi,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Mississippi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Mississippi.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Jackson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Mississippi fast facts: 3-year statute of limitations · Pure comparative fault rule · 25/50/25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Mississippi, the statute of limitations on most personal-injury claims is 3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Mississippi follows the Pure comparative rule for fault allocation. Pure comparative negligence reduces your recovery in proportion to your share of fault, but never bars it. A driver found 30% responsible can still recover 70% of damages. The minimum liability insurance every driver must carry in Mississippi is 25/50/25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Mississippi is an at-fault state. The at-fault driver's liability insurance is the primary source of recovery, and you can pursue compensation for medical bills, lost wages, and pain and suffering once liability is established.</a:t>
            </a:r>
          </a:p>
          <a:p/>
          <a:p>
            <a:r>
              <a:t>In Mississippi, deadlines and in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two days after a crash quietly decide most cases. Insurers train adjusters to call within 24 hours, ask leading questions, and lock in statements that compress case value before victims have seen a doctor or talked to a lawyer. Following a disciplined sequence in the first 48 hours protects you from the most common traps.</a:t>
            </a:r>
          </a:p>
          <a:p/>
          <a:p>
            <a:r>
              <a:t>In Jackson, post-crash situations often happen on or near Interstate corridors and State routes near metro area, and the nearest trauma-capable centers include Regional Medical Center and Level I/II trauma center (verify locally). Going to one of those facilities, even if you "feel fine," is the single most important step in the first 24 hours.</a:t>
            </a:r>
          </a:p>
          <a:p/>
          <a:p>
            <a:r>
              <a:t>1. Call 911 — even for a “minor” crash. The police report is the single most cited document in your case.</a:t>
            </a:r>
          </a:p>
          <a:p>
            <a:r>
              <a:t>2. Take wide-angle and close-up photos of all vehicles, the surrounding intersection, traffic signs, skid marks, debris, and your visible injuries.</a:t>
            </a:r>
          </a:p>
          <a:p>
            <a:r>
              <a:t>3. Get the other driver's name, license, insurance, plate, and a photo of their insurance card. Photograph any commercial markings (DOT number, USDOT, trailer numbers) if a truck is involved.</a:t>
            </a:r>
          </a:p>
          <a:p>
            <a:r>
              <a:t>4. Collect at least two independent witness names and phone numbers. Wi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Jackson, Mississippi — Top City Guide (2026-07-18)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Mississippi · Mississippi · 2026-07-18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Jackson, Mississippi,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Jackson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Mississippi are not outgunned. This gu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Jackson?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Mississippi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Mississippi.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Mississippi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Mississippi, the statute of limitations on most personal-injury claims is 3 years from the date of the crash. Missing that window almost always ends the case — courts dismiss late-filed lawsuits with rare exceptions for minors, mental incapacity, or delayed discovery of injuries. Notice deadlines for claims against 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to do in the first 48 hours after a post-crash situation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even for a “minor” crash. The police report is the single most cited document in your case.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Take wide-angle and close-up photos of all vehicles, the surrounding intersection, traffic signs, skid marks, debris, and your visible injuries.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the other driver's name, license, insurance, plate, and a photo of their insurance card. Photograph any commercial markings (DOT number, USDOT, trailer numbers) if a truck is involved.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Collect at least two independent witness names and phone numbers. Witnesses move and disappear within weeks.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Decline to give a recorded statement to any insurance company — yours or theirs — until you have spoken with a lawyer.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the same day or the next. Gaps in treatment are the #1 line item adjusters use to reduce settlement offers.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Preserve everything: the damaged vehicle, clothing worn during the crash, GPS device, dashcam SD card, and your phone's location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Mississippi?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Mississippi sets a 3-year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https://www.wreckmatch.com/blog/what-to-do-after-a-car-accident-in-jackson-mississippi-top-city-guide-2026-07-18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https://www.wreckmatch.com/blog/what-to-do-after-a-car-accident-in-jackson-mississippi-top-city-guide-2026-07-18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Jackson, Mississippi — Top City Guide (2026-07-18)</dc:title>
  <dc:subject>WreckMatch educational guide — Mississippi</dc:subject>
  <dc:creator/>
  <cp:keywords>WreckMatch, car accident, Mississippi, Mississippi, what to do after a car accident in jackson mississippi top city guide 2026 07 18, personal injury, attorney matching</cp:keywords>
  <dc:description>Gold-tier presentation summary for https://www.wreckmatch.com/blog/what-to-do-after-a-car-accident-in-jackson-mississippi-top-city-guide-2026-07-18.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