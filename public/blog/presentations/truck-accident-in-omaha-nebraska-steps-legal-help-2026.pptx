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Truck Accident in Omaha, Nebraska: Steps &amp; Legal Help (2026). Full guide: https://www.wreckmatch.com/blog/truck-accident-in-omaha-nebraska-steps-legal-help-2026.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Omaha, Nebraska,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Nebraska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Nebraska.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Omaha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Nebraska fast facts: 4-year statute of limitations · Modified comparative fault rule · 25/50/25 minimum auto liability insurance.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Nebraska, the statute of limitations on most personal-injury claims is 4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Nebraska follows the Modified comparative rule for fault allocation. Comparative-fault rules can shrink or eliminate recovery once your assigned share of fault reaches a threshold, so locking in the at-fault driver's responsibility early is critical. The minimum liability insurance every driver must carry in Nebraska is 25/50/25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Nebraska is an at-fault state. The at-fault driver's liability insurance is the primary source of recovery, and you can pursue compensation for medical bills, lost wages, and pain and suffering once liability is established.</a:t>
            </a:r>
          </a:p>
          <a:p/>
          <a:p>
            <a:r>
              <a:t>In Nebraska, deadlines and ins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Truck Accident in Omaha, Nebraska: Steps &amp; Legal Help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Nebraska · 2026-06-08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Omaha, Nebraska,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Omaha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Nebraska are not outgunned. This guide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Omaha?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Nebraska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Nebraska.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Nebraska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Nebraska, the statute of limitations on most personal-injury claims is 4 years from the date of the crash. Missing that window almost always ends the case — courts dismiss late-filed lawsuits with rare exceptions for minors, mental incapacity, or delayed discovery of injuries. Notice deadlines for claims against gov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Nebraska?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Nebraska sets a 4-year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 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https://www.wreckmatch.com/blog/truck-accident-in-omaha-nebraska-steps-legal-help-2026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https://www.wreckmatch.com/blog/truck-accident-in-omaha-nebraska-steps-legal-help-2026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Truck Accident in Omaha, Nebraska: Steps &amp; Legal Help (2026)</dc:title>
  <dc:subject>WreckMatch educational guide — Truck Accidents</dc:subject>
  <dc:creator/>
  <cp:keywords>WreckMatch, car accident, Nebraska, Truck Accidents, truck accident in omaha nebraska steps legal help 2026, personal injury, attorney matching</cp:keywords>
  <dc:description>Gold-tier presentation summary for https://www.wreckmatch.com/blog/truck-accident-in-omaha-nebraska-steps-legal-help-2026.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