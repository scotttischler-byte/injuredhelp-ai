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California Car Accident Statute of Limitations — Los Angeles (2026). Full guide: https://www.wreckmatch.com/blog/california-car-accident-statute-of-limitations-los-angeles-2026.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Los Angeles, California,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California.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Los Angeles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California fast facts: 2-year statute of limitations · Pure comparative fault rule · 15/30/5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California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California is 15/30/5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California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California,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Los Angeles, filing-deadline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California Car Accident Statute of Limitations — Los Angeles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California · California · 2026-06-02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Los Angeles, California,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Los Angeles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Los Angeles?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California.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legal context for filing-deadline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filing-deadline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filing-deadline situation claim in California?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California sets a 2-year statute of limitations for most personal-injury lawsuits arising from a filing-deadline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filing-deadline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https://www.wreckmatch.com/blog/california-car-accident-statute-of-limitations-los-angeles-2026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https://www.wreckmatch.com/blog/california-car-accident-statute-of-limitations-los-angeles-2026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California Car Accident Statute of Limitations — Los Angeles (2026)</dc:title>
  <dc:subject>WreckMatch educational guide — California</dc:subject>
  <dc:creator/>
  <cp:keywords>WreckMatch, car accident, California, California, california car accident statute of limitations los angeles 2026, personal injury, attorney matching</cp:keywords>
  <dc:description>Gold-tier presentation summary for https://www.wreckmatch.com/blog/california-car-accident-statute-of-limitations-los-angeles-2026.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