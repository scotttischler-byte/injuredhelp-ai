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Ohio Car Accident Statute of Limitations — Columbus (2026). Full guide: https://www.wreckmatch.com/blog/ohio-car-accident-statute-of-limitations-columbus-2026.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Columbus, Ohio,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Ohio.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Columbus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Ohio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Ohio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Ohio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Ohio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Ohio, deadlines and insurance rules can change how claims are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Columbus, filing-deadline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Ohio Car Accident Statute of Limitations — Columbus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Ohio · Ohio · 2026-06-02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Columbus, Ohio,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Columbus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Columbus?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Ohio.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legal context for filing-deadline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filing-deadline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filing-deadline situation claim in Ohio?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Ohio sets a 2-year statute of limitations for most personal-injury lawsuits arising from a filing-deadline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filing-deadline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https://www.wreckmatch.com/blog/ohio-car-accident-statute-of-limitations-columbus-2026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https://www.wreckmatch.com/blog/ohio-car-accident-statute-of-limitations-columbus-2026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Ohio Car Accident Statute of Limitations — Columbus (2026)</dc:title>
  <dc:subject>WreckMatch educational guide — Ohio</dc:subject>
  <dc:creator/>
  <cp:keywords>WreckMatch, car accident, Ohio, Ohio, ohio car accident statute of limitations columbus 2026, personal injury, attorney matching</cp:keywords>
  <dc:description>Gold-tier presentation summary for https://www.wreckmatch.com/blog/ohio-car-accident-statute-of-limitations-columbus-2026.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