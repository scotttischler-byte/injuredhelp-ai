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Car Accident in Seattle, Washington (2026). Full guide: https://www.wreckmatch.com/blog/severe-injury-after-a-car-accident-in-seattle-washington-2026.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Seattle, Washington,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Car Accident in Seattle, Washington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Washington · 2026-06-07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Seattle, Washington,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https://www.wreckmatch.com/blog/severe-injury-after-a-car-accident-in-seattle-washington-2026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https://www.wreckmatch.com/blog/severe-injury-after-a-car-accident-in-seattle-washington-2026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Car Accident in Seattle, Washington (2026)</dc:title>
  <dc:subject>WreckMatch educational guide — Severe Injury</dc:subject>
  <dc:creator/>
  <cp:keywords>WreckMatch, car accident, Washington, Severe Injury, severe injury after a car accident in seattle washington 2026, personal injury, attorney matching</cp:keywords>
  <dc:description>Gold-tier presentation summary for https://www.wreckmatch.com/blog/severe-injury-after-a-car-accident-in-seattle-washington-2026.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