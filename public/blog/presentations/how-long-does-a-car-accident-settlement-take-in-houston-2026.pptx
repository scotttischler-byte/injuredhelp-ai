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Houston? (2026). Full guide: https://www.wreckmatch.com/blog/how-long-does-a-car-accident-settlement-take-in-houston-2026.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a:t>
            </a:r>
          </a:p>
          <a:p/>
          <a:p>
            <a:r>
              <a:t>Reviewed for legal context by Judge Roy Waddell, Legal Advisor at WreckMatch LLC — courtroom and procedural perspective only; not legal advice for your specific case.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Houston?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(978) 515-6063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br/>
            <a:br/>
            <a:r>
              <a:t>Reviewed for legal context by Judge Roy Waddell, Legal Advisor at WreckMatch LLC — courtroom and procedural perspective only; not legal advice for your 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https://www.wreckmatch.com/blog/how-long-does-a-car-accident-settlement-take-in-houston-2026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Houston? (2026)</dc:title>
  <dc:subject>WreckMatch educational guide — Texas</dc:subject>
  <dc:creator/>
  <cp:keywords>WreckMatch, car accident, Texas, Texas, how long does a car accident settlement take in houston 2026, personal injury, attorney matching</cp:keywords>
  <dc:description>Gold-tier presentation summary for https://www.wreckmatch.com/blog/how-long-does-a-car-accident-settlement-take-in-houston-2026.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