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Honolulu, Hawaii — Top City Guide (2026-06-23). Full guide: https://www.wreckmatch.com/blog/what-to-do-after-a-car-accident-in-honolulu-hawaii-top-city-guide-2026-06-23.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semi truck or crash in Honolulu, Hawaii, call 911, get medical care, preserve evidence including ECM/black box and carrier IDs,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Hawaii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— commercial crashes often need highway patrol, HAZMAT, and EMS.</a:t>
            </a:r>
          </a:p>
          <a:p>
            <a:r>
              <a:t>2. Photograph all units, DOT numbers, plates, carrier logos, and road conditions.</a:t>
            </a:r>
          </a:p>
          <a:p>
            <a:r>
              <a:t>3. Request driver and carrier identification (many defendants may exist).</a:t>
            </a:r>
          </a:p>
          <a:p>
            <a:r>
              <a:t>4. Seek trauma care — internal injuries are common even when you feel “fine.”</a:t>
            </a:r>
          </a:p>
          <a:p>
            <a:r>
              <a:t>5. Do not give a recorded statement to any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Evidence | Why it matters |</a:t>
            </a:r>
          </a:p>
          <a:p>
            <a:r>
              <a:t>|----------|----------------|</a:t>
            </a:r>
          </a:p>
          <a:p>
            <a:r>
              <a:t>| Black box (ECM) data | Speed, braking, hours-of-service |</a:t>
            </a:r>
          </a:p>
          <a:p>
            <a:r>
              <a:t>| Driver logbooks / ELD | FMCSA violations |</a:t>
            </a:r>
          </a:p>
          <a:p>
            <a:r>
              <a:t>| Cargo loading records | Shifted load liability |</a:t>
            </a:r>
          </a:p>
          <a:p>
            <a:r>
              <a:t>| Carrier insurance limits | Often $750K–$1M+ |</a:t>
            </a:r>
          </a:p>
          <a:p/>
          <a:p>
            <a:r>
              <a:t>Direct answer: Truck cases often involve multiple defendants (driver, motor carrier, broker, shipper). Your attorney may send spoliation letters immediately so electronic data is preserved.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Hawaii.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Honolulu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Hawaii fast facts: 2-year statute of limitations · Modified 51% fault rule · 20/40/10 minimum auto liability insurance · no-fault state.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Hawaii,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Hawaii follows the Modified 51% rule for fault allocation. Modified 51%-bar comparative negligence lets you recover as long as you are 50% or less at fault, with your recovery reduced by your share. Crossing 51% bars you entirely. The minimum liability insurance every driver must carry in Hawaii is 20/40/10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Hawaii is a no-fault state, meaning your own Personal Injury Protection (PIP) coverage typically pays your initial medical bills regardless of fault. You can usually pursue the at-fault driver only after crossing a "serious injury" threshold defined by Hawaii statute.</a:t>
            </a:r>
          </a:p>
          <a:p/>
          <a:p>
            <a:r>
              <a:t>In Hawaii,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Honolulu, Hawaii — Top City Guide (2026-06-23)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Truck Accidents · Hawaii · 2026-06-23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semi truck or crash in Honolulu, Hawaii, call 911, get medical care, preserve evidence including ECM/black box and carrier IDs,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Honolulu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Hawaii are not outgunned. This guide 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truck crash in Honolulu?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commercial crashes often need highway patrol, HAZMAT, and EMS.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all units, DOT numbers, plates, carrier logos, and road conditions.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Request driver and carrier identification (many defendants may exist).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trauma care — internal injuries are common even when you feel “fine.”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any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Semi truck &amp; commercial vehicle specifics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Evidence · Why it matters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Black box (ECM) data · Speed, braking, hours-of-service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Driver logbooks / ELD · FMCSA violations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Cargo loading records · Shifted load liability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Carrier insurance limits · Often $750K–$1M+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Hawaii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Hawaii.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Hawaii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Hawaii,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Hawaii?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Hawaii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https://www.wreckmatch.com/blog/what-to-do-after-a-car-accident-in-honolulu-hawaii-top-city-guide-2026-06-23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https://www.wreckmatch.com/blog/what-to-do-after-a-car-accident-in-honolulu-hawaii-top-city-guide-2026-06-23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Honolulu, Hawaii — Top City Guide (2026-06-23)</dc:title>
  <dc:subject>WreckMatch educational guide — Truck Accidents</dc:subject>
  <dc:creator/>
  <cp:keywords>WreckMatch, car accident, Hawaii, Truck Accidents, what to do after a car accident in honolulu hawaii top city guide 2026 06 23, personal injury, attorney matching</cp:keywords>
  <dc:description>Gold-tier presentation summary for https://www.wreckmatch.com/blog/what-to-do-after-a-car-accident-in-honolulu-hawaii-top-city-guide-2026-06-23.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