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Manchester, New Hampshire (2026). Full guide: https://www.wreckmatch.com/blog/severe-injury-after-a-truck-crash-in-manchester-new-hampshire-2026.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Manchester, New Hampshire,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Hampshire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New Hampshire.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Manchester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Hampshire fast facts: 3-year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Hampshire,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Hampshire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New Hampshire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Hampshire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New Ham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Manchester, New Hampshire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New Hampshire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Manchester, New Hampshire,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Manchester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Hampshire are not outgunne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Manchester?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Hampshire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New Hampshire.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Hampshire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Hampshire,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New Hampshire?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Hampshire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https://www.wreckmatch.com/blog/severe-injury-after-a-truck-crash-in-manchester-new-hampshire-2026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https://www.wreckmatch.com/blog/severe-injury-after-a-truck-crash-in-manchester-new-hampshire-2026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Manchester, New Hampshire (2026)</dc:title>
  <dc:subject>WreckMatch educational guide — Severe Injury</dc:subject>
  <dc:creator/>
  <cp:keywords>WreckMatch, car accident, New Hampshire, Severe Injury, severe injury after a truck crash in manchester new hampshire 2026, personal injury, attorney matching</cp:keywords>
  <dc:description>Gold-tier presentation summary for https://www.wreckmatch.com/blog/severe-injury-after-a-truck-crash-in-manchester-new-hampshire-2026.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