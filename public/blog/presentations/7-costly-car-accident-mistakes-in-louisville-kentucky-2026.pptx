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7 Costly Car Accident Mistakes in Louisville, Kentucky (2026). Full guide: https://www.wreckmatch.com/blog/7-costly-car-accident-mistakes-in-louisville-kentucky-2026.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Louisville, Kentucky,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Kentucky.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Louisville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Kentucky fast facts: 1-year statute of limitations · Pure comparative fault rule · 25/50/25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Kentucky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Kentucky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Kentucky is a no-fault state, meaning your own Personal Injury Protection (PIP) coverage typically pays your initial medical bills regardless of fault. You can usually pursue the at-fault driver only after crossing a "serious injury" threshold defined by Kentucky statute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Louisville,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7 Costly Car Accident Mistakes in Louisville, Kentucky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Kentucky · Kentucky · 2026-06-04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Louisville, Kentucky,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Louisville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Louisville?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Kentucky.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Kentucky?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Kentucky sets a 1-year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https://www.wreckmatch.com/blog/7-costly-car-accident-mistakes-in-louisville-kentucky-2026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https://www.wreckmatch.com/blog/7-costly-car-accident-mistakes-in-louisville-kentucky-2026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 Costly Car Accident Mistakes in Louisville, Kentucky (2026)</dc:title>
  <dc:subject>WreckMatch educational guide — Kentucky</dc:subject>
  <dc:creator/>
  <cp:keywords>WreckMatch, car accident, Kentucky, Kentucky, 7 costly car accident mistakes in louisville kentucky 2026, personal injury, attorney matching</cp:keywords>
  <dc:description>Gold-tier presentation summary for https://www.wreckmatch.com/blog/7-costly-car-accident-mistakes-in-louisville-kentucky-2026.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