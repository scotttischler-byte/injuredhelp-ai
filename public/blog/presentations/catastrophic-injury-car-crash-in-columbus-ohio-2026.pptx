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Catastrophic Injury Car Crash in Columbus, Ohio (2026). Full guide: https://www.wreckmatch.com/blog/catastrophic-injury-car-crash-in-columbus-ohio-2026.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crash in Columbus, call 911, get trauma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Ohio are not outgunned. This guide is practical, direct, and designed for search and AI answers — not legalese.</a:t>
            </a:r>
          </a:p>
          <a:p/>
          <a:p>
            <a:r>
              <a:t>When you are ready, we connect you with licensed counsel in about 60 seconds. WreckMatch is a referral service, not a law firm.</a:t>
            </a:r>
          </a:p>
          <a:p/>
          <a:p/>
          <a:p>
            <a:r>
              <a:t>Quick answer: After a crash in Columbus, call 911, get trauma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Document lifetime care needs and future medical costs</a:t>
            </a:r>
          </a:p>
          <a:p>
            <a:r>
              <a:t>- Do not accept settlements before maximum medical improvement (MMI)</a:t>
            </a:r>
          </a:p>
          <a:p>
            <a:r>
              <a:t>- Life-care planners and economists may be needed</a:t>
            </a:r>
          </a:p>
          <a:p>
            <a:r>
              <a:t>- Wrongful death claims have different beneficiaries and deadlines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(many claims)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Ohio. How fast is callback? — Typically under 60 seconds at wreckmatch.com. Full Columbus guide — Columbus help hub</a:t>
            </a:r>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Catastrophic Injury Car Crash in Columbus, Ohio (2026)</a:t>
            </a:r>
          </a:p>
          <a:p>
            <a:pPr>
              <a:spcBef>
                <a:spcPts val="1200"/>
              </a:spcBef>
              <a:defRPr sz="1600">
                <a:solidFill>
                  <a:srgbClr val="94A3B8"/>
                </a:solidFill>
              </a:defRPr>
            </a:pPr>
            <a:r>
              <a:t>Catastrophic Injury · Ohio · 2026-05-25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crash in Columbus, call 911, get trauma care, preserve evidence,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Columbus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Ohio are not outgunned. This guide is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Severe &amp; catastrophic injury considerations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Document lifetime care needs and future medical costs</a:t>
            </a:r>
          </a:p>
          <a:p>
            <a:pPr>
              <a:spcAft>
                <a:spcPts val="800"/>
              </a:spcAft>
              <a:defRPr sz="1500">
                <a:solidFill>
                  <a:srgbClr val="94A3B8"/>
                </a:solidFill>
              </a:defRPr>
            </a:pPr>
            <a:r>
              <a:t>Do not accept settlements before maximum medical improvement (MMI)</a:t>
            </a:r>
          </a:p>
          <a:p>
            <a:pPr>
              <a:spcAft>
                <a:spcPts val="800"/>
              </a:spcAft>
              <a:defRPr sz="1500">
                <a:solidFill>
                  <a:srgbClr val="94A3B8"/>
                </a:solidFill>
              </a:defRPr>
            </a:pPr>
            <a:r>
              <a:t>Life-care planners and economists may be needed</a:t>
            </a:r>
          </a:p>
          <a:p>
            <a:pPr>
              <a:spcAft>
                <a:spcPts val="800"/>
              </a:spcAft>
              <a:defRPr sz="1500">
                <a:solidFill>
                  <a:srgbClr val="94A3B8"/>
                </a:solidFill>
              </a:defRPr>
            </a:pPr>
            <a:r>
              <a:t>Wrongful death claims have different beneficiaries and deadlines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Ohio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 (many claims)</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Ohio.</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Columbus guide</a:t>
            </a:r>
          </a:p>
          <a:p>
            <a:pPr>
              <a:spcAft>
                <a:spcPts val="800"/>
              </a:spcAft>
              <a:defRPr sz="1500">
                <a:solidFill>
                  <a:srgbClr val="94A3B8"/>
                </a:solidFill>
              </a:defRPr>
            </a:pPr>
            <a:r>
              <a:t>A: Columbus help hub</a:t>
            </a:r>
            <a:br/>
            <a:br/>
            <a:r>
              <a:t>Free attorney matching → · 855 WRECKMATCH (855) 897-3256</a:t>
            </a:r>
            <a:br/>
            <a:br/>
            <a: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catastrophic-injury case claim in Ohio?</a:t>
            </a:r>
          </a:p>
          <a:p>
            <a:pPr>
              <a:spcAft>
                <a:spcPts val="800"/>
              </a:spcAft>
              <a:defRPr sz="1500">
                <a:solidFill>
                  <a:srgbClr val="94A3B8"/>
                </a:solidFill>
              </a:defRPr>
            </a:pPr>
            <a:r>
              <a:t>A: Ohio sets a 2-year statute of limitations for most personal-injury lawsuits arising from a catastrophic-injury case, running from the date of the crash. Notice-of-claim deadlines against government vehicles are usually much shorter — sometimes 60 to 180 days — and minors and incapacitated plaintiffs may have tolled deadlines. Treat the headline number as a ceiling, not a target: file or consult an</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catastrophic-injury cases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https://www.wreckmatch.com/blog/catastrophic-injury-car-crash-in-columbus-ohio-2026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https://www.wreckmatch.com/blog/catastrophic-injury-car-crash-in-columbus-ohio-2026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Catastrophic Injury Car Crash in Columbus, Ohio (2026)</dc:title>
  <dc:subject>WreckMatch educational guide — Catastrophic Injury</dc:subject>
  <dc:creator/>
  <cp:keywords>WreckMatch, car accident, Ohio, Catastrophic Injury, catastrophic injury car crash in columbus ohio 2026, personal injury, attorney matching</cp:keywords>
  <dc:description>Gold-tier presentation summary for https://www.wreckmatch.com/blog/catastrophic-injury-car-crash-in-columbus-ohio-2026.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