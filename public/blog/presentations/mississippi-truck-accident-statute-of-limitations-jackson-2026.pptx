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Mississippi Truck Accident Statute of Limitations — Jackson (2026). Full guide: https://www.wreckmatch.com/blog/mississippi-truck-accident-statute-of-limitations-jackson-2026.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Jackson, Mississippi,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Mississippi.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Jackson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Mississippi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Mississippi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Mississippi is 25/50/25 (bodily injury per person / per accident / property damage). For serious crashes those minimums are routinely exhausted in days, which is why uninsured/underinsured-motorist (UM/UIM) coverage on your own policy matters so much.</a:t>
            </a:r>
          </a:p>
          <a:p/>
          <a:p>
            <a:r>
              <a:t>Mississippi is an at-fault state. The at-fault driver's liability insurance is the primary source of recovery, and you can pursue compensation for medical bills, lost wages, and pain and suffering once liability is established.</a:t>
            </a:r>
          </a:p>
          <a:p/>
          <a:p>
            <a:r>
              <a:t>In Mississippi, deadlines and 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Jackson,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Mississippi Truck Accident Statute of Limitations — Jackson (2026)</a:t>
            </a:r>
          </a:p>
          <a:p>
            <a:pPr>
              <a:spcBef>
                <a:spcPts val="1200"/>
              </a:spcBef>
              <a:defRPr sz="1600">
                <a:solidFill>
                  <a:srgbClr val="94A3B8"/>
                </a:solidFill>
              </a:defRPr>
            </a:pPr>
            <a:r>
              <a:t>Mississippi · Mississippi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Jackson, Mississippi,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Mississippi.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Mississippi?</a:t>
            </a:r>
          </a:p>
          <a:p>
            <a:pPr>
              <a:spcAft>
                <a:spcPts val="800"/>
              </a:spcAft>
              <a:defRPr sz="1500">
                <a:solidFill>
                  <a:srgbClr val="94A3B8"/>
                </a:solidFill>
              </a:defRPr>
            </a:pPr>
            <a:r>
              <a:t>A: Mississippi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https://www.wreckmatch.com/blog/mississippi-truck-accident-statute-of-limitations-jackson-2026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https://www.wreckmatch.com/blog/mississippi-truck-accident-statute-of-limitations-jackson-2026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Mississippi Truck Accident Statute of Limitations — Jackson (2026)</dc:title>
  <dc:subject>WreckMatch educational guide — Mississippi</dc:subject>
  <dc:creator/>
  <cp:keywords>WreckMatch, car accident, Mississippi, Mississippi, mississippi truck accident statute of limitations jackson 2026, personal injury, attorney matching</cp:keywords>
  <dc:description>Gold-tier presentation summary for https://www.wreckmatch.com/blog/mississippi-truck-accident-statute-of-limitations-jackson-2026.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