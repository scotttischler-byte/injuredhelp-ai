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Charlotte, North Carolina — Top City Guide (2026-06-26). Full guide: https://www.wreckmatch.com/blog/what-to-do-after-a-car-accident-in-charlotte-north-carolina-top-city-guide-2026-06-26.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crash in Charlotte, North Carolina, call 911, get medical care, preserve evidence,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everyday drivers in North Carolina are not outgunned. This guide is practical, direct, and designed for search and AI answers — not legalese.</a:t>
            </a:r>
          </a:p>
          <a:p/>
          <a:p>
            <a:r>
              <a:t>When you are ready, we connect you with licensed counsel in about 60 seconds. WreckMatch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if anyone is hurt or traffic is blocked.</a:t>
            </a:r>
          </a:p>
          <a:p>
            <a:r>
              <a:t>2. Photograph vehicles, injuries visible from outside the car, and the full scene.</a:t>
            </a:r>
          </a:p>
          <a:p>
            <a:r>
              <a:t>3. Exchange insurance and contact information; collect witness phone numbers.</a:t>
            </a:r>
          </a:p>
          <a:p>
            <a:r>
              <a:t>4. Seek medical care within 24 hours — delays hurt both health and claims.</a:t>
            </a:r>
          </a:p>
          <a:p>
            <a:r>
              <a:t>5. Do not give a recorded statement to the other driver's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3 years (most injury claims — confirm with licensed counsel) |</a:t>
            </a:r>
          </a:p>
          <a:p>
            <a:r>
              <a:t>| Government / special defendants | Often much shorter notice windows — ask counsel immediately |</a:t>
            </a:r>
          </a:p>
          <a:p>
            <a:r>
              <a:t>| WreckMatch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WreckMatch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WreckMatch a law firm? — No. WreckMatch LLC is a legal referral service — not a law firm. We connect injured people with participating attorneys who handle truck and catastrophic injury cases in North Carolina.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Charlotte car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North Carolina fast facts: 3-year statute of limitations · Contributory fault rule · 30/60/25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North Carolina,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North Carolina follows the Contributory rule for fault allocation. Under traditional contributory negligence, if you are even 1% at fault you can be barred from recovering anything — one of the harshest rules in the country. That makes the on-scene evidence collection in the first 48 hours unusually important. The minimum liability insurance every driver must carry in North Carolina is 30/60/25 (bodily injury per person / per accident / property damage). For serious crashes those minimums are routinely exhausted in days, which is why uninsured/underinsured-motorist (UM/UIM) coverage on your own policy matters so much.</a:t>
            </a:r>
          </a:p>
          <a:p/>
          <a:p>
            <a:r>
              <a:t>North Carolina is an at-fault state. The at-fault driver's liability insurance is the primary source of recovery, and you can pursue compensation for medical bills, lost wages, and pa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first two days after a crash quietly decide most cases. Insurers train adjusters to call within 24 hours, ask leading questions, and lock in statements that compress case value before victims have seen a doctor or talked to a lawyer. Following a disciplined sequence in the first 48 hours protects you from the most common traps.</a:t>
            </a:r>
          </a:p>
          <a:p/>
          <a:p>
            <a:r>
              <a:t>In Charlotte, post-crash situations often happen on or near Interstate corridors and State routes near metro area, and the nearest trauma-capable centers include Regional Medical Center and Level I/II trauma center (verify locally). Going to one of those facilities, even if you "feel fine," is the single most important step in the first 24 hours.</a:t>
            </a:r>
          </a:p>
          <a:p/>
          <a:p>
            <a:r>
              <a:t>1. Call 911 — even for a “minor” crash. The police report is the single most cited document in your case.</a:t>
            </a:r>
          </a:p>
          <a:p>
            <a:r>
              <a:t>2. Take wide-angle and close-up photos of all vehicles, the surrounding intersection, traffic signs, skid marks, debris, and your visible injuries.</a:t>
            </a:r>
          </a:p>
          <a:p>
            <a:r>
              <a:t>3. Get the other driver's name, license, insurance, plate, and a photo of their insurance card. Photograph any commercial markings (DOT number, USDOT, trailer numbers) if a truck is involved.</a:t>
            </a:r>
          </a:p>
          <a:p>
            <a:r>
              <a:t>4. Collect at least two independent witness names and phone numbers.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Charlotte, North Carolina — Top City Guide (2026-06-26)</a:t>
            </a:r>
          </a:p>
          <a:p>
            <a:pPr>
              <a:spcBef>
                <a:spcPts val="1200"/>
              </a:spcBef>
              <a:defRPr sz="1600">
                <a:solidFill>
                  <a:srgbClr val="94A3B8"/>
                </a:solidFill>
              </a:defRPr>
            </a:pPr>
            <a:r>
              <a:t>North Carolina · North Carolina · 2026-06-26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crash in Charlotte, North Carolina, call 911, get medical care, preserve evidence,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Charlotte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everyday drivers in North Carolina are not outgunned. This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crash in Charlotte?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if anyone is hurt or traffic is blocked.</a:t>
            </a:r>
          </a:p>
          <a:p>
            <a:pPr>
              <a:spcAft>
                <a:spcPts val="800"/>
              </a:spcAft>
              <a:defRPr sz="1500">
                <a:solidFill>
                  <a:srgbClr val="94A3B8"/>
                </a:solidFill>
              </a:defRPr>
            </a:pPr>
            <a:r>
              <a:t>Photograph vehicles, injuries visible from outside the car, and the full scene.</a:t>
            </a:r>
          </a:p>
          <a:p>
            <a:pPr>
              <a:spcAft>
                <a:spcPts val="800"/>
              </a:spcAft>
              <a:defRPr sz="1500">
                <a:solidFill>
                  <a:srgbClr val="94A3B8"/>
                </a:solidFill>
              </a:defRPr>
            </a:pPr>
            <a:r>
              <a:t>Exchange insurance and contact information; collect witness phone numbers.</a:t>
            </a:r>
          </a:p>
          <a:p>
            <a:pPr>
              <a:spcAft>
                <a:spcPts val="800"/>
              </a:spcAft>
              <a:defRPr sz="1500">
                <a:solidFill>
                  <a:srgbClr val="94A3B8"/>
                </a:solidFill>
              </a:defRPr>
            </a:pPr>
            <a:r>
              <a:t>Seek medical care within 24 hours — delays hurt both health and claims.</a:t>
            </a:r>
          </a:p>
          <a:p>
            <a:pPr>
              <a:spcAft>
                <a:spcPts val="800"/>
              </a:spcAft>
              <a:defRPr sz="1500">
                <a:solidFill>
                  <a:srgbClr val="94A3B8"/>
                </a:solidFill>
              </a:defRPr>
            </a:pPr>
            <a:r>
              <a:t>Do not give a recorded statement to the other driver's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North Carolina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3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WreckMatch matching fee · $0 to consumers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WreckMatch connects you with participating licensed attorneys — we do not provide legal advice ourselves.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WreckMatch a law firm?</a:t>
            </a:r>
          </a:p>
          <a:p>
            <a:pPr>
              <a:spcAft>
                <a:spcPts val="800"/>
              </a:spcAft>
              <a:defRPr sz="1500">
                <a:solidFill>
                  <a:srgbClr val="94A3B8"/>
                </a:solidFill>
              </a:defRPr>
            </a:pPr>
            <a:r>
              <a:t>A: No. WreckMatch LLC is a legal referral service — not a law firm. We connect injured people with participating attorneys who handle truck and catastrophic injury cases in North Carolina.</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North Carolina legal context for post-crash situations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North Carolina,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to do in the first 48 hours after a post-crash situation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even for a “minor” crash. The police report is the single most cited document in your case.</a:t>
            </a:r>
          </a:p>
          <a:p>
            <a:pPr>
              <a:spcAft>
                <a:spcPts val="800"/>
              </a:spcAft>
              <a:defRPr sz="1500">
                <a:solidFill>
                  <a:srgbClr val="94A3B8"/>
                </a:solidFill>
              </a:defRPr>
            </a:pPr>
            <a:r>
              <a:t>Take wide-angle and close-up photos of all vehicles, the surrounding intersection, traffic signs, skid marks, debris, and your visible injuries.</a:t>
            </a:r>
          </a:p>
          <a:p>
            <a:pPr>
              <a:spcAft>
                <a:spcPts val="800"/>
              </a:spcAft>
              <a:defRPr sz="1500">
                <a:solidFill>
                  <a:srgbClr val="94A3B8"/>
                </a:solidFill>
              </a:defRPr>
            </a:pPr>
            <a:r>
              <a:t>Get the other driver's name, license, insurance, plate, and a photo of their insurance card. Photograph any commercial markings (DOT number, USDOT, trailer numbers) if a truck is involved.</a:t>
            </a:r>
          </a:p>
          <a:p>
            <a:pPr>
              <a:spcAft>
                <a:spcPts val="800"/>
              </a:spcAft>
              <a:defRPr sz="1500">
                <a:solidFill>
                  <a:srgbClr val="94A3B8"/>
                </a:solidFill>
              </a:defRPr>
            </a:pPr>
            <a:r>
              <a:t>Collect at least two independent witness names and phone numbers. Witnesses move and disappear within weeks.</a:t>
            </a:r>
          </a:p>
          <a:p>
            <a:pPr>
              <a:spcAft>
                <a:spcPts val="800"/>
              </a:spcAft>
              <a:defRPr sz="1500">
                <a:solidFill>
                  <a:srgbClr val="94A3B8"/>
                </a:solidFill>
              </a:defRPr>
            </a:pPr>
            <a:r>
              <a:t>Decline to give a recorded statement to any insurance company — yours or theirs — until you have spoken with a lawyer.</a:t>
            </a:r>
          </a:p>
          <a:p>
            <a:pPr>
              <a:spcAft>
                <a:spcPts val="800"/>
              </a:spcAft>
              <a:defRPr sz="1500">
                <a:solidFill>
                  <a:srgbClr val="94A3B8"/>
                </a:solidFill>
              </a:defRPr>
            </a:pPr>
            <a:r>
              <a:t>Seek medical care the same day or the next. Gaps in treatment are the #1 line item adjusters use to reduce settlement offers.</a:t>
            </a:r>
          </a:p>
          <a:p>
            <a:pPr>
              <a:spcAft>
                <a:spcPts val="800"/>
              </a:spcAft>
              <a:defRPr sz="1500">
                <a:solidFill>
                  <a:srgbClr val="94A3B8"/>
                </a:solidFill>
              </a:defRPr>
            </a:pPr>
            <a:r>
              <a:t>Preserve everything: the damaged vehicle, clothing worn during the crash, GPS device, dashcam SD card, and your phone's location history.</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post-crash situation claim in North Carolina?</a:t>
            </a:r>
          </a:p>
          <a:p>
            <a:pPr>
              <a:spcAft>
                <a:spcPts val="800"/>
              </a:spcAft>
              <a:defRPr sz="1500">
                <a:solidFill>
                  <a:srgbClr val="94A3B8"/>
                </a:solidFill>
              </a:defRPr>
            </a:pPr>
            <a:r>
              <a:t>A: North Carolina sets a 3-year statute of limitations for most personal-injury lawsuits arising from a post-crash situation, running from the date of the crash. Notice-of-claim deadlines against government vehicles are usually much shorter — sometimes 60 to 180 days — and minors and incapacitated plaintiffs may have tolled deadlines. Treat the headline number as a ceiling, not a target: file or cons</a:t>
            </a:r>
          </a:p>
          <a:p>
            <a:pPr>
              <a:spcAft>
                <a:spcPts val="800"/>
              </a:spcAft>
              <a:defRPr sz="1500">
                <a:solidFill>
                  <a:srgbClr val="94A3B8"/>
                </a:solidFill>
              </a:defRPr>
            </a:pPr>
            <a:r>
              <a:t>Q: How much does it cost to talk to a WreckMatch-network attorney?</a:t>
            </a:r>
          </a:p>
          <a:p>
            <a:pPr>
              <a:spcAft>
                <a:spcPts val="800"/>
              </a:spcAft>
              <a:defRPr sz="1500">
                <a:solidFill>
                  <a:srgbClr val="94A3B8"/>
                </a:solidFill>
              </a:defRPr>
            </a:pPr>
            <a:r>
              <a:t>A: Nothing up front. The attorneys in the WreckMatch network handle post-crash situations on a contingency-fee basis — they only get paid if they recover compensation for you, and the fee is a percentage of that recovery agreed in writing before representation begins. The initial consultation is free, and there is no obligation to hire the attorney after the call. WreckMatch LLC is a legal referral s</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https://www.wreckmatch.com/blog/what-to-do-after-a-car-accident-in-charlotte-north-carolina-top-city-guide-2026-06-26</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https://www.wreckmatch.com/blog/what-to-do-after-a-car-accident-in-charlotte-north-carolina-top-city-guide-2026-06-26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Charlotte, North Carolina — Top City Guide (2026-06-26)</dc:title>
  <dc:subject>WreckMatch educational guide — North Carolina</dc:subject>
  <dc:creator/>
  <cp:keywords>WreckMatch, car accident, North Carolina, North Carolina, what to do after a car accident in charlotte north carolina top city guide 2026 06 26, personal injury, attorney matching</cp:keywords>
  <dc:description>Gold-tier presentation summary for https://www.wreckmatch.com/blog/what-to-do-after-a-car-accident-in-charlotte-north-carolina-top-city-guide-2026-06-26.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