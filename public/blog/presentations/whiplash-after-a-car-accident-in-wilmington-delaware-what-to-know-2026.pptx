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Wilmington, Delaware — What to Know (2026). Full guide: https://www.wreckmatch.com/blog/whiplash-after-a-car-accident-in-wilmington-delaware-what-to-know-2026.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Wilmington, Delaware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https://www.wreckmatch.com/blog/whiplash-after-a-car-accident-in-wilmington-delaware-what-to-know-2026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https://www.wreckmatch.com/blog/whiplash-after-a-car-accident-in-wilmington-delaware-what-to-know-2026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Wilmington, Delaware — What to Know (2026)</dc:title>
  <dc:subject>WreckMatch educational guide — Delaware</dc:subject>
  <dc:creator/>
  <cp:keywords>WreckMatch, car accident, Delaware, Delaware, whiplash after a car accident in wilmington delaware what to know 2026, personal injury, attorney matching</cp:keywords>
  <dc:description>Gold-tier presentation summary for https://www.wreckmatch.com/blog/whiplash-after-a-car-accident-in-wilmington-delaware-what-to-know-2026.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