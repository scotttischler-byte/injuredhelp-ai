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Severe Injury After a Truck Crash in Atlanta, Georgia (2026). Full guide: https://www.wreckmatch.com/blog/severe-injury-after-a-truck-crash-in-atlanta-georgia-2026.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SemiTruckMatch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SemiTruckMatch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SemiTruckMatch a law firm? — No. SemiTruckMatch (operated by WreckMatch LLC)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truck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Severe Injury After a Truck Crash in Atlanta, Georgia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Georgia ·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semi-truck crash victims in Georgia are not outgunned. Thi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SemiTruckMatch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SemiTruckMatch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SemiTruckMatch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SemiTruckMatch (operated by WreckMatch LLC)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catastrophic-injury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catastrophic-injury case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catastrophic-injury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SemiTruckMatch-network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SemiTruckMatch network handle catastrophic-injury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SemiTruckMatch (operated by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https://www.wreckmatch.com/blog/severe-injury-after-a-truck-crash-in-atlanta-georgia-2026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https://www.wreckmatch.com/blog/severe-injury-after-a-truck-crash-in-atlanta-georgia-2026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Severe Injury After a Truck Crash in Atlanta, Georgia (2026)</dc:title>
  <dc:subject>WreckMatch educational guide — Severe Injury</dc:subject>
  <dc:creator/>
  <cp:keywords>WreckMatch, car accident, Georgia, Severe Injury, severe injury after a truck crash in atlanta georgia 2026, personal injury, attorney matching</cp:keywords>
  <dc:description>Gold-tier presentation summary for https://www.wreckmatch.com/blog/severe-injury-after-a-truck-crash-in-atlanta-georgia-2026.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