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Charlotte, North Carolina — Top City Guide (2026-06-12). Full guide: https://www.wreckmatch.com/blog/what-to-do-after-a-car-accident-in-charlotte-north-carolina-top-city-guide-2026-06-12.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Charlotte, North Carolina,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Carolina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North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Charlotte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Carolina fast facts: 3-year statute of limitations · Contributory fault rule · 30/60/25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Carolina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North Carolina is 30/60/25 (bodily injury per person / per accident / property damage). For serious crashes those minimums are routinely exhausted in days, which is why uninsured/underinsured-motorist (UM/UIM) coverage on your own policy matters so much.</a:t>
            </a:r>
          </a:p>
          <a:p/>
          <a:p>
            <a:r>
              <a:t>North Carolina is an at-fault state. The at-fault driver's liability insurance is the primary source of recovery, and you can pursue compensation for medical bills, lost wages, and pa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Charlotte,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Charlotte, North Carolina — Top City Guide (2026-06-12)</a:t>
            </a:r>
          </a:p>
          <a:p>
            <a:pPr>
              <a:spcBef>
                <a:spcPts val="1200"/>
              </a:spcBef>
              <a:defRPr sz="1600">
                <a:solidFill>
                  <a:srgbClr val="94A3B8"/>
                </a:solidFill>
              </a:defRPr>
            </a:pPr>
            <a:r>
              <a:t>North Carolina · North Carolina · 2026-06-12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Charlotte, North Carolina,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Carolina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North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North Carolina?</a:t>
            </a:r>
          </a:p>
          <a:p>
            <a:pPr>
              <a:spcAft>
                <a:spcPts val="800"/>
              </a:spcAft>
              <a:defRPr sz="1500">
                <a:solidFill>
                  <a:srgbClr val="94A3B8"/>
                </a:solidFill>
              </a:defRPr>
            </a:pPr>
            <a:r>
              <a:t>A: North Carolina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https://www.wreckmatch.com/blog/what-to-do-after-a-car-accident-in-charlotte-north-carolina-top-city-guide-2026-06-12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https://www.wreckmatch.com/blog/what-to-do-after-a-car-accident-in-charlotte-north-carolina-top-city-guide-2026-06-12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Charlotte, North Carolina — Top City Guide (2026-06-12)</dc:title>
  <dc:subject>WreckMatch educational guide — North Carolina</dc:subject>
  <dc:creator/>
  <cp:keywords>WreckMatch, car accident, North Carolina, North Carolina, what to do after a car accident in charlotte north carolina top city guide 2026 06 12, personal injury, attorney matching</cp:keywords>
  <dc:description>Gold-tier presentation summary for https://www.wreckmatch.com/blog/what-to-do-after-a-car-accident-in-charlotte-north-carolina-top-city-guide-2026-06-12.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