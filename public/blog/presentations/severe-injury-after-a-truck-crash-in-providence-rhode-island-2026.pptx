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Providence, Rhode Island (2026). Full guide: https://www.wreckmatch.com/blog/severe-injury-after-a-truck-crash-in-providence-rhode-island-2026.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Providence, Rhode Island,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Rhode Island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Rhode Island.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Providence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Rhode Island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Rhode Island,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Rhode Island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Rhode Island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Rhode Island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Rhode Island, deadlines 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Providence, Rhode Island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Rhode Island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Providence, Rhode Island,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Providence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Rhode Island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Providence?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Rhode Island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Rhode Island.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Rhode Island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Rhode Island,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Rhode Island?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Rhode Island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https://www.wreckmatch.com/blog/severe-injury-after-a-truck-crash-in-providence-rhode-island-2026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https://www.wreckmatch.com/blog/severe-injury-after-a-truck-crash-in-providence-rhode-island-2026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Providence, Rhode Island (2026)</dc:title>
  <dc:subject>WreckMatch educational guide — Severe Injury</dc:subject>
  <dc:creator/>
  <cp:keywords>WreckMatch, car accident, Rhode Island, Severe Injury, severe injury after a truck crash in providence rhode island 2026, personal injury, attorney matching</cp:keywords>
  <dc:description>Gold-tier presentation summary for https://www.wreckmatch.com/blog/severe-injury-after-a-truck-crash-in-providence-rhode-island-2026.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