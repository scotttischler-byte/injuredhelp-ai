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Top City Guide (2026-07-14). Full guide: https://www.wreckmatch.com/blog/semi-truck-accident-in-boston-massachusetts-top-city-guide-2026-07-14.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Boston, Massachusetts,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Massachusetts.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Massachusetts fast facts: 3-year statute of limitations · Modified 51% fault rule · 20/40/5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Massachusetts follows the Modified 51% rule for fault allocation. Modified 51%-bar comparative negligence lets you recover as long as you are 50% or less at fault, with your recovery reduced by your share. Crossing 51% bars you entirely. The minimum liability insurance every driver must carry in Massachusetts is 20/40/5 (PIP) (bodily injury per person / per accident / property damage). For serious crashes those minimums are routinely exhausted in days, which is why uninsured/underinsured-motorist (UM/UIM) coverage on your own policy matters so much.</a:t>
            </a:r>
          </a:p>
          <a:p/>
          <a:p>
            <a:r>
              <a:t>Massachusetts is a no-fault state, meaning your own Personal Injury Protection (PIP) coverage typically pays your initial medical bills regardless of fault. You can usually pursue the at-fault driver only after crossing a "serious injury" threshold defin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Top City Guide (2026-07-14)</a:t>
            </a:r>
          </a:p>
          <a:p>
            <a:pPr>
              <a:spcBef>
                <a:spcPts val="1200"/>
              </a:spcBef>
              <a:defRPr sz="1600">
                <a:solidFill>
                  <a:srgbClr val="94A3B8"/>
                </a:solidFill>
              </a:defRPr>
            </a:pPr>
            <a:r>
              <a:t>Truck Accidents · Massachusetts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Boston, Massachusetts,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Massachusetts.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Massachusetts?</a:t>
            </a:r>
          </a:p>
          <a:p>
            <a:pPr>
              <a:spcAft>
                <a:spcPts val="800"/>
              </a:spcAft>
              <a:defRPr sz="1500">
                <a:solidFill>
                  <a:srgbClr val="94A3B8"/>
                </a:solidFill>
              </a:defRPr>
            </a:pPr>
            <a:r>
              <a:t>A: Massachusetts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https://www.wreckmatch.com/blog/semi-truck-accident-in-boston-massachusetts-top-city-guide-2026-07-14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https://www.wreckmatch.com/blog/semi-truck-accident-in-boston-massachusetts-top-city-guide-2026-07-14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Top City Guide (2026-07-14)</dc:title>
  <dc:subject>WreckMatch educational guide — Truck Accidents</dc:subject>
  <dc:creator/>
  <cp:keywords>WreckMatch, car accident, Massachusetts, Truck Accidents, semi truck accident in boston massachusetts top city guide 2026 07 14, personal injury, attorney matching</cp:keywords>
  <dc:description>Gold-tier presentation summary for https://www.wreckmatch.com/blog/semi-truck-accident-in-boston-massachusetts-top-city-guide-2026-07-14.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