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Truck Accident in Honolulu, Hawaii: Steps &amp; Legal Help (2026). Full guide: https://www.wreckmatch.com/blog/truck-accident-in-honolulu-hawaii-steps-legal-help-2026. WreckMatch LLC legal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— read first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semi truck or crash in Honolulu, Hawaii, call 911, get medical care, preserve evidence including ECM/black box and carrier IDs, avoid recorded insurer statements, and use free attorney matching before signing anything.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Hawaii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commercial crashes often need highway patrol, HAZMAT, and EMS.</a:t>
            </a:r>
          </a:p>
          <a:p>
            <a:r>
              <a:t>2. Photograph all units, DOT numbers, plates, carrier logos, and road conditions.</a:t>
            </a:r>
          </a:p>
          <a:p>
            <a:r>
              <a:t>3. Request driver and carrier identification (many defendants may exist).</a:t>
            </a:r>
          </a:p>
          <a:p>
            <a:r>
              <a:t>4. Seek trauma care — internal injuries are common even when you feel “fine.”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Evidence | Why it matters |</a:t>
            </a:r>
          </a:p>
          <a:p>
            <a:r>
              <a:t>|----------|----------------|</a:t>
            </a:r>
          </a:p>
          <a:p>
            <a:r>
              <a:t>| Black box (ECM) data | Speed, braking, hours-of-service |</a:t>
            </a:r>
          </a:p>
          <a:p>
            <a:r>
              <a:t>| Driver logbooks / ELD | FMCSA violations |</a:t>
            </a:r>
          </a:p>
          <a:p>
            <a:r>
              <a:t>| Cargo loading records | Shifted load liability |</a:t>
            </a:r>
          </a:p>
          <a:p>
            <a:r>
              <a:t>| Carrier insurance limits | Often $750K–$1M+ |</a:t>
            </a:r>
          </a:p>
          <a:p/>
          <a:p>
            <a:r>
              <a:t>Direct answer: Truck cases often involve multiple defendants (driver, motor carrier, broker, shipper). Your attorney may send spoliation letters immediately so electronic data is preserved.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2 years (most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truck and catastrophic injury cases in Hawaii.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Honolulu car accident help · National truck crash guide</a:t>
            </a:r>
          </a:p>
          <a:p/>
          <a:p/>
          <a:p>
            <a:r>
              <a:t>Reviewed for legal context by Hon. Ret.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/>
          <a:p/>
          <a:p>
            <a:r>
              <a:t>At a glance: Hawaii fast facts: 2-year statute of limitations · Modified 51% fault rule · 20/40/10 minimum auto liability insurance · no-fault state.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Hawaii, the statute of limitations on most personal-injury claims is 2 years from the date of the crash. Missing that window almost always ends the case — courts dismiss late-filed lawsuits with rare exceptions for minors, mental incapacity, or delayed discovery of injuries. Notice deadlines for claims against government vehicles can be far shorter, sometimes 60 to 180 days.</a:t>
            </a:r>
          </a:p>
          <a:p/>
          <a:p>
            <a:r>
              <a:t>Hawaii follows the Modified 51% rule for fault allocation. Modified 51%-bar comparative negligence lets you recover as long as you are 50% or less at fault, with your recovery reduced by your share. Crossing 51% bars you entirely. The minimum liability insurance every driver must carry in Hawaii is 20/40/10 (bodily injury per person / per accident / property damage). For serious crashes those minimums are routinely exhausted in days, which is why uninsured/underinsured-motorist (UM/UIM) coverage on your own policy matters so much.</a:t>
            </a:r>
          </a:p>
          <a:p/>
          <a:p>
            <a:r>
              <a:t>Hawaii is a no-fault state, meaning your own Personal Injury Protection (PIP) coverage typically pays your initial medical bills regardless of fault. You can usually pursue the at-fault driver only after crossing a "serious injury" threshold defined by Hawaii statute.</a:t>
            </a:r>
          </a:p>
          <a:p/>
          <a:p>
            <a:r>
              <a:t>In Hawaii,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matched with a licensed attorney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Reviewed for legal context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Truck Accident in Honolulu, Hawaii: Steps &amp; Legal Help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Truck Accidents · Hawaii · 2026-06-07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semi truck or crash in Honolulu, Hawaii, call 911, get medical care, preserve evidence including ECM/black box and carrier IDs,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Honolulu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Hawaii are not outgunned. This guide 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truck crash in Honolulu?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commercial crashes often need highway patrol, HAZMAT, and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units, DOT numbers, plates, carrier logos, and road conditions.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Request driver and carrier identification (many defendants may exist).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internal injuries are common even when you feel “fine.”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Semi truck &amp; commercial vehicle specifics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Evidence · Why it matters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Black box (ECM) data · Speed, braking, hours-of-service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Driver logbooks / ELD · FMCSA violations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Cargo loading records · Shifted load liability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Carrier insurance limits · Often $750K–$1M+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Hawaii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2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truck and catastrophic injury cases in Hawaii.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Hawaii legal context for commercial-truck crashs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 Hawaii, the statute of limitations on most personal-injury claims is 2 years from the date of the crash. Missing that window almost always ends the case — courts dismiss late-filed lawsuits with rare exceptions for minors, mental incapacity, or delayed discovery of injuries. Notice deadlines for claims against gover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commercial-truck crash claim in Hawaii?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Hawaii sets a 2-year statute of limitations for most personal-injury lawsuits arising from a commercial-truck crash, running from the date of the crash. Notice-of-claim deadlines against government vehicles are usually much shorter — sometimes 60 to 180 days — and minors and incapacitated plaintiffs may have tolled deadlines. Treat the headline number as a ceiling, not a target: file or consult an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commercial-truck crashs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is a legal referral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https://www.wreckmatch.com/blog/truck-accident-in-honolulu-hawaii-steps-legal-help-2026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Guía: https://www.wreckmatch.com/blog/truck-accident-in-honolulu-hawaii-steps-legal-help-2026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Truck Accident in Honolulu, Hawaii: Steps &amp; Legal Help (2026)</dc:title>
  <dc:subject>WreckMatch educational guide — Truck Accidents</dc:subject>
  <dc:creator/>
  <cp:keywords>WreckMatch, car accident, Hawaii, Truck Accidents, truck accident in honolulu hawaii steps legal help 2026, personal injury, attorney matching</cp:keywords>
  <dc:description>Gold-tier presentation summary for https://www.wreckmatch.com/blog/truck-accident-in-honolulu-hawaii-steps-legal-help-2026.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