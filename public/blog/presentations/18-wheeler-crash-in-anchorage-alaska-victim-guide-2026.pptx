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Anchorage, Alaska — Victim Guide (2026). Full guide: https://www.wreckmatch.com/blog/18-wheeler-crash-in-anchorage-alaska-victim-guide-2026.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Anchorage, Alaska,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Alaska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Alaska.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Anchorage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Alaska fast facts: 2-year statute of limitations · Pure comparative fault rule · 50/100/25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Alaska,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Alaska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Alaska is 50/100/25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Alaska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Alaska, deadlines and insurance rules can change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Anchorage, Alaska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Alaska · 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Anchorage, Alaska,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Anchorage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Alaska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Anchorage?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Alaska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Alaska.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Alaska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Alaska,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Alaska?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Alaska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https://www.wreckmatch.com/blog/18-wheeler-crash-in-anchorage-alaska-victim-guide-2026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https://www.wreckmatch.com/blog/18-wheeler-crash-in-anchorage-alaska-victim-guide-2026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Anchorage, Alaska — Victim Guide (2026)</dc:title>
  <dc:subject>WreckMatch educational guide — Truck Accidents</dc:subject>
  <dc:creator/>
  <cp:keywords>WreckMatch, car accident, Alaska, Truck Accidents, 18 wheeler crash in anchorage alaska victim guide 2026, personal injury, attorney matching</cp:keywords>
  <dc:description>Gold-tier presentation summary for https://www.wreckmatch.com/blog/18-wheeler-crash-in-anchorage-alaska-victim-guide-2026.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