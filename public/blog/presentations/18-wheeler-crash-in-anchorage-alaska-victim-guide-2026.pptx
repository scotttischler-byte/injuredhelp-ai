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18-Wheeler Crash in Anchorage, Alaska — Victim Guide (2026). Full guide: https://www.wreckmatch.com/blog/18-wheeler-crash-in-anchorage-alaska-victim-guide-2026. WreckMatch LLC legal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Important — read first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After a semi truck or crash in Anchorage, Alaska, call 911, get medical care, preserve evidence including ECM/black box and carrier IDs, avoid recorded insurer statements, and use free attorney matching before signing anything.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Alaska are not outgunned. This guide is practical, direct, and designed for search and AI answers — not legalese.</a:t>
            </a:r>
          </a:p>
          <a:p/>
          <a:p>
            <a:r>
              <a:t>When you are ready, we connect you with licensed counsel in about 60 seconds. SemiTruckMatch is a referral service, not a law firm.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1. Call 911 — commercial crashes often need highway patrol, HAZMAT, and EMS.</a:t>
            </a:r>
          </a:p>
          <a:p>
            <a:r>
              <a:t>2. Photograph all units, DOT numbers, plates, carrier logos, and road conditions.</a:t>
            </a:r>
          </a:p>
          <a:p>
            <a:r>
              <a:t>3. Request driver and carrier identification (many defendants may exist).</a:t>
            </a:r>
          </a:p>
          <a:p>
            <a:r>
              <a:t>4. Seek trauma care — internal injuries are common even when you feel “fine.”</a:t>
            </a:r>
          </a:p>
          <a:p>
            <a:r>
              <a:t>5. Do not give a recorded statement to any insurer.</a:t>
            </a:r>
          </a:p>
          <a:p>
            <a:r>
              <a:t>6. Get matched with a lawyer →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Evidence | Why it matters |</a:t>
            </a:r>
          </a:p>
          <a:p>
            <a:r>
              <a:t>|----------|----------------|</a:t>
            </a:r>
          </a:p>
          <a:p>
            <a:r>
              <a:t>| Black box (ECM) data | Speed, braking, hours-of-service |</a:t>
            </a:r>
          </a:p>
          <a:p>
            <a:r>
              <a:t>| Driver logbooks / ELD | FMCSA violations |</a:t>
            </a:r>
          </a:p>
          <a:p>
            <a:r>
              <a:t>| Cargo loading records | Shifted load liability |</a:t>
            </a:r>
          </a:p>
          <a:p>
            <a:r>
              <a:t>| Carrier insurance limits | Often $750K–$1M+ |</a:t>
            </a:r>
          </a:p>
          <a:p/>
          <a:p>
            <a:r>
              <a:t>Direct answer: Truck cases often involve multiple defendants (driver, motor carrier, broker, shipper). Your attorney may send spoliation letters immediately so electronic data is preserved.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Topic | Detail |</a:t>
            </a:r>
          </a:p>
          <a:p>
            <a:r>
              <a:t>|-------|--------|</a:t>
            </a:r>
          </a:p>
          <a:p>
            <a:r>
              <a:t>| Statute of limitations | 2 years (most injury claims — confirm with licensed counsel) |</a:t>
            </a:r>
          </a:p>
          <a:p>
            <a:r>
              <a:t>| Government / special defendants | Often much shorter notice windows — ask counsel immediately |</a:t>
            </a:r>
          </a:p>
          <a:p>
            <a:r>
              <a:t>| SemiTruckMatch matching fee | $0 to consumers |</a:t>
            </a:r>
          </a:p>
          <a:p/>
          <a:p>
            <a:r>
              <a:t>Insurers track filing deadlines closely. Missing a notice period can end a claim even when injuries are catastrophic.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24–48 hours designed to lock in fault language</a:t>
            </a:r>
          </a:p>
          <a:p>
            <a:r>
              <a:t>- Quick cash offers before MRI results or specialist referrals return</a:t>
            </a:r>
          </a:p>
          <a:p>
            <a:r>
              <a:t>- Disputing serious injury thresholds or pre-existing conditions</a:t>
            </a:r>
          </a:p>
          <a:p>
            <a:r>
              <a:t>- Multiple policies pointing blame at each other (especially in truck and multi-vehicle crashes)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Consider a free consultation if: hospitalization occurred, fault is disputed, a commercial truck was involved, a death occurred, or an insurer already denied coverage. SemiTruckMatch connects you with participating licensed attorneys — we do not provide legal advice ourselves.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Is SemiTruckMatch a law firm? — No. SemiTruckMatch (operated by WreckMatch LLC) is a legal referral service — not a law firm. We connect injured people with participating attorneys who handle truck and catastrophic injury cases in Alaska. How fast is the callback? — Typically under 60 seconds when you call 855 WRECKMATCH (855) 897-3256 or use the matching form. What if I cannot afford a lawyer? — Participating attorneys usually work on contingency — no upfront fee for representation; fees are agreed in writing if they recover compensation for you. Where is the local help hub? — Anchorage truck accident help · National truck crash guide</a:t>
            </a:r>
          </a:p>
          <a:p/>
          <a:p/>
          <a:p>
            <a:r>
              <a:t>Reviewed for legal context by Hon. Ret. Judge Roy Waddell, Legal Advisor at WreckMatch LLC — courtroom and procedural perspective only; not legal advice for your specific case.</a:t>
            </a:r>
          </a:p>
          <a:p/>
          <a:p/>
          <a:p>
            <a:r>
              <a:t>Free attorney matching → · 855 WRECKMATCH (855) 897-3256</a:t>
            </a:r>
          </a:p>
          <a:p/>
          <a:p/>
          <a:p/>
          <a:p>
            <a:r>
              <a:t>At a glance: Alaska fast facts: 2-year statute of limitations · Pure comparative fault rule · 50/100/25 minimum auto liability insurance.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Alaska,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government vehicles can be far shorter, sometimes 60 to 180 days.</a:t>
            </a:r>
          </a:p>
          <a:p/>
          <a:p>
            <a:r>
              <a:t>Alaska follows the Pure comparative rule for fault allocation. Pure comparative negligence reduces your recovery in proportion to your share of fault, but never bars it. A driver found 30% responsible can still recover 70% of damages. The minimum liability insurance every driver must carry in Alaska is 50/100/25 (bodily injury per person / per accident / property damage). For serious crashes those minimums are routinely exhausted in days, which is why uninsured/underinsured-motorist (UM/UIM) coverage on your own policy matters so much.</a:t>
            </a:r>
          </a:p>
          <a:p/>
          <a:p>
            <a:r>
              <a:t>Alaska is an at-fault state. The at-fault driver's liability insurance is the primary source of recovery, and you can pursue compensation for medical bills, lost wages, and pain and suffering once liability is established.</a:t>
            </a:r>
          </a:p>
          <a:p/>
          <a:p>
            <a:r>
              <a:t>In Alaska, deadlines and insurance rules can change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Get matched with a licensed attorney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Reviewed for legal context WreckMatch LLC — legal referral service, not a law firm. Educational only. 800+ participating law firms. Call 855 WRECKMATCH. Reviewed for legal context by Hon. Ret.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18-Wheeler Crash in Anchorage, Alaska — Victim Guide (2026)</a:t>
            </a:r>
          </a:p>
          <a:p>
            <a:pPr>
              <a:spcBef>
                <a:spcPts val="1200"/>
              </a:spcBef>
              <a:defRPr sz="1600">
                <a:solidFill>
                  <a:srgbClr val="94A3B8"/>
                </a:solidFill>
              </a:defRPr>
            </a:pPr>
            <a:r>
              <a:t>Truck Accidents · Alaska · 2026-06-01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After a semi truck or crash in Anchorage, Alaska, call 911, get medical care, preserve evidence including ECM/black box and carrier IDs, avoid recorded insurer statements, and use free attorney matching before signing anything.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Why we published this guide for Anchorage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companies run billion-dollar playbooks the moment a crash is reported — trained adjusters, scripted calls, and pressure to settle before you understand your rights. Scott Tischler, Co-Founder of WreckMatch, built our AI intake and educational stack so semi-truck crash victims in Alaska are not outgunned. This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should you do first after a truck crash in Anchorage?</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911 — commercial crashes often need highway patrol, HAZMAT, and EMS.</a:t>
            </a:r>
          </a:p>
          <a:p>
            <a:pPr>
              <a:spcAft>
                <a:spcPts val="800"/>
              </a:spcAft>
              <a:defRPr sz="1500">
                <a:solidFill>
                  <a:srgbClr val="94A3B8"/>
                </a:solidFill>
              </a:defRPr>
            </a:pPr>
            <a:r>
              <a:t>Photograph all units, DOT numbers, plates, carrier logos, and road conditions.</a:t>
            </a:r>
          </a:p>
          <a:p>
            <a:pPr>
              <a:spcAft>
                <a:spcPts val="800"/>
              </a:spcAft>
              <a:defRPr sz="1500">
                <a:solidFill>
                  <a:srgbClr val="94A3B8"/>
                </a:solidFill>
              </a:defRPr>
            </a:pPr>
            <a:r>
              <a:t>Request driver and carrier identification (many defendants may exist).</a:t>
            </a:r>
          </a:p>
          <a:p>
            <a:pPr>
              <a:spcAft>
                <a:spcPts val="800"/>
              </a:spcAft>
              <a:defRPr sz="1500">
                <a:solidFill>
                  <a:srgbClr val="94A3B8"/>
                </a:solidFill>
              </a:defRPr>
            </a:pPr>
            <a:r>
              <a:t>Seek trauma care — internal injuries are common even when you feel “fine.”</a:t>
            </a:r>
          </a:p>
          <a:p>
            <a:pPr>
              <a:spcAft>
                <a:spcPts val="800"/>
              </a:spcAft>
              <a:defRPr sz="1500">
                <a:solidFill>
                  <a:srgbClr val="94A3B8"/>
                </a:solidFill>
              </a:defRPr>
            </a:pPr>
            <a:r>
              <a:t>Do not give a recorded statement to any insurer.</a:t>
            </a:r>
          </a:p>
          <a:p>
            <a:pPr>
              <a:spcAft>
                <a:spcPts val="800"/>
              </a:spcAft>
              <a:defRPr sz="1500">
                <a:solidFill>
                  <a:srgbClr val="94A3B8"/>
                </a:solidFill>
              </a:defRPr>
            </a:pPr>
            <a:r>
              <a:t>Get matched with a lawyer →</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Semi truck &amp; commercial vehicle specifics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Evidence · Why it matters</a:t>
            </a:r>
          </a:p>
          <a:p>
            <a:pPr>
              <a:spcAft>
                <a:spcPts val="800"/>
              </a:spcAft>
              <a:defRPr sz="1500">
                <a:solidFill>
                  <a:srgbClr val="94A3B8"/>
                </a:solidFill>
              </a:defRPr>
            </a:pPr>
            <a:r>
              <a:t>Black box (ECM) data · Speed, braking, hours-of-service</a:t>
            </a:r>
          </a:p>
          <a:p>
            <a:pPr>
              <a:spcAft>
                <a:spcPts val="800"/>
              </a:spcAft>
              <a:defRPr sz="1500">
                <a:solidFill>
                  <a:srgbClr val="94A3B8"/>
                </a:solidFill>
              </a:defRPr>
            </a:pPr>
            <a:r>
              <a:t>Driver logbooks / ELD · FMCSA violations</a:t>
            </a:r>
          </a:p>
          <a:p>
            <a:pPr>
              <a:spcAft>
                <a:spcPts val="800"/>
              </a:spcAft>
              <a:defRPr sz="1500">
                <a:solidFill>
                  <a:srgbClr val="94A3B8"/>
                </a:solidFill>
              </a:defRPr>
            </a:pPr>
            <a:r>
              <a:t>Cargo loading records · Shifted load liability</a:t>
            </a:r>
          </a:p>
          <a:p>
            <a:pPr>
              <a:spcAft>
                <a:spcPts val="800"/>
              </a:spcAft>
              <a:defRPr sz="1500">
                <a:solidFill>
                  <a:srgbClr val="94A3B8"/>
                </a:solidFill>
              </a:defRPr>
            </a:pPr>
            <a:r>
              <a:t>Carrier insurance limits · Often $750K–$1M+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Alaska deadlines &amp; why timing matters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Topic · Detail</a:t>
            </a:r>
          </a:p>
          <a:p>
            <a:pPr>
              <a:spcAft>
                <a:spcPts val="800"/>
              </a:spcAft>
              <a:defRPr sz="1500">
                <a:solidFill>
                  <a:srgbClr val="94A3B8"/>
                </a:solidFill>
              </a:defRPr>
            </a:pPr>
            <a:r>
              <a:t>Statute of limitations · 2 years (most injury claims — confirm with licensed counsel)</a:t>
            </a:r>
          </a:p>
          <a:p>
            <a:pPr>
              <a:spcAft>
                <a:spcPts val="800"/>
              </a:spcAft>
              <a:defRPr sz="1500">
                <a:solidFill>
                  <a:srgbClr val="94A3B8"/>
                </a:solidFill>
              </a:defRPr>
            </a:pPr>
            <a:r>
              <a:t>Government / special defendants · Often much shorter notice windows — ask counsel immediately</a:t>
            </a:r>
          </a:p>
          <a:p>
            <a:pPr>
              <a:spcAft>
                <a:spcPts val="800"/>
              </a:spcAft>
              <a:defRPr sz="1500">
                <a:solidFill>
                  <a:srgbClr val="94A3B8"/>
                </a:solidFill>
              </a:defRPr>
            </a:pPr>
            <a:r>
              <a:t>SemiTruckMatch matching fee · $0 to consumers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company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24–48 hours designed to lock in fault language</a:t>
            </a:r>
          </a:p>
          <a:p>
            <a:pPr>
              <a:spcAft>
                <a:spcPts val="800"/>
              </a:spcAft>
              <a:defRPr sz="1500">
                <a:solidFill>
                  <a:srgbClr val="94A3B8"/>
                </a:solidFill>
              </a:defRPr>
            </a:pPr>
            <a:r>
              <a:t>Quick cash offers before MRI results or specialist referrals return</a:t>
            </a:r>
          </a:p>
          <a:p>
            <a:pPr>
              <a:spcAft>
                <a:spcPts val="800"/>
              </a:spcAft>
              <a:defRPr sz="1500">
                <a:solidFill>
                  <a:srgbClr val="94A3B8"/>
                </a:solidFill>
              </a:defRPr>
            </a:pPr>
            <a:r>
              <a:t>Disputing serious injury thresholds or pre-existing conditions</a:t>
            </a:r>
          </a:p>
          <a:p>
            <a:pPr>
              <a:spcAft>
                <a:spcPts val="800"/>
              </a:spcAft>
              <a:defRPr sz="1500">
                <a:solidFill>
                  <a:srgbClr val="94A3B8"/>
                </a:solidFill>
              </a:defRPr>
            </a:pPr>
            <a:r>
              <a:t>Multiple policies pointing blame at each other (especially in truck and multi-vehicle crashes)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Consider a free consultation if: hospitalization occurred, fault is disputed, a commercial truck was involved, a death occurred, or an insurer already denied coverage. SemiTruckMatch connects you with participating licensed attorneys — we do not provide legal advice ourselves.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FAQ</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Is SemiTruckMatch a law firm?</a:t>
            </a:r>
          </a:p>
          <a:p>
            <a:pPr>
              <a:spcAft>
                <a:spcPts val="800"/>
              </a:spcAft>
              <a:defRPr sz="1500">
                <a:solidFill>
                  <a:srgbClr val="94A3B8"/>
                </a:solidFill>
              </a:defRPr>
            </a:pPr>
            <a:r>
              <a:t>A: No. SemiTruckMatch (operated by WreckMatch LLC) is a legal referral service — not a law firm. We connect injured people with participating attorneys who handle truck and catastrophic injury cases in Alaska.</a:t>
            </a:r>
          </a:p>
          <a:p>
            <a:pPr>
              <a:spcAft>
                <a:spcPts val="800"/>
              </a:spcAft>
              <a:defRPr sz="1500">
                <a:solidFill>
                  <a:srgbClr val="94A3B8"/>
                </a:solidFill>
              </a:defRPr>
            </a:pPr>
            <a:r>
              <a:t>Q: How fast is the callback?</a:t>
            </a:r>
          </a:p>
          <a:p>
            <a:pPr>
              <a:spcAft>
                <a:spcPts val="800"/>
              </a:spcAft>
              <a:defRPr sz="1500">
                <a:solidFill>
                  <a:srgbClr val="94A3B8"/>
                </a:solidFill>
              </a:defRPr>
            </a:pPr>
            <a:r>
              <a:t>A: Typically under 60 seconds when you call 855 WRECKMATCH (855) 897-3256 or use the matching form.</a:t>
            </a:r>
          </a:p>
          <a:p>
            <a:pPr>
              <a:spcAft>
                <a:spcPts val="800"/>
              </a:spcAft>
              <a:defRPr sz="1500">
                <a:solidFill>
                  <a:srgbClr val="94A3B8"/>
                </a:solidFill>
              </a:defRPr>
            </a:pPr>
            <a:r>
              <a:t>Q: What if I cannot afford a lawyer?</a:t>
            </a:r>
          </a:p>
          <a:p>
            <a:pPr>
              <a:spcAft>
                <a:spcPts val="800"/>
              </a:spcAft>
              <a:defRPr sz="1500">
                <a:solidFill>
                  <a:srgbClr val="94A3B8"/>
                </a:solidFill>
              </a:defRPr>
            </a:pPr>
            <a:r>
              <a:t>A: Participating attorneys usually work on contingency — no upfront fee for representation; fees are agreed in writing if they recover compensation for you.</a:t>
            </a:r>
          </a:p>
          <a:p>
            <a:pPr>
              <a:spcAft>
                <a:spcPts val="800"/>
              </a:spcAft>
              <a:defRPr sz="1500">
                <a:solidFill>
                  <a:srgbClr val="94A3B8"/>
                </a:solidFill>
              </a:defRPr>
            </a:pPr>
            <a:r>
              <a:t>Q: Where is the local help hub?</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Alaska legal context for commercial-truck crashs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 Alaska, the statute of limitations on most personal-injury claims is 2 years from the date of the crash. Missing that window almost always ends the case — courts dismiss late-filed lawsuits with rare exceptions for minors, mental incapacity, or delayed discovery of injuries. Notice deadlines for claims against gover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commercial-truck crash claim in Alaska?</a:t>
            </a:r>
          </a:p>
          <a:p>
            <a:pPr>
              <a:spcAft>
                <a:spcPts val="800"/>
              </a:spcAft>
              <a:defRPr sz="1500">
                <a:solidFill>
                  <a:srgbClr val="94A3B8"/>
                </a:solidFill>
              </a:defRPr>
            </a:pPr>
            <a:r>
              <a:t>A: Alaska sets a 2-year statute of limitations for most personal-injury lawsuits arising from a commercial-truck crash, running from the date of the crash. Notice-of-claim deadlines against government vehicles are usually much shorter — sometimes 60 to 180 days — and minors and incapacitated plaintiffs may have tolled deadlines. Treat the headline number as a ceiling, not a target: file or consult an</a:t>
            </a:r>
          </a:p>
          <a:p>
            <a:pPr>
              <a:spcAft>
                <a:spcPts val="800"/>
              </a:spcAft>
              <a:defRPr sz="1500">
                <a:solidFill>
                  <a:srgbClr val="94A3B8"/>
                </a:solidFill>
              </a:defRPr>
            </a:pPr>
            <a:r>
              <a:t>Q: How much does it cost to talk to a SemiTruckMatch-network attorney?</a:t>
            </a:r>
          </a:p>
          <a:p>
            <a:pPr>
              <a:spcAft>
                <a:spcPts val="800"/>
              </a:spcAft>
              <a:defRPr sz="1500">
                <a:solidFill>
                  <a:srgbClr val="94A3B8"/>
                </a:solidFill>
              </a:defRPr>
            </a:pPr>
            <a:r>
              <a:t>A: Nothing up front. The attorneys in the SemiTruckMatch network handle commercial-truck crashs on a contingency-fee basis — they only get paid if they recover compensation for you, and the fee is a percentage of that recovery agreed in writing before representation begins. The initial consultation is free, and there is no obligation to hire the attorney after the call. SemiTruckMatch (operated by Wr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https://www.wreckmatch.com/blog/18-wheeler-crash-in-anchorage-alaska-victim-guide-2026</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Guía: https://www.wreckmatch.com/blog/18-wheeler-crash-in-anchorage-alaska-victim-guide-2026</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18-Wheeler Crash in Anchorage, Alaska — Victim Guide (2026)</dc:title>
  <dc:subject>WreckMatch educational guide — Truck Accidents</dc:subject>
  <dc:creator/>
  <cp:keywords>WreckMatch, car accident, Alaska, Truck Accidents, 18 wheeler crash in anchorage alaska victim guide 2026, personal injury, attorney matching</cp:keywords>
  <dc:description>Gold-tier presentation summary for https://www.wreckmatch.com/blog/18-wheeler-crash-in-anchorage-alaska-victim-guide-2026.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