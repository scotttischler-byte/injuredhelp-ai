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7 Costly Car Accident Mistakes in Nashville, Tennessee (2026). Full guide: https://www.wreckmatch.com/blog/7-costly-car-accident-mistakes-in-nashville-tennessee-2026.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Nashville, Tennessee,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Tennessee.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Nashville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Tennessee fast facts: 1-year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Tennessee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Tennessee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Tennessee is an at-fault state. The at-fault driver's liability insurance is the primary source of recovery, and you can pursue compensation for medical bills, lost wages, and pain and suffering once 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Nashville,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7 Costly Car Accident Mistakes in Nashville, Tennessee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Tennessee · Tennessee · 2026-06-05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Nashville, Tennessee,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Nashville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Nashville?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Tennessee.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Tennessee?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Tennessee sets a 1-year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https://www.wreckmatch.com/blog/7-costly-car-accident-mistakes-in-nashville-tennessee-2026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https://www.wreckmatch.com/blog/7-costly-car-accident-mistakes-in-nashville-tennessee-2026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 Costly Car Accident Mistakes in Nashville, Tennessee (2026)</dc:title>
  <dc:subject>WreckMatch educational guide — Tennessee</dc:subject>
  <dc:creator/>
  <cp:keywords>WreckMatch, car accident, Tennessee, Tennessee, 7 costly car accident mistakes in nashville tennessee 2026, personal injury, attorney matching</cp:keywords>
  <dc:description>Gold-tier presentation summary for https://www.wreckmatch.com/blog/7-costly-car-accident-mistakes-in-nashville-tennessee-2026.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