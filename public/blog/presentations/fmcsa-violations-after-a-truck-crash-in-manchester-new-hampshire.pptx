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FMCSA Violations After a Truck Crash in Manchester, New Hampshire. Full guide: https://www.wreckmatch.com/blog/fmcsa-violations-after-a-truck-crash-in-manchester-new-hampshire.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Manchester, New Hampshire,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Hampshire.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Manchester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Hampshire fast facts: 3-year statute of limitations · Modified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Hampshire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Hampshire is 25/50/25 (bodily injury per person / per accident / property damage). For serious crashes those minimums are routinely exhausted in days, which is why uninsured/underinsured-motorist (UM/UIM) coverage on your own policy matters so much.</a:t>
            </a:r>
          </a:p>
          <a:p/>
          <a:p>
            <a:r>
              <a:t>New Hampshire is an at-fault state. The at-fault driver's liability insurance is the primary source of recovery, and you can pursue compensation for medical bills, lost wages, and pain and suffering once liability is established.</a:t>
            </a:r>
          </a:p>
          <a:p/>
          <a:p>
            <a:r>
              <a:t>In New Ham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FMCSA Violations After a Truck Crash in Manchester, New Hampshire</a:t>
            </a:r>
          </a:p>
          <a:p>
            <a:pPr>
              <a:spcBef>
                <a:spcPts val="1200"/>
              </a:spcBef>
              <a:defRPr sz="1600">
                <a:solidFill>
                  <a:srgbClr val="94A3B8"/>
                </a:solidFill>
              </a:defRPr>
            </a:pPr>
            <a:r>
              <a:t>Truck Accidents · New Hampshire · 2026-06-06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Manchester, New Hampshire,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Hampshire are not outgunne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Manchester?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Hampshire.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Hampshire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Hampshire,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Hampshire?</a:t>
            </a:r>
          </a:p>
          <a:p>
            <a:pPr>
              <a:spcAft>
                <a:spcPts val="800"/>
              </a:spcAft>
              <a:defRPr sz="1500">
                <a:solidFill>
                  <a:srgbClr val="94A3B8"/>
                </a:solidFill>
              </a:defRPr>
            </a:pPr>
            <a:r>
              <a:t>A: New Hampshire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https://www.wreckmatch.com/blog/fmcsa-violations-after-a-truck-crash-in-manchester-new-hampshire</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https://www.wreckmatch.com/blog/fmcsa-violations-after-a-truck-crash-in-manchester-new-hampshire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FMCSA Violations After a Truck Crash in Manchester, New Hampshire</dc:title>
  <dc:subject>WreckMatch educational guide — Truck Accidents</dc:subject>
  <dc:creator/>
  <cp:keywords>WreckMatch, car accident, New Hampshire, Truck Accidents, fmcsa violations after a truck crash in manchester new hampshire, personal injury, attorney matching</cp:keywords>
  <dc:description>Gold-tier presentation summary for https://www.wreckmatch.com/blog/fmcsa-violations-after-a-truck-crash-in-manchester-new-hampshire.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