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Washington, District of Columbia (2026). Full guide: https://www.wreckmatch.com/blog/severe-injury-after-a-truck-crash-in-washington-district-of-columbia-2026.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Washington, District of Columbia,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District of Columbia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District of Columbia.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Washington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District of Columbia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District of Columbia,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District of Columbia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District of Columbia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District of Columbia is an at-fault state. The at-fault driver's liability insurance is the primary source of recovery, and you can pursue compensation for medical bills, lost wages, and pain and suffering once liability is establishe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Washington, District of Columbia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District of Columbia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Washington, District of Columbia,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Washington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District of Columbia are not 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Washington?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District of Columbia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District of Columbia.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District of Columbia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District of Columbia,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District of Columbia?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District of Columbia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https://www.wreckmatch.com/blog/severe-injury-after-a-truck-crash-in-washington-district-of-columbia-2026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https://www.wreckmatch.com/blog/severe-injury-after-a-truck-crash-in-washington-district-of-columbia-2026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Washington, District of Columbia (2026)</dc:title>
  <dc:subject>WreckMatch educational guide — Severe Injury</dc:subject>
  <dc:creator/>
  <cp:keywords>WreckMatch, car accident, District of Columbia, Severe Injury, severe injury after a truck crash in washington district of columbia 2026, personal injury, attorney matching</cp:keywords>
  <dc:description>Gold-tier presentation summary for https://www.wreckmatch.com/blog/severe-injury-after-a-truck-crash-in-washington-district-of-columbia-2026.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