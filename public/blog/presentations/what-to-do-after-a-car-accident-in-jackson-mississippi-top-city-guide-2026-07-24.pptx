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Jackson, Mississippi — Top City Guide (2026-07-24). Full guide: https://www.wreckmatch.com/blog/what-to-do-after-a-car-accident-in-jackson-mississippi-top-city-guide-2026-07-24.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Jackson, Mississippi,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Mississippi.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Jackson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Mississippi fast facts: 3-year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Mississippi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Mississippi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Mississippi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Mississippi, deadlines and 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Jackson,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Jackson, Mississippi — Top City Guide (2026-07-24)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Mississippi · Mississippi · 2026-07-24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Jackson, Mississippi,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Jackson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Jackson?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Mississippi.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Mississippi?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Mississippi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https://www.wreckmatch.com/blog/what-to-do-after-a-car-accident-in-jackson-mississippi-top-city-guide-2026-07-24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https://www.wreckmatch.com/blog/what-to-do-after-a-car-accident-in-jackson-mississippi-top-city-guide-2026-07-24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Jackson, Mississippi — Top City Guide (2026-07-24)</dc:title>
  <dc:subject>WreckMatch educational guide — Mississippi</dc:subject>
  <dc:creator/>
  <cp:keywords>WreckMatch, car accident, Mississippi, Mississippi, what to do after a car accident in jackson mississippi top city guide 2026 07 24, personal injury, attorney matching</cp:keywords>
  <dc:description>Gold-tier presentation summary for https://www.wreckmatch.com/blog/what-to-do-after-a-car-accident-in-jackson-mississippi-top-city-guide-2026-07-24.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