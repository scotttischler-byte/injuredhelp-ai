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Hawaii Car Accident Statute of Limitations — Honolulu (2026). Full guide: https://www.wreckmatch.com/blog/hawaii-car-accident-statute-of-limitations-honolulu-2026.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Honolulu, Hawaii,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Honolulu, filing-deadline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Hawaii Car Accident Statute of Limitations — Honolulu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Hawaii · Hawaii · 2026-06-02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Honolulu, Hawaii,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filing-deadline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filing-deadline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filing-deadline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filing-deadline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filing-deadline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https://www.wreckmatch.com/blog/hawaii-car-accident-statute-of-limitations-honolulu-2026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https://www.wreckmatch.com/blog/hawaii-car-accident-statute-of-limitations-honolulu-2026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Hawaii Car Accident Statute of Limitations — Honolulu (2026)</dc:title>
  <dc:subject>WreckMatch educational guide — Hawaii</dc:subject>
  <dc:creator/>
  <cp:keywords>WreckMatch, car accident, Hawaii, Hawaii, hawaii car accident statute of limitations honolulu 2026, personal injury, attorney matching</cp:keywords>
  <dc:description>Gold-tier presentation summary for https://www.wreckmatch.com/blog/hawaii-car-accident-statute-of-limitations-honolulu-2026.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