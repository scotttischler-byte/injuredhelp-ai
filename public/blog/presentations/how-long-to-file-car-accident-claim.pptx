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How Long Do You Have to File a Car Accident Claim?. Full guide: https://www.wreckmatch.com/blog/how-long-to-file-car-accident-claim.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safest move after any serious crash is to get medical care, preserve photos and witness info, avoid recorded insurer statements, and speak with licensed counsel in your state before signing releases.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states give you two to three years to file a personal injury lawsuit after a car accident, but rules differ for minors, government vehicles, and uninsured claims.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fades: witnesses move, camera footage gets deleted, and injuries can worsen over weeks.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connects accident victims with experienced personal injury attorneys at no upfront cost. We are a legal referral service operated by WreckMatch LLC — not a law firm. Submit the form and we will call you within 60 seconds.</a:t>
            </a:r>
          </a:p>
          <a:p/>
          <a:p>
            <a:r>
              <a:t>- Free help form</a:t>
            </a:r>
          </a:p>
          <a:p>
            <a:r>
              <a:t>- Call (978) 515-6063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free consultation makes sense after hospitalization, disputed fault, a commercial truck crash, wrongful death, or if an insurer denies coverage. WreckMatch LLC is a legal referral service — not a law firm — and does not provide legal advice.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48 hours</a:t>
            </a:r>
          </a:p>
          <a:p>
            <a:r>
              <a:t>- Quick settlement offers before MRI or specialist results</a:t>
            </a:r>
          </a:p>
          <a:p>
            <a:r>
              <a:t>- Disputes over injury severity or pre-existing conditions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Call 855 WRECKMATCH (855) 897-3256 or use free attorney matching. Participating attorneys typically work on contingency.</a:t>
            </a:r>
          </a:p>
          <a:p/>
          <a:p>
            <a:r>
              <a:t>Educational only — not legal advice.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free consultation makes sense after hospitalization, disputed fault, a commercial truck crash, wrongful death, or if an insurer denies coverage. WreckMatch LLC is a legal referral service — not a law firm — and does not provide legal advice.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48 hours</a:t>
            </a:r>
          </a:p>
          <a:p>
            <a:r>
              <a:t>- Quick settlement offers before MRI or specialist results</a:t>
            </a:r>
          </a:p>
          <a:p>
            <a:r>
              <a:t>- Disputes over injury severity or pre-existing conditions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How Long Do You Have to File a Car Accident Claim?</a:t>
            </a:r>
          </a:p>
          <a:p>
            <a:pPr>
              <a:spcBef>
                <a:spcPts val="1200"/>
              </a:spcBef>
              <a:defRPr sz="1600">
                <a:solidFill>
                  <a:srgbClr val="94A3B8"/>
                </a:solidFill>
              </a:defRPr>
            </a:pPr>
            <a:r>
              <a:t> · 2026-05-12T00:00:00.000Z</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The safest move after any serious crash is to get medical care, preserve photos and witness info, avoid recorded insurer statements, and speak with licensed counsel in your state before signing releases.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Statutes of limitations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Most states give you two to three years to file a personal injury lawsuit after a car accident, but rules differ for minors, government vehicles, and uninsured claims.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act sooner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fades: witnesses move, camera footage gets deleted, and injuries can worsen over weeks.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WreckMatch can help you start today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help form</a:t>
            </a:r>
          </a:p>
          <a:p>
            <a:pPr>
              <a:spcAft>
                <a:spcPts val="800"/>
              </a:spcAft>
              <a:defRPr sz="1500">
                <a:solidFill>
                  <a:srgbClr val="94A3B8"/>
                </a:solidFill>
              </a:defRPr>
            </a:pPr>
            <a:r>
              <a:t>Call (978) 515-6063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 free consultation makes sense after hospitalization, disputed fault, a commercial truck crash, wrongful death, or if an insurer denies coverage. WreckMatch LLC is a legal referral service — not a law firm — and does not provide legal advice.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48 hours</a:t>
            </a:r>
          </a:p>
          <a:p>
            <a:pPr>
              <a:spcAft>
                <a:spcPts val="800"/>
              </a:spcAft>
              <a:defRPr sz="1500">
                <a:solidFill>
                  <a:srgbClr val="94A3B8"/>
                </a:solidFill>
              </a:defRPr>
            </a:pPr>
            <a:r>
              <a:t>Quick settlement offers before MRI or specialist results</a:t>
            </a:r>
          </a:p>
          <a:p>
            <a:pPr>
              <a:spcAft>
                <a:spcPts val="800"/>
              </a:spcAft>
              <a:defRPr sz="1500">
                <a:solidFill>
                  <a:srgbClr val="94A3B8"/>
                </a:solidFill>
              </a:defRPr>
            </a:pPr>
            <a:r>
              <a:t>Disputes over injury severity or pre-existing conditions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Free matching in about 60 seconds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855 WRECKMATCH (855) 897-3256 or use free attorney matching. Participating attorneys typically work on contingency.</a:t>
            </a:r>
            <a:br/>
            <a:br/>
            <a:r>
              <a:t>Educational only — not legal advice.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 free consultation makes sense after hospitalization, disputed fault, a commercial truck crash, wrongful death, or if an insurer denies coverage. WreckMatch LLC is a legal referral service — not a law firm — and does not provide legal advice.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48 hours</a:t>
            </a:r>
          </a:p>
          <a:p>
            <a:pPr>
              <a:spcAft>
                <a:spcPts val="800"/>
              </a:spcAft>
              <a:defRPr sz="1500">
                <a:solidFill>
                  <a:srgbClr val="94A3B8"/>
                </a:solidFill>
              </a:defRPr>
            </a:pPr>
            <a:r>
              <a:t>Quick settlement offers before MRI or specialist results</a:t>
            </a:r>
          </a:p>
          <a:p>
            <a:pPr>
              <a:spcAft>
                <a:spcPts val="800"/>
              </a:spcAft>
              <a:defRPr sz="1500">
                <a:solidFill>
                  <a:srgbClr val="94A3B8"/>
                </a:solidFill>
              </a:defRPr>
            </a:pPr>
            <a:r>
              <a:t>Disputes over injury severity or pre-existing conditions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insurance dispute claim in your state?</a:t>
            </a:r>
          </a:p>
          <a:p>
            <a:pPr>
              <a:spcAft>
                <a:spcPts val="800"/>
              </a:spcAft>
              <a:defRPr sz="1500">
                <a:solidFill>
                  <a:srgbClr val="94A3B8"/>
                </a:solidFill>
              </a:defRPr>
            </a:pPr>
            <a:r>
              <a:t>A: your state sets a 2-year statute of limitations for most personal-injury lawsuits arising from a insurance dispute,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insurance disputes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referr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https://www.wreckmatch.com/blog/how-long-to-file-car-accident-claim</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https://www.wreckmatch.com/blog/how-long-to-file-car-accident-claim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Long Do You Have to File a Car Accident Claim?</dc:title>
  <dc:subject>WreckMatch educational guide — </dc:subject>
  <dc:creator/>
  <cp:keywords>WreckMatch, car accident, how long to file car accident claim, personal injury, attorney matching</cp:keywords>
  <dc:description>Gold-tier presentation summary for https://www.wreckmatch.com/blog/how-long-to-file-car-accident-claim.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