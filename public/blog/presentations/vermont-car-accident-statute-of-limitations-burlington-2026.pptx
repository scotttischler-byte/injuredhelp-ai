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Vermont Car Accident Statute of Limitations — Burlington (2026). Full guide: https://www.wreckmatch.com/blog/vermont-car-accident-statute-of-limitations-burlington-2026.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Burlington,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Vermont Car Accident Statute of Limitations — Burlington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Vermont · Vermont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https://www.wreckmatch.com/blog/vermont-car-accident-statute-of-limitations-burlington-2026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https://www.wreckmatch.com/blog/vermont-car-accident-statute-of-limitations-burlington-2026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Vermont Car Accident Statute of Limitations — Burlington (2026)</dc:title>
  <dc:subject>WreckMatch educational guide — Vermont</dc:subject>
  <dc:creator/>
  <cp:keywords>WreckMatch, car accident, Vermont, Vermont, vermont car accident statute of limitations burlington 2026, personal injury, attorney matching</cp:keywords>
  <dc:description>Gold-tier presentation summary for https://www.wreckmatch.com/blog/vermont-car-accident-statute-of-limitations-burlington-2026.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