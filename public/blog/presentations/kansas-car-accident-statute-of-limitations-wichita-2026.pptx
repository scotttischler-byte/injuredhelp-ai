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Kansas Car Accident Statute of Limitations — Wichita (2026). Full guide: https://www.wreckmatch.com/blog/kansas-car-accident-statute-of-limitations-wichita-2026.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Wichita, 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Kansas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Wichita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Kansas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Kansas is an at-fault state. The at-fault driver's liability insurance is the primary source of recovery, and you can pursue compensation for medical bills, lost wages, and pain and suffering once liability is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Wichita, filing-deadline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Kansas Car Accident Statute of Limitations — Wichita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Kansas · Kansas · 2026-06-03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Wichita, 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Wichita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Kansas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Wichita?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legal context for filing-deadline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filing-deadline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filing-deadline situation claim in 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Kansas sets a 2-year statute of limitations for most personal-injury lawsuits arising from a filing-deadline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filing-deadline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https://www.wreckmatch.com/blog/kansas-car-accident-statute-of-limitations-wichita-2026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https://www.wreckmatch.com/blog/kansas-car-accident-statute-of-limitations-wichita-2026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Kansas Car Accident Statute of Limitations — Wichita (2026)</dc:title>
  <dc:subject>WreckMatch educational guide — Kansas</dc:subject>
  <dc:creator/>
  <cp:keywords>WreckMatch, car accident, Kansas, Kansas, kansas car accident statute of limitations wichita 2026, personal injury, attorney matching</cp:keywords>
  <dc:description>Gold-tier presentation summary for https://www.wreckmatch.com/blog/kansas-car-accident-statute-of-limitations-wichita-2026.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