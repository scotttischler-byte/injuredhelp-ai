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Atlanta, Georgia — Top City Guide (2026-06-25). Full guide: https://www.wreckmatch.com/blog/what-to-do-after-a-car-accident-in-atlanta-georgia-top-city-guide-2026-06-25.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Atlanta, Georgia,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Georgia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Georgia.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Atlanta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Georgia fast facts: 2-year statute of limitations · Modified 50%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Georgia,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Georgia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Georgia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Georgia is an at-fault state. The at-fault driver's liability insurance is the primary source of recovery, and you can pursue compensation for medical bills, lost wages, and pain and suffering once liabilit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Atlanta,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Atlanta, Georgia — Top City Guide (2026-06-25)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Georgia · Georgia · 2026-06-25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Atlanta, Georgia,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Atlanta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Georgia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Atlanta?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Georgia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Georgia.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Georgia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Georgia,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Georgia?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Georgia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https://www.wreckmatch.com/blog/what-to-do-after-a-car-accident-in-atlanta-georgia-top-city-guide-2026-06-25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https://www.wreckmatch.com/blog/what-to-do-after-a-car-accident-in-atlanta-georgia-top-city-guide-2026-06-25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Atlanta, Georgia — Top City Guide (2026-06-25)</dc:title>
  <dc:subject>WreckMatch educational guide — Georgia</dc:subject>
  <dc:creator/>
  <cp:keywords>WreckMatch, car accident, Georgia, Georgia, what to do after a car accident in atlanta georgia top city guide 2026 06 25, personal injury, attorney matching</cp:keywords>
  <dc:description>Gold-tier presentation summary for https://www.wreckmatch.com/blog/what-to-do-after-a-car-accident-in-atlanta-georgia-top-city-guide-2026-06-25.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