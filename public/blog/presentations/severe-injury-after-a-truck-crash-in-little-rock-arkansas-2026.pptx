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Severe Injury After a Truck Crash in Little Rock, Arkansas (2026). Full guide: https://www.wreckmatch.com/blog/severe-injury-after-a-truck-crash-in-little-rock-arkansas-2026.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Little Rock, Arkansas,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semi-truck crash victims in Arkansas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SemiTruckMatch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Document lifetime care needs, lost earnings, and future medical costs — not just today's ER bill.</a:t>
            </a:r>
          </a:p>
          <a:p>
            <a:r>
              <a:t>- Do not accept lump-sum settlements before maximum medical improvement (MMI) without counsel.</a:t>
            </a:r>
          </a:p>
          <a:p>
            <a:r>
              <a:t>- Life-care planners, economists, and medical illustrators may be appropriate in high-value cases.</a:t>
            </a:r>
          </a:p>
          <a:p>
            <a:r>
              <a:t>- Wrongful death claims involve different beneficiaries, estates, and deadlines than personal injury alone.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SemiTruckMatch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SemiTruckMatch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SemiTruckMatch a law firm? — No. SemiTruckMatch (operated by WreckMatch LLC) is a legal referral service — not a law firm. We connect injured people with participating attorneys who handle truck and catastrophic injury cases in Arkansas.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Little Rock truck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Arkansas fast facts: 3-year statute of limitations · Modified 50%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Arkansas,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Arkansas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Arkansas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Arkansas is an at-fault state. The at-fault driver's liability insurance is the primary source of recovery, and you can pursue compensation for medical bills, lost wages, and pain and suffering once liab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Severe Injury After a Truck Crash in Little Rock, Arkansas (2026)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Severe Injury · Arkansas · 2026-06-09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Little Rock, Arkansas,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Little Rock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semi-truck crash victims in Arkansas are not outgunned. Th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Little Rock?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Severe injury &amp; wrongful death considerations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Document lifetime care needs, lost earnings, and future medical costs — not just today's ER bill.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accept lump-sum settlements before maximum medical improvement (MMI) without counsel.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Life-care planners, economists, and medical illustrators may be appropriate in high-value cases.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Wrongful death claims involve different beneficiaries, estates, and deadlines than personal injury alone.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Arkansas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SemiTruckMatch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SemiTruckMatch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SemiTruckMatch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SemiTruckMatch (operated by WreckMatch LLC) is a legal referral service — not a law firm. We connect injured people with participating attorneys who handle truck and catastrophic injury cases in Arkansas.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Arkansas legal context for catastrophic-injury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Arkansas,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catastrophic-injury case claim in Arkansas?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Arkansas sets a 3-year statute of limitations for most personal-injury lawsuits arising from a catastrophic-injury case,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SemiTruckMatch-network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SemiTruckMatch network handle catastrophic-injury cases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SemiTruckMatch (operated by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https://www.wreckmatch.com/blog/severe-injury-after-a-truck-crash-in-little-rock-arkansas-2026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https://www.wreckmatch.com/blog/severe-injury-after-a-truck-crash-in-little-rock-arkansas-2026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Severe Injury After a Truck Crash in Little Rock, Arkansas (2026)</dc:title>
  <dc:subject>WreckMatch educational guide — Severe Injury</dc:subject>
  <dc:creator/>
  <cp:keywords>WreckMatch, car accident, Arkansas, Severe Injury, severe injury after a truck crash in little rock arkansas 2026, personal injury, attorney matching</cp:keywords>
  <dc:description>Gold-tier presentation summary for https://www.wreckmatch.com/blog/severe-injury-after-a-truck-crash-in-little-rock-arkansas-2026.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