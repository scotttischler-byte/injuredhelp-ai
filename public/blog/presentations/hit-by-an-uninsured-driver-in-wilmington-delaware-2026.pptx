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Hit by an Uninsured Driver in Wilmington, Delaware (2026). Full guide: https://www.wreckmatch.com/blog/hit-by-an-uninsured-driver-in-wilmington-delaware-2026.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Wilmington, Delaware,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Delaware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Delaware.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Wilmington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Delaware fast facts: 2-year statute of limitations · Modified comparative fault rule · 25/50/10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Delaware,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Delaware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Delaware is 25/50/10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Delaware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Delaware, deadlines and ins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Wilmington, car accident cases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Hit by an Uninsured Driver in Wilmington, Delaware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Delaware · Delaware · 2026-06-08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Wilmington, Delaware,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Wilmington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Delaware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Wilmington?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Delaware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Delaware.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Delaware legal context for car accident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Delaware,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car accident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car accident case claim in Delaware?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Delaware sets a 2-year statute of limitations for most personal-injury lawsuits arising from a car accident case,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car accident cases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serv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https://www.wreckmatch.com/blog/hit-by-an-uninsured-driver-in-wilmington-delaware-2026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https://www.wreckmatch.com/blog/hit-by-an-uninsured-driver-in-wilmington-delaware-2026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Hit by an Uninsured Driver in Wilmington, Delaware (2026)</dc:title>
  <dc:subject>WreckMatch educational guide — Delaware</dc:subject>
  <dc:creator/>
  <cp:keywords>WreckMatch, car accident, Delaware, Delaware, hit by an uninsured driver in wilmington delaware 2026, personal injury, attorney matching</cp:keywords>
  <dc:description>Gold-tier presentation summary for https://www.wreckmatch.com/blog/hit-by-an-uninsured-driver-in-wilmington-delaware-2026.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