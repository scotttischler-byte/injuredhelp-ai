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18-Wheeler Crash in Wilmington, Delaware — Victim Guide (2026). Full guide: https://www.wreckmatch.com/blog/18-wheeler-crash-in-wilmington-delaware-victim-guide-2026.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Wilmington, Delaware,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Delaware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Delaware.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Wilmington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Delaware fast facts: 2-year statute of limitations · Modified comparative fault rule · 25/50/10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Delaware,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Delaware follows the Modified comparative rule for fault allocation. Comparative-fault rules can shrink or eliminate recovery once your assigned share of fault reaches a threshold, so locking in the at-fault driver's responsibility early is critical. The minimum liability insurance every driver must carry in Delaware is 25/50/10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Delaware is an at-fault state. The at-fault driver's liability insurance is the primary source of recovery, and you can pursue compensation for medical bills, lost wages, and pain and suffering once liability is established.</a:t>
            </a:r>
          </a:p>
          <a:p/>
          <a:p>
            <a:r>
              <a:t>In Delaware, deadlines and ins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18-Wheeler Crash in Wilmington, Delaware — Victim Guide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Delaware · 2026-06-09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Wilmington, Delaware,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Wilmington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Delaware are not outgunned. This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Wilmington?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Delaware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Delaware.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Delaware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Delaware,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Delaware?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Delaware sets a 2-year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https://www.wreckmatch.com/blog/18-wheeler-crash-in-wilmington-delaware-victim-guide-2026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https://www.wreckmatch.com/blog/18-wheeler-crash-in-wilmington-delaware-victim-guide-2026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18-Wheeler Crash in Wilmington, Delaware — Victim Guide (2026)</dc:title>
  <dc:subject>WreckMatch educational guide — Truck Accidents</dc:subject>
  <dc:creator/>
  <cp:keywords>WreckMatch, car accident, Delaware, Truck Accidents, 18 wheeler crash in wilmington delaware victim guide 2026, personal injury, attorney matching</cp:keywords>
  <dc:description>Gold-tier presentation summary for https://www.wreckmatch.com/blog/18-wheeler-crash-in-wilmington-delaware-victim-guide-2026.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