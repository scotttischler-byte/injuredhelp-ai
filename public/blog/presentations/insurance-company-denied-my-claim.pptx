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If the Insurance Company Denies My Claim. Full guide: https://www.wreckmatch.com/blog/insurance-company-denied-my-claim.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safest move after any serious crash is to get medical care, preserve photos and witness info, avoid recorded insurer statements, and speak with licensed counsel in your state before signing releases.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date, policy number, and stated reason (coverage, late notice, pre-existing condition, etc.). Insurers must explain many denials in writing.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adjuster notes, photos, and any IME reports. You may need these for an appeal or lawsuit.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 notice? Show proof you reported promptly. Wrong vehicle? Correct VIN/driver info. Medical denial? Submit updated records.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carriers have internal appeal levels before litigation. Deadlines are short—calendar them.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Bad-faith and coverage disputes are fact-specific. A contingency-fee attorney may take cases insurers wrongly denied.</a:t>
            </a:r>
          </a:p>
          <a:p/>
          <a:p>
            <a:r>
              <a:t>Hurt in a crash? Submit the form or call (978) 515-6063. Browse Texas car accident help or your state hub.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If the Insurance Company Denies My Claim</a:t>
            </a:r>
          </a:p>
          <a:p>
            <a:pPr>
              <a:spcBef>
                <a:spcPts val="1200"/>
              </a:spcBef>
              <a:defRPr sz="1600">
                <a:solidFill>
                  <a:srgbClr val="94A3B8"/>
                </a:solidFill>
              </a:defRPr>
            </a:pPr>
            <a:r>
              <a:t>Car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The safest move after any serious crash is to get medical care, preserve photos and witness info, avoid recorded insurer statements, and speak with licensed counsel in your state before signing releases.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1. Read the denial carefully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Note the date, policy number, and stated reason (coverage, late notice, pre-existing condition, etc.). Insurers must explain many denials in writing.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2. Request your claim file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Ask for adjuster notes, photos, and any IME reports. You may need these for an appeal or lawsuit.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3. Fix fixable issues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Late notice? Show proof you reported promptly. Wrong vehicle? Correct VIN/driver info. Medical denial? Submit updated records.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4. Consider a formal appeal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Many carriers have internal appeal levels before litigation. Deadlines are short—calendar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5. Talk to a lawyer before giving up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Bad-faith and coverage disputes are fact-specific. A contingency-fee attorney may take cases insurers wrongly denied.</a:t>
            </a:r>
            <a:br/>
            <a:br/>
            <a:r>
              <a:t>Hurt in a crash? Submit the form or call (978) 515-6063. Browse Texas car accident help or your state hub.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your state?</a:t>
            </a:r>
          </a:p>
          <a:p>
            <a:pPr>
              <a:spcAft>
                <a:spcPts val="800"/>
              </a:spcAft>
              <a:defRPr sz="1500">
                <a:solidFill>
                  <a:srgbClr val="94A3B8"/>
                </a:solidFill>
              </a:defRPr>
            </a:pPr>
            <a:r>
              <a:t>A: your state sets a 2-year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https://www.wreckmatch.com/blog/insurance-company-denied-my-claim</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https://www.wreckmatch.com/blog/insurance-company-denied-my-claim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If the Insurance Company Denies My Claim</dc:title>
  <dc:subject>WreckMatch educational guide — Car Accidents</dc:subject>
  <dc:creator/>
  <cp:keywords>WreckMatch, car accident, Car Accidents, insurance company denied my claim, personal injury, attorney matching</cp:keywords>
  <dc:description>Gold-tier presentation summary for https://www.wreckmatch.com/blog/insurance-company-denied-my-claim.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