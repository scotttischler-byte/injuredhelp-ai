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Semi Truck Accident in Boise, Idaho: What to Do (2026). Full guide: https://www.wreckmatch.com/blog/semi-truck-accident-in-boise-idaho-what-to-do-2026.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Boise, Idaho,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Idaho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Idaho.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Boise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Idaho fast facts: 2-year statute of limitations · Modified comparative fault rule · 25/50/15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Idaho,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Idaho follows the Modified comparative rule for fault allocation. Comparative-fault rules can shrink or eliminate recovery once your assigned share of fault reaches a threshold, so locking in the at-fault driver's responsibility early is critical. The minimum liability insurance every driver must carry in Idaho is 25/50/15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Idaho is an at-fault state. The at-fault driver's liability insurance is the primary source of recovery, and you can pursue compensation for medical bills, lost wages, and pain and suffering once liability is established.</a:t>
            </a:r>
          </a:p>
          <a:p/>
          <a:p>
            <a:r>
              <a:t>In Idaho, deadlines and insurance rules ca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Semi Truck Accident in Boise, Idaho: What to Do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Idaho · 2026-06-01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Boise, Idaho,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Boise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Idaho are not outgunned. This guide 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Boise?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Idaho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Idaho.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Idaho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Idaho,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Idaho?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Idaho sets a 2-year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an 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https://www.wreckmatch.com/blog/semi-truck-accident-in-boise-idaho-what-to-do-2026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https://www.wreckmatch.com/blog/semi-truck-accident-in-boise-idaho-what-to-do-2026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 Truck Accident in Boise, Idaho: What to Do (2026)</dc:title>
  <dc:subject>WreckMatch educational guide — Truck Accidents</dc:subject>
  <dc:creator/>
  <cp:keywords>WreckMatch, car accident, Idaho, Truck Accidents, semi truck accident in boise idaho what to do 2026, personal injury, attorney matching</cp:keywords>
  <dc:description>Gold-tier presentation summary for https://www.wreckmatch.com/blog/semi-truck-accident-in-boise-idaho-what-to-do-2026.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