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Des Moines Crash? (Iowa 2026). Full guide: https://www.wreckmatch.com/blog/should-you-hire-a-lawyer-after-a-des-moines-crash-iowa-2026.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Des Moines,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Des Moines Crash? (Iowa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Iowa · Iowa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https://www.wreckmatch.com/blog/should-you-hire-a-lawyer-after-a-des-moines-crash-iowa-2026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https://www.wreckmatch.com/blog/should-you-hire-a-lawyer-after-a-des-moines-crash-iowa-2026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Des Moines Crash? (Iowa 2026)</dc:title>
  <dc:subject>WreckMatch educational guide — Iowa</dc:subject>
  <dc:creator/>
  <cp:keywords>WreckMatch, car accident, Iowa, Iowa, should you hire a lawyer after a des moines crash iowa 2026, personal injury, attorney matching</cp:keywords>
  <dc:description>Gold-tier presentation summary for https://www.wreckmatch.com/blog/should-you-hire-a-lawyer-after-a-des-moines-crash-iowa-2026.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