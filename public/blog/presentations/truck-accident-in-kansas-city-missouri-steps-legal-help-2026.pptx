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Kansas City, Missouri: Steps &amp; Legal Help (2026). Full guide: https://www.wreckmatch.com/blog/truck-accident-in-kansas-city-missouri-steps-legal-help-2026.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Kansas City, Missouri,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Missouri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Missouri.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Kansas City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Missouri fast facts: 5-year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Missouri, the statute of limitations on most personal-injury claims is 5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Missouri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Missouri is 25/50/25 (bodily injury per person / per accident / property damage). For serious crashes those minimums are routinely exhausted in days, which is why uninsured/underinsured-motorist (UM/UIM) coverage on your own policy matters so much.</a:t>
            </a:r>
          </a:p>
          <a:p/>
          <a:p>
            <a:r>
              <a:t>Missouri is an at-fault state. The at-fault driver's liability insurance is the primary source of recovery, and you can pursue compensation for medical bills, lost wages, and pain and suffering once liability is established.</a:t>
            </a:r>
          </a:p>
          <a:p/>
          <a:p>
            <a:r>
              <a:t>In Missouri, deadlines and insurance rules 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Kansas City, Missouri: Steps &amp; Legal Help (2026)</a:t>
            </a:r>
          </a:p>
          <a:p>
            <a:pPr>
              <a:spcBef>
                <a:spcPts val="1200"/>
              </a:spcBef>
              <a:defRPr sz="1600">
                <a:solidFill>
                  <a:srgbClr val="94A3B8"/>
                </a:solidFill>
              </a:defRPr>
            </a:pPr>
            <a:r>
              <a:t>Truck Accidents · Missouri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Kansas City, Missouri,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Kansas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Missouri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Kansas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Missouri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Missouri.</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Missouri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Missouri, the statute of limitations on most personal-injury claims is 5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Missouri?</a:t>
            </a:r>
          </a:p>
          <a:p>
            <a:pPr>
              <a:spcAft>
                <a:spcPts val="800"/>
              </a:spcAft>
              <a:defRPr sz="1500">
                <a:solidFill>
                  <a:srgbClr val="94A3B8"/>
                </a:solidFill>
              </a:defRPr>
            </a:pPr>
            <a:r>
              <a:t>A: Missouri sets a 5-year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https://www.wreckmatch.com/blog/truck-accident-in-kansas-city-missouri-steps-legal-help-2026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https://www.wreckmatch.com/blog/truck-accident-in-kansas-city-missouri-steps-legal-help-2026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Kansas City, Missouri: Steps &amp; Legal Help (2026)</dc:title>
  <dc:subject>WreckMatch educational guide — Truck Accidents</dc:subject>
  <dc:creator/>
  <cp:keywords>WreckMatch, car accident, Missouri, Truck Accidents, truck accident in kansas city missouri steps legal help 2026, personal injury, attorney matching</cp:keywords>
  <dc:description>Gold-tier presentation summary for https://www.wreckmatch.com/blog/truck-accident-in-kansas-city-missouri-steps-legal-help-2026.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