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New Orleans, Louisiana — Top City Guide (2026-07-24). Full guide: https://www.wreckmatch.com/blog/semi-truck-accident-in-new-orleans-louisiana-top-city-guide-2026-07-24.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New Orleans, Louisiana,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Louisiana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Document lifetime care needs, lost earnings, and future medical costs — not just today's ER bill.</a:t>
            </a:r>
          </a:p>
          <a:p>
            <a:r>
              <a:t>- Do not accept lump-sum settlements before maximum medical improvement (MMI) without counsel.</a:t>
            </a:r>
          </a:p>
          <a:p>
            <a:r>
              <a:t>- Life-care planners, economists, and medical illustrators may be appropriate in high-value cases.</a:t>
            </a:r>
          </a:p>
          <a:p>
            <a:r>
              <a:t>- Wrongful death claims involve different beneficiaries, estates, and deadlines than personal injury alone.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1 year (many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Louisiana.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New Orleans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Louisiana fast facts: 1-year statute of limitations · Pure comparative fault rule · 15/30/25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Louisiana, the statute of limitations on most personal-injury claims is 1 year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Louisiana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Louisiana is 15/30/25 (bodily injury per person / per accident / property damage). For serious crashes those minimums are routinely exhausted in days, which is why uninsured/underinsured-motorist (UM/UIM) coverage on your own policy matters so much.</a:t>
            </a:r>
          </a:p>
          <a:p/>
          <a:p>
            <a:r>
              <a:t>Louisiana is an at-fault state. The at-fault driver's liability insurance is the primary source of recovery, and you can pursue compensation for medical bills, lost wages, and pain and suffering once liability is established.</a:t>
            </a:r>
          </a:p>
          <a:p/>
          <a:p>
            <a:r>
              <a:t>In Louisiana, deadlines and insurance rul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New Orleans, Louisiana — Top City Guide (2026-07-24)</a:t>
            </a:r>
          </a:p>
          <a:p>
            <a:pPr>
              <a:spcBef>
                <a:spcPts val="1200"/>
              </a:spcBef>
              <a:defRPr sz="1600">
                <a:solidFill>
                  <a:srgbClr val="94A3B8"/>
                </a:solidFill>
              </a:defRPr>
            </a:pPr>
            <a:r>
              <a:t>Severe Injury · Louisiana · 2026-07-24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New Orleans, Louisiana,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New Orleans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Louisiana are not outgunned. 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New Orleans?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Severe injury &amp; wrongful death considerations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Document lifetime care needs, lost earnings, and future medical costs — not just today's ER bill.</a:t>
            </a:r>
          </a:p>
          <a:p>
            <a:pPr>
              <a:spcAft>
                <a:spcPts val="800"/>
              </a:spcAft>
              <a:defRPr sz="1500">
                <a:solidFill>
                  <a:srgbClr val="94A3B8"/>
                </a:solidFill>
              </a:defRPr>
            </a:pPr>
            <a:r>
              <a:t>Do not accept lump-sum settlements before maximum medical improvement (MMI) without counsel.</a:t>
            </a:r>
          </a:p>
          <a:p>
            <a:pPr>
              <a:spcAft>
                <a:spcPts val="800"/>
              </a:spcAft>
              <a:defRPr sz="1500">
                <a:solidFill>
                  <a:srgbClr val="94A3B8"/>
                </a:solidFill>
              </a:defRPr>
            </a:pPr>
            <a:r>
              <a:t>Life-care planners, economists, and medical illustrators may be appropriate in high-value cases.</a:t>
            </a:r>
          </a:p>
          <a:p>
            <a:pPr>
              <a:spcAft>
                <a:spcPts val="800"/>
              </a:spcAft>
              <a:defRPr sz="1500">
                <a:solidFill>
                  <a:srgbClr val="94A3B8"/>
                </a:solidFill>
              </a:defRPr>
            </a:pPr>
            <a:r>
              <a:t>Wrongful death claims involve different beneficiaries, estates, and deadlines than personal injury alone.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Louisiana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1 year (many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Louisiana.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Louisiana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Louisiana, the statute of limitations on most personal-injury claims is 1 year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Louisiana?</a:t>
            </a:r>
          </a:p>
          <a:p>
            <a:pPr>
              <a:spcAft>
                <a:spcPts val="800"/>
              </a:spcAft>
              <a:defRPr sz="1500">
                <a:solidFill>
                  <a:srgbClr val="94A3B8"/>
                </a:solidFill>
              </a:defRPr>
            </a:pPr>
            <a:r>
              <a:t>A: Louisiana sets a 1-year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https://www.wreckmatch.com/blog/semi-truck-accident-in-new-orleans-louisiana-top-city-guide-2026-07-24</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https://www.wreckmatch.com/blog/semi-truck-accident-in-new-orleans-louisiana-top-city-guide-2026-07-24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New Orleans, Louisiana — Top City Guide (2026-07-24)</dc:title>
  <dc:subject>WreckMatch educational guide — Severe Injury</dc:subject>
  <dc:creator/>
  <cp:keywords>WreckMatch, car accident, Louisiana, Severe Injury, semi truck accident in new orleans louisiana top city guide 2026 07 24, personal injury, attorney matching</cp:keywords>
  <dc:description>Gold-tier presentation summary for https://www.wreckmatch.com/blog/semi-truck-accident-in-new-orleans-louisiana-top-city-guide-2026-07-24.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