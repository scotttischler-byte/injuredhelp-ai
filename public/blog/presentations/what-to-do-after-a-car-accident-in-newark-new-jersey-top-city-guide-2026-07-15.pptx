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Newark, New Jersey — Top City Guide (2026-07-15). Full guide: https://www.wreckmatch.com/blog/what-to-do-after-a-car-accident-in-newark-new-jersey-top-city-guide-2026-07-15.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Newark, New Jersey,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Jersey.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Newark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Jersey fast facts: 2-year statute of limitations · Modified comparative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Jersey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Jersey is 15/30/5 (PIP) (bodily injury per person / per accident / property damage). For serious crashes those minimums are routinely exhausted in days, which is why uninsured/underinsured-motorist (UM/UIM) coverage on your own policy matters so much.</a:t>
            </a:r>
          </a:p>
          <a:p/>
          <a:p>
            <a:r>
              <a:t>New Jersey is a no-fault state, meaning your own Personal Injury Protection (PIP) coverage typically pays your initial medical bills regardless of fault. You can usually pursue the at-fault driver only after crossing a "serious injury" threshold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Newark,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Newark, New Jersey — Top City Guide (2026-07-15)</a:t>
            </a:r>
          </a:p>
          <a:p>
            <a:pPr>
              <a:spcBef>
                <a:spcPts val="1200"/>
              </a:spcBef>
              <a:defRPr sz="1600">
                <a:solidFill>
                  <a:srgbClr val="94A3B8"/>
                </a:solidFill>
              </a:defRPr>
            </a:pPr>
            <a:r>
              <a:t>New Jersey · New Jersey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Newark, New Jersey,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Jersey.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Jersey?</a:t>
            </a:r>
          </a:p>
          <a:p>
            <a:pPr>
              <a:spcAft>
                <a:spcPts val="800"/>
              </a:spcAft>
              <a:defRPr sz="1500">
                <a:solidFill>
                  <a:srgbClr val="94A3B8"/>
                </a:solidFill>
              </a:defRPr>
            </a:pPr>
            <a:r>
              <a:t>A: New Jersey sets a 2-year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https://www.wreckmatch.com/blog/what-to-do-after-a-car-accident-in-newark-new-jersey-top-city-guide-2026-07-15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https://www.wreckmatch.com/blog/what-to-do-after-a-car-accident-in-newark-new-jersey-top-city-guide-2026-07-15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Newark, New Jersey — Top City Guide (2026-07-15)</dc:title>
  <dc:subject>WreckMatch educational guide — New Jersey</dc:subject>
  <dc:creator/>
  <cp:keywords>WreckMatch, car accident, New Jersey, New Jersey, what to do after a car accident in newark new jersey top city guide 2026 07 15, personal injury, attorney matching</cp:keywords>
  <dc:description>Gold-tier presentation summary for https://www.wreckmatch.com/blog/what-to-do-after-a-car-accident-in-newark-new-jersey-top-city-guide-2026-07-15.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