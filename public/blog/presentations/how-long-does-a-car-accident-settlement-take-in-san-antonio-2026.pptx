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How Long Does a Car Accident Settlement Take in San Antonio? (2026). Full guide: https://www.wreckmatch.com/blog/how-long-does-a-car-accident-settlement-take-in-san-antonio-2026.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San Antonio,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crash in San Antonio,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San Antonio guide — San Antonio help hub</a:t>
            </a:r>
          </a:p>
          <a:p/>
          <a:p>
            <a:r>
              <a:t>Free attorney matching → · (978) 515-6063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855 WRECKMATCH (855) 897-3256 or use free attorney matching. Participating attorneys typically work on contingency.</a:t>
            </a:r>
          </a:p>
          <a:p/>
          <a:p>
            <a:r>
              <a:t>Educational only — not legal advice.</a:t>
            </a:r>
          </a:p>
          <a:p/>
          <a:p>
            <a:r>
              <a:t>Reviewed for legal context by Judge Roy Waddell, Legal Advisor at WreckMatch LLC — courtroom and procedural perspective only; not legal advice for your specific case.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How Long Does a Car Accident Settlement Take in San Antonio? (2026)</a:t>
            </a:r>
          </a:p>
          <a:p>
            <a:pPr>
              <a:spcBef>
                <a:spcPts val="1200"/>
              </a:spcBef>
              <a:defRPr sz="1600">
                <a:solidFill>
                  <a:srgbClr val="94A3B8"/>
                </a:solidFill>
              </a:defRPr>
            </a:pPr>
            <a:r>
              <a:t>Texas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San Antonio,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Texas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San Antonio guide</a:t>
            </a:r>
          </a:p>
          <a:p>
            <a:pPr>
              <a:spcAft>
                <a:spcPts val="800"/>
              </a:spcAft>
              <a:defRPr sz="1500">
                <a:solidFill>
                  <a:srgbClr val="94A3B8"/>
                </a:solidFill>
              </a:defRPr>
            </a:pPr>
            <a:r>
              <a:t>A: San Antonio help hub</a:t>
            </a:r>
            <a:br/>
            <a:br/>
            <a:r>
              <a:t>Free attorney matching → · (978) 515-6063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Free matching in about 60 seconds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855 WRECKMATCH (855) 897-3256 or use free attorney matching. Participating attorneys typically work on contingency.</a:t>
            </a:r>
            <a:br/>
            <a:br/>
            <a:r>
              <a:t>Educational only — not legal advice.</a:t>
            </a:r>
            <a:br/>
            <a:br/>
            <a:r>
              <a:t>Reviewed for legal context by Judge Roy Waddell, Legal Advisor at WreckMatch LLC — courtroom and procedural perspective only; not legal advice for your specific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filing-deadline situation claim in Texas?</a:t>
            </a:r>
          </a:p>
          <a:p>
            <a:pPr>
              <a:spcAft>
                <a:spcPts val="800"/>
              </a:spcAft>
              <a:defRPr sz="1500">
                <a:solidFill>
                  <a:srgbClr val="94A3B8"/>
                </a:solidFill>
              </a:defRPr>
            </a:pPr>
            <a:r>
              <a:t>A: Texas sets a 2-year statute of limitations for most personal-injury lawsuits arising from a filing-deadline situation,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filing-deadline situations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https://www.wreckmatch.com/blog/how-long-does-a-car-accident-settlement-take-in-san-antonio-2026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https://www.wreckmatch.com/blog/how-long-does-a-car-accident-settlement-take-in-san-antonio-2026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Long Does a Car Accident Settlement Take in San Antonio? (2026)</dc:title>
  <dc:subject>WreckMatch educational guide — Texas</dc:subject>
  <dc:creator/>
  <cp:keywords>WreckMatch, car accident, Texas, Texas, how long does a car accident settlement take in san antonio 2026, personal injury, attorney matching</cp:keywords>
  <dc:description>Gold-tier presentation summary for https://www.wreckmatch.com/blog/how-long-does-a-car-accident-settlement-take-in-san-antonio-2026.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