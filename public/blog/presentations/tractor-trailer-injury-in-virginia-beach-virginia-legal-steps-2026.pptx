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Tractor-Trailer Injury in Virginia Beach, Virginia: Legal Steps (2026). Full guide: https://www.wreckmatch.com/blog/tractor-trailer-injury-in-virginia-beach-virginia-legal-steps-2026.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Virginia Beach, Virginia,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Tractor-Trailer Injury in Virginia Beach, Virginia: Legal Steps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Virginia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Virginia Beach, Virginia,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commercial-truck crashs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commercial-truck crash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commercial-truck crash,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commercial-truck crashs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https://www.wreckmatch.com/blog/tractor-trailer-injury-in-virginia-beach-virginia-legal-steps-2026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https://www.wreckmatch.com/blog/tractor-trailer-injury-in-virginia-beach-virginia-legal-steps-2026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Tractor-Trailer Injury in Virginia Beach, Virginia: Legal Steps (2026)</dc:title>
  <dc:subject>WreckMatch educational guide — Truck Accidents</dc:subject>
  <dc:creator/>
  <cp:keywords>WreckMatch, car accident, Virginia, Truck Accidents, tractor trailer injury in virginia beach virginia legal steps 2026, personal injury, attorney matching</cp:keywords>
  <dc:description>Gold-tier presentation summary for https://www.wreckmatch.com/blog/tractor-trailer-injury-in-virginia-beach-virginia-legal-steps-2026.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