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Omaha, Nebraska: What to Do (2026). Full guide: https://www.wreckmatch.com/blog/semi-truck-accident-in-omaha-nebraska-what-to-do-2026.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Omaha, Nebraska,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Nebraska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Nebraska.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Omaha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Nebraska fast facts: 4-year statute of limitations · Modified comparative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Nebraska,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Nebraska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Nebraska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Nebraska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Nebraska, deadlines and ins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Omaha, Nebraska: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Nebraska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Omaha, Nebraska,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Omaha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Nebraska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Omaha?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Nebraska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Nebraska.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Nebraska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Nebraska,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Nebraska?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Nebraska sets a 4-year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https://www.wreckmatch.com/blog/semi-truck-accident-in-omaha-nebraska-what-to-do-2026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https://www.wreckmatch.com/blog/semi-truck-accident-in-omaha-nebraska-what-to-do-2026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Omaha, Nebraska: What to Do (2026)</dc:title>
  <dc:subject>WreckMatch educational guide — Truck Accidents</dc:subject>
  <dc:creator/>
  <cp:keywords>WreckMatch, car accident, Nebraska, Truck Accidents, semi truck accident in omaha nebraska what to do 2026, personal injury, attorney matching</cp:keywords>
  <dc:description>Gold-tier presentation summary for https://www.wreckmatch.com/blog/semi-truck-accident-in-omaha-nebraska-what-to-do-2026.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