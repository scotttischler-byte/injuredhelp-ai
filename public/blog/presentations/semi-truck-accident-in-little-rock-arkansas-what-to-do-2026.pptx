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Semi Truck Accident in Little Rock, Arkansas: What to Do (2026). Full guide: https://www.wreckmatch.com/blog/semi-truck-accident-in-little-rock-arkansas-what-to-do-2026.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Little Rock, Arkansas,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Arkansas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Arkansas.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Little Rock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Arkansas fast facts: 3-year statute of limitations · Modified 50%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Arkansas,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Arkansas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Arkansas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Arkansas is an at-fault state. The at-fault driver's liability insurance is the primary source of recovery, and you can pursue compensation for medical bills, lost wages, and pain and suffering once liab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Semi Truck Accident in Little Rock, Arkansas: What to Do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Arkansas · 2026-06-01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Little Rock, Arkansas,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Little Rock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Arkansas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Little Rock?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Arkansas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Arkansas.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Arkansas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Arkansas,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Arkansas?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Arkansas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https://www.wreckmatch.com/blog/semi-truck-accident-in-little-rock-arkansas-what-to-do-2026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https://www.wreckmatch.com/blog/semi-truck-accident-in-little-rock-arkansas-what-to-do-2026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 Truck Accident in Little Rock, Arkansas: What to Do (2026)</dc:title>
  <dc:subject>WreckMatch educational guide — Truck Accidents</dc:subject>
  <dc:creator/>
  <cp:keywords>WreckMatch, car accident, Arkansas, Truck Accidents, semi truck accident in little rock arkansas what to do 2026, personal injury, attorney matching</cp:keywords>
  <dc:description>Gold-tier presentation summary for https://www.wreckmatch.com/blog/semi-truck-accident-in-little-rock-arkansas-what-to-do-2026.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