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Manchester, New Hampshire — Victim Guide (2026). Full guide: https://www.wreckmatch.com/blog/18-wheeler-crash-in-manchester-new-hampshire-victim-guide-2026.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Manchester, New Hampshire,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New Hampshire are not outgunned. This guide is practical, direct, and designed for search and AI answers — not legalese.</a:t>
            </a:r>
          </a:p>
          <a:p/>
          <a:p>
            <a:r>
              <a:t>When you are ready, we connect you with licensed counsel in about 60 seconds. WreckMatch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WreckMatch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WreckMatch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WreckMatch a law firm? — No. WreckMatch LLC is a legal referral service — not a law firm. We connect injured people with participating attorneys who handle truck and catastrophic injury cases in New Hampshire.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Manchester car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New Hampshire fast facts: 3-year statute of limitations · Modified comparative fault rule · 25/50/25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New Hampshire,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New Hampshire follows the Modified comparative rule for fault allocation. Comparative-fault rules can shrink or eliminate recovery once your assigned share of fault reaches a threshold, so locking in the at-fault driver's responsibility early is critical. The minimum liability insurance every driver must carry in New Hampshire is 25/50/25 (bodily injury per person / per accident / property damage). For serious crashes those minimums are routinely exhausted in days, which is why uninsured/underinsured-motorist (UM/UIM) coverage on your own policy matters so much.</a:t>
            </a:r>
          </a:p>
          <a:p/>
          <a:p>
            <a:r>
              <a:t>New Hampshire is an at-fault state. The at-fault driver's liability insurance is the primary source of recovery, and you can pursue compensation for medical bills, lost wages, and pain and suffering once liability is established.</a:t>
            </a:r>
          </a:p>
          <a:p/>
          <a:p>
            <a:r>
              <a:t>In New Ham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Manchester, New Hampshire — Victim Guide (2026)</a:t>
            </a:r>
          </a:p>
          <a:p>
            <a:pPr>
              <a:spcBef>
                <a:spcPts val="1200"/>
              </a:spcBef>
              <a:defRPr sz="1600">
                <a:solidFill>
                  <a:srgbClr val="94A3B8"/>
                </a:solidFill>
              </a:defRPr>
            </a:pPr>
            <a:r>
              <a:t>Truck Accidents · New Hampshire · 2026-06-10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Manchester, New Hampshire,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Manchester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New Hampshire are not outgunned. This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Manchester?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New Hampshire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WreckMatch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WreckMatch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WreckMatch a law firm?</a:t>
            </a:r>
          </a:p>
          <a:p>
            <a:pPr>
              <a:spcAft>
                <a:spcPts val="800"/>
              </a:spcAft>
              <a:defRPr sz="1500">
                <a:solidFill>
                  <a:srgbClr val="94A3B8"/>
                </a:solidFill>
              </a:defRPr>
            </a:pPr>
            <a:r>
              <a:t>A: No. WreckMatch LLC is a legal referral service — not a law firm. We connect injured people with participating attorneys who handle truck and catastrophic injury cases in New Hampshire.</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New Hampshire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New Hampshire,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New Hampshire?</a:t>
            </a:r>
          </a:p>
          <a:p>
            <a:pPr>
              <a:spcAft>
                <a:spcPts val="800"/>
              </a:spcAft>
              <a:defRPr sz="1500">
                <a:solidFill>
                  <a:srgbClr val="94A3B8"/>
                </a:solidFill>
              </a:defRPr>
            </a:pPr>
            <a:r>
              <a:t>A: New Hampshire sets a 3-year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is a legal referral</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https://www.wreckmatch.com/blog/18-wheeler-crash-in-manchester-new-hampshire-victim-guide-2026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https://www.wreckmatch.com/blog/18-wheeler-crash-in-manchester-new-hampshire-victim-guide-2026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Manchester, New Hampshire — Victim Guide (2026)</dc:title>
  <dc:subject>WreckMatch educational guide — Truck Accidents</dc:subject>
  <dc:creator/>
  <cp:keywords>WreckMatch, car accident, New Hampshire, Truck Accidents, 18 wheeler crash in manchester new hampshire victim guide 2026, personal injury, attorney matching</cp:keywords>
  <dc:description>Gold-tier presentation summary for https://www.wreckmatch.com/blog/18-wheeler-crash-in-manchester-new-hampshire-victim-guide-2026.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