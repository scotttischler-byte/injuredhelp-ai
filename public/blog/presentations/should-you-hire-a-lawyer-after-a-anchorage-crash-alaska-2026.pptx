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Should You Hire a Lawyer After a Anchorage Crash? (Alaska 2026). Full guide: https://www.wreckmatch.com/blog/should-you-hire-a-lawyer-after-a-anchorage-crash-alaska-2026.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Anchorage, Alaska,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Anchorage,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Should You Hire a Lawyer After a Anchorage Crash? (Alaska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Alaska · Alaska ·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Anchorage, Alaska,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atto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https://www.wreckmatch.com/blog/should-you-hire-a-lawyer-after-a-anchorage-crash-alaska-2026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https://www.wreckmatch.com/blog/should-you-hire-a-lawyer-after-a-anchorage-crash-alaska-2026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You Hire a Lawyer After a Anchorage Crash? (Alaska 2026)</dc:title>
  <dc:subject>WreckMatch educational guide — Alaska</dc:subject>
  <dc:creator/>
  <cp:keywords>WreckMatch, car accident, Alaska, Alaska, should you hire a lawyer after a anchorage crash alaska 2026, personal injury, attorney matching</cp:keywords>
  <dc:description>Gold-tier presentation summary for https://www.wreckmatch.com/blog/should-you-hire-a-lawyer-after-a-anchorage-crash-alaska-2026.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