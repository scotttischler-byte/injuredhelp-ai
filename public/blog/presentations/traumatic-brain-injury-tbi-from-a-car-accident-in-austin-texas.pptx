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Austin, Texas. Full guide: https://www.wreckmatch.com/blog/traumatic-brain-injury-tbi-from-a-car-accident-in-austin-texas.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Austin guide — Austin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Austin,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Austin,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Austin guide</a:t>
            </a:r>
          </a:p>
          <a:p>
            <a:pPr>
              <a:spcAft>
                <a:spcPts val="800"/>
              </a:spcAft>
              <a:defRPr sz="1500">
                <a:solidFill>
                  <a:srgbClr val="94A3B8"/>
                </a:solidFill>
              </a:defRPr>
            </a:pPr>
            <a:r>
              <a:t>A: Austin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Texas?</a:t>
            </a:r>
          </a:p>
          <a:p>
            <a:pPr>
              <a:spcAft>
                <a:spcPts val="800"/>
              </a:spcAft>
              <a:defRPr sz="1500">
                <a:solidFill>
                  <a:srgbClr val="94A3B8"/>
                </a:solidFill>
              </a:defRPr>
            </a:pPr>
            <a:r>
              <a:t>A: Texas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https://www.wreckmatch.com/blog/traumatic-brain-injury-tbi-from-a-car-accident-in-austin-texas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https://www.wreckmatch.com/blog/traumatic-brain-injury-tbi-from-a-car-accident-in-austin-texas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Austin, Texas</dc:title>
  <dc:subject>WreckMatch educational guide — Severe Injury</dc:subject>
  <dc:creator/>
  <cp:keywords>WreckMatch, car accident, Texas, Severe Injury, traumatic brain injury tbi from a car accident in austin texas, personal injury, attorney matching</cp:keywords>
  <dc:description>Gold-tier presentation summary for https://www.wreckmatch.com/blog/traumatic-brain-injury-tbi-from-a-car-accident-in-austin-texas.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