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Baltimore, Maryland — Top City Guide (2026-07-04). Full guide: https://www.wreckmatch.com/blog/what-to-do-after-a-car-accident-in-baltimore-maryland-top-city-guide-2026-07-04.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Baltimore, Maryland,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Maryland.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Baltimore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Maryland fast facts: 3-year statute of limitations · Contributory fault rule · 30/60/15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Maryland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Maryland is 30/60/15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Maryland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Baltimore,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Baltimore, Maryland — Top City Guide (2026-07-04)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Maryland · Maryland · 2026-07-04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Baltimore, Maryland,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Baltimore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Baltimore?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Maryland.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Maryland?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Maryland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https://www.wreckmatch.com/blog/what-to-do-after-a-car-accident-in-baltimore-maryland-top-city-guide-2026-07-04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https://www.wreckmatch.com/blog/what-to-do-after-a-car-accident-in-baltimore-maryland-top-city-guide-2026-07-04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Baltimore, Maryland — Top City Guide (2026-07-04)</dc:title>
  <dc:subject>WreckMatch educational guide — Maryland</dc:subject>
  <dc:creator/>
  <cp:keywords>WreckMatch, car accident, Maryland, Maryland, what to do after a car accident in baltimore maryland top city guide 2026 07 04, personal injury, attorney matching</cp:keywords>
  <dc:description>Gold-tier presentation summary for https://www.wreckmatch.com/blog/what-to-do-after-a-car-accident-in-baltimore-maryland-top-city-guide-2026-07-04.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