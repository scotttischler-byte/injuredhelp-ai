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Car Accident vs Semi Truck Claim — Key Differences (2026). Full guide: https://www.wreckmatch.com/blog/car-accident-vs-semi-truck-claim-key-differences-2026.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National,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your state are not outgunned. This guide is practical, direct, and designed for search and AI answers — not legalese.</a:t>
            </a:r>
          </a:p>
          <a:p/>
          <a:p>
            <a:r>
              <a:t>WreckMatch is a referral service, not a law firm.</a:t>
            </a:r>
          </a:p>
          <a:p/>
          <a:p>
            <a:r>
              <a:t># Car Accident vs Semi Truck Claim — Key Differences (2026)</a:t>
            </a:r>
          </a:p>
          <a:p/>
          <a:p>
            <a:r>
              <a:t>Educational only — not legal advice. WreckMatch LLC is a legal referral service, not a law firm. Results not guaranteed. Consult a licensed attorney in your state.</a:t>
            </a:r>
          </a:p>
          <a:p/>
          <a:p>
            <a:r>
              <a:t>Last updated: 2026-05-23</a:t>
            </a:r>
          </a:p>
          <a:p/>
          <a:p>
            <a:r>
              <a:t>WreckMatch connects victims with attorneys from a network of 800+ participating law firms nationwide — free matching, typically under 60 seconds.</a:t>
            </a:r>
          </a:p>
          <a:p/>
          <a:p>
            <a:r>
              <a:t>Quick answer: After a crash in National,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United States. How fast is callback? — Typically under 60 seconds at wreckmatch.com. Full National guide — National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Car Accident vs Semi Truck Claim — Key Differences (2026)</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National,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your state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your state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United States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United States.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National guide</a:t>
            </a:r>
          </a:p>
          <a:p>
            <a:pPr>
              <a:spcAft>
                <a:spcPts val="800"/>
              </a:spcAft>
              <a:defRPr sz="1500">
                <a:solidFill>
                  <a:srgbClr val="94A3B8"/>
                </a:solidFill>
              </a:defRPr>
            </a:pPr>
            <a:r>
              <a:t>A: National help hub</a:t>
            </a:r>
            <a:br/>
            <a:br/>
            <a:r>
              <a:t>Free attorney matching → · 855 WRECKMATCH (855) 897-3256</a:t>
            </a:r>
            <a:b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your state?</a:t>
            </a:r>
          </a:p>
          <a:p>
            <a:pPr>
              <a:spcAft>
                <a:spcPts val="800"/>
              </a:spcAft>
              <a:defRPr sz="1500">
                <a:solidFill>
                  <a:srgbClr val="94A3B8"/>
                </a:solidFill>
              </a:defRPr>
            </a:pPr>
            <a:r>
              <a:t>A: your state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https://www.wreckmatch.com/blog/car-accident-vs-semi-truck-claim-key-differences-2026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https://www.wreckmatch.com/blog/car-accident-vs-semi-truck-claim-key-differences-2026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Accident vs Semi Truck Claim — Key Differences (2026)</dc:title>
  <dc:subject>WreckMatch educational guide — Truck Accidents</dc:subject>
  <dc:creator/>
  <cp:keywords>WreckMatch, car accident, Truck Accidents, car accident vs semi truck claim key differences 2026, personal injury, attorney matching</cp:keywords>
  <dc:description>Gold-tier presentation summary for https://www.wreckmatch.com/blog/car-accident-vs-semi-truck-claim-key-differences-2026.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