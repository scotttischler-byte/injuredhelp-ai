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Salt Lake City, Utah: Legal Steps (2026). Full guide: https://www.wreckmatch.com/blog/tractor-trailer-injury-in-salt-lake-city-utah-legal-steps-2026.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Salt Lake City, Utah,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Utah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Utah.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Salt Lake City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Utah fast facts: 4-year statute of limitations · Modified 50% fault rule · 25/65/15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Utah,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Utah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Utah is 25/65/15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Utah is a no-fault state, meaning your own Personal Injury Protection (PIP) coverage typically pays your initial medical bills regardless of fault. You can usually pursue the at-fault driver only after crossing a "s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Salt Lake City, Utah: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Utah · 2026-06-12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Salt Lake City, Utah,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Salt Lake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Utah are not outgunned. This guide is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Salt Lake 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Utah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Utah.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Utah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Utah, the statute of limitations on most personal-injury claims is 4 years from the date of the crash. Missing that window almost always ends the case — courts dismiss late-filed lawsuits with rare exceptions for minors, mental incapacity, or delayed discovery of injuries. Notice deadlines for claims against governm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Utah?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Utah sets a 4-year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 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https://www.wreckmatch.com/blog/tractor-trailer-injury-in-salt-lake-city-utah-legal-steps-2026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https://www.wreckmatch.com/blog/tractor-trailer-injury-in-salt-lake-city-utah-legal-steps-2026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Salt Lake City, Utah: Legal Steps (2026)</dc:title>
  <dc:subject>WreckMatch educational guide — Truck Accidents</dc:subject>
  <dc:creator/>
  <cp:keywords>WreckMatch, car accident, Utah, Truck Accidents, tractor trailer injury in salt lake city utah legal steps 2026, personal injury, attorney matching</cp:keywords>
  <dc:description>Gold-tier presentation summary for https://www.wreckmatch.com/blog/tractor-trailer-injury-in-salt-lake-city-utah-legal-steps-2026.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