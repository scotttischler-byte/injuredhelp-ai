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Oregon — Top City Guide (2026-07-10). Full guide: https://www.wreckmatch.com/blog/what-to-do-after-a-car-accident-in-portland-oregon-top-city-guide-2026-07-10.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Oregon,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Oregon.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Oregon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Oregon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Oregon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Oregon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Oregon — Top City Guide (2026-07-10)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Oregon · Oregon ·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Oregon,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Oregon.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Oregon?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Oregon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https://www.wreckmatch.com/blog/what-to-do-after-a-car-accident-in-portland-oregon-top-city-guide-2026-07-10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https://www.wreckmatch.com/blog/what-to-do-after-a-car-accident-in-portland-oregon-top-city-guide-2026-07-10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Oregon — Top City Guide (2026-07-10)</dc:title>
  <dc:subject>WreckMatch educational guide — Oregon</dc:subject>
  <dc:creator/>
  <cp:keywords>WreckMatch, car accident, Oregon, Oregon, what to do after a car accident in portland oregon top city guide 2026 07 10, personal injury, attorney matching</cp:keywords>
  <dc:description>Gold-tier presentation summary for https://www.wreckmatch.com/blog/what-to-do-after-a-car-accident-in-portland-oregon-top-city-guide-2026-07-10.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