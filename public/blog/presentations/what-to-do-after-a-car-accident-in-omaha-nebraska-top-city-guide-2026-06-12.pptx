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Omaha, Nebraska — Top City Guide (2026-06-12). Full guide: https://www.wreckmatch.com/blog/what-to-do-after-a-car-accident-in-omaha-nebraska-top-city-guide-2026-06-12.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Omaha, Nebraska,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Nebraska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Nebraska.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Omaha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Nebraska fast facts: 4-year statute of limitations · Modified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Nebraska,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Nebraska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Nebraska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Nebraska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Nebraska,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Omaha,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Omaha, Nebraska — Top City Guide (2026-06-12)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Nebraska · Nebraska · 2026-06-12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Omaha, Nebraska,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Omaha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Nebraska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Omaha?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Nebraska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Nebraska.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Nebraska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Nebraska,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Nebraska?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Nebraska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https://www.wreckmatch.com/blog/what-to-do-after-a-car-accident-in-omaha-nebraska-top-city-guide-2026-06-12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https://www.wreckmatch.com/blog/what-to-do-after-a-car-accident-in-omaha-nebraska-top-city-guide-2026-06-12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Omaha, Nebraska — Top City Guide (2026-06-12)</dc:title>
  <dc:subject>WreckMatch educational guide — Nebraska</dc:subject>
  <dc:creator/>
  <cp:keywords>WreckMatch, car accident, Nebraska, Nebraska, what to do after a car accident in omaha nebraska top city guide 2026 06 12, personal injury, attorney matching</cp:keywords>
  <dc:description>Gold-tier presentation summary for https://www.wreckmatch.com/blog/what-to-do-after-a-car-accident-in-omaha-nebraska-top-city-guide-2026-06-12.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