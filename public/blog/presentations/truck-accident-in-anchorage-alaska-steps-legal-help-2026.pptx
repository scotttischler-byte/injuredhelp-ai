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Truck Accident in Anchorage, Alaska: Steps &amp; Legal Help (2026). Full guide: https://www.wreckmatch.com/blog/truck-accident-in-anchorage-alaska-steps-legal-help-2026.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Anchorage, Alaska,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Alaska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Alaska.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Anchorage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Alaska fast facts: 2-year statute of limitations · Pure comparative fault rule · 50/100/25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Alaska,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Alaska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Alaska is 50/100/25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Alaska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Alaska, deadlines and insurance rules can change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Truck Accident in Anchorage, Alaska: Steps &amp; Legal Help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Alaska · 2026-06-07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Anchorage, Alaska,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Anchorage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Alaska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Anchorage?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Alaska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Alaska.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Alaska legal context for commercial-truck crashs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Alaska,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commercial-truck crash claim in Alaska?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Alaska sets a 2-year statute of limitations for most personal-injury lawsuits arising from a commercial-truck crash,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commercial-truck crashs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https://www.wreckmatch.com/blog/truck-accident-in-anchorage-alaska-steps-legal-help-2026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https://www.wreckmatch.com/blog/truck-accident-in-anchorage-alaska-steps-legal-help-2026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Truck Accident in Anchorage, Alaska: Steps &amp; Legal Help (2026)</dc:title>
  <dc:subject>WreckMatch educational guide — Truck Accidents</dc:subject>
  <dc:creator/>
  <cp:keywords>WreckMatch, car accident, Alaska, Truck Accidents, truck accident in anchorage alaska steps legal help 2026, personal injury, attorney matching</cp:keywords>
  <dc:description>Gold-tier presentation summary for https://www.wreckmatch.com/blog/truck-accident-in-anchorage-alaska-steps-legal-help-2026.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