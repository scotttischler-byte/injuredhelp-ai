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Las Vegas, Nevada: Steps &amp; Legal Help (2026). Full guide: https://www.wreckmatch.com/blog/truck-accident-in-las-vegas-nevada-steps-legal-help-2026.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Las Vegas, Nevada,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Nevada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Nevada.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Las Vegas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Nevada fast facts: 2-year statute of limitations · Modified comparative fault rule · 25/50/20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Nevada,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Nevada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Nevada is 25/50/20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Nevada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Nevada, deadlines and insurance rul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Las Vegas, Nevada: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Nevada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Las Vegas, Nevada,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Las Vegas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Nevada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Las Vegas?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Nevada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Nevada.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Nevada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Nevada,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Nevada?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Nevada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https://www.wreckmatch.com/blog/truck-accident-in-las-vegas-nevada-steps-legal-help-2026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https://www.wreckmatch.com/blog/truck-accident-in-las-vegas-nevada-steps-legal-help-2026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Las Vegas, Nevada: Steps &amp; Legal Help (2026)</dc:title>
  <dc:subject>WreckMatch educational guide — Truck Accidents</dc:subject>
  <dc:creator/>
  <cp:keywords>WreckMatch, car accident, Nevada, Truck Accidents, truck accident in las vegas nevada steps legal help 2026, personal injury, attorney matching</cp:keywords>
  <dc:description>Gold-tier presentation summary for https://www.wreckmatch.com/blog/truck-accident-in-las-vegas-nevada-steps-legal-help-2026.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