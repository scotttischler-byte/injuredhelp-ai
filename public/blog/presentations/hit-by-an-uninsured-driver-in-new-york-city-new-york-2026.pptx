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New York City, New York (2026). Full guide: https://www.wreckmatch.com/blog/hit-by-an-uninsured-driver-in-new-york-city-new-york-2026.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York City, New York,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 York City, car accident cases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New York City, New York (2026)</a:t>
            </a:r>
          </a:p>
          <a:p>
            <a:pPr>
              <a:spcBef>
                <a:spcPts val="1200"/>
              </a:spcBef>
              <a:defRPr sz="1600">
                <a:solidFill>
                  <a:srgbClr val="94A3B8"/>
                </a:solidFill>
              </a:defRPr>
            </a:pPr>
            <a:r>
              <a:t>New York · New York · 2026-06-10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York City, New York,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car accident cases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car accident case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car accident case claim in New York?</a:t>
            </a:r>
          </a:p>
          <a:p>
            <a:pPr>
              <a:spcAft>
                <a:spcPts val="800"/>
              </a:spcAft>
              <a:defRPr sz="1500">
                <a:solidFill>
                  <a:srgbClr val="94A3B8"/>
                </a:solidFill>
              </a:defRPr>
            </a:pPr>
            <a:r>
              <a:t>A: New York sets a 3-year statute of limitations for most personal-injury lawsuits arising from a car accident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an at</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car accident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serv</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https://www.wreckmatch.com/blog/hit-by-an-uninsured-driver-in-new-york-city-new-york-2026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https://www.wreckmatch.com/blog/hit-by-an-uninsured-driver-in-new-york-city-new-york-2026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New York City, New York (2026)</dc:title>
  <dc:subject>WreckMatch educational guide — New York</dc:subject>
  <dc:creator/>
  <cp:keywords>WreckMatch, car accident, New York, New York, hit by an uninsured driver in new york city new york 2026, personal injury, attorney matching</cp:keywords>
  <dc:description>Gold-tier presentation summary for https://www.wreckmatch.com/blog/hit-by-an-uninsured-driver-in-new-york-city-new-york-2026.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