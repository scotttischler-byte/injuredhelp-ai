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Chicago, Illinois (2026). Full guide: https://www.wreckmatch.com/blog/severe-injury-after-a-car-accident-in-chicago-illinois-2026.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Chicago,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Illinois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Chicago,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(many claims)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Illinois. How fast is callback? — Typically under 60 seconds at wreckmatch.com. Full Chicago guide — Chicago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Chicago, Illinois (2026)</a:t>
            </a:r>
          </a:p>
          <a:p>
            <a:pPr>
              <a:spcBef>
                <a:spcPts val="1200"/>
              </a:spcBef>
              <a:defRPr sz="1600">
                <a:solidFill>
                  <a:srgbClr val="94A3B8"/>
                </a:solidFill>
              </a:defRPr>
            </a:pPr>
            <a:r>
              <a:t>Severe Injury · Illinois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Chicago,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Illinois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 (many claims)</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Illinois.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Chicago guide</a:t>
            </a:r>
          </a:p>
          <a:p>
            <a:pPr>
              <a:spcAft>
                <a:spcPts val="800"/>
              </a:spcAft>
              <a:defRPr sz="1500">
                <a:solidFill>
                  <a:srgbClr val="94A3B8"/>
                </a:solidFill>
              </a:defRPr>
            </a:pPr>
            <a:r>
              <a:t>A: Chicago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catastrophic-injury case claim in Illinois?</a:t>
            </a:r>
          </a:p>
          <a:p>
            <a:pPr>
              <a:spcAft>
                <a:spcPts val="800"/>
              </a:spcAft>
              <a:defRPr sz="1500">
                <a:solidFill>
                  <a:srgbClr val="94A3B8"/>
                </a:solidFill>
              </a:defRPr>
            </a:pPr>
            <a:r>
              <a:t>A: Illinois sets a 2-year statute of limitations for most personal-injury lawsuits arising from a catastrophic-injury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catastrophic-injury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https://www.wreckmatch.com/blog/severe-injury-after-a-car-accident-in-chicago-illinois-2026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https://www.wreckmatch.com/blog/severe-injury-after-a-car-accident-in-chicago-illinois-2026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Chicago, Illinois (2026)</dc:title>
  <dc:subject>WreckMatch educational guide — Severe Injury</dc:subject>
  <dc:creator/>
  <cp:keywords>WreckMatch, car accident, Illinois, Severe Injury, severe injury after a car accident in chicago illinois 2026, personal injury, attorney matching</cp:keywords>
  <dc:description>Gold-tier presentation summary for https://www.wreckmatch.com/blog/severe-injury-after-a-car-accident-in-chicago-illinois-2026.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