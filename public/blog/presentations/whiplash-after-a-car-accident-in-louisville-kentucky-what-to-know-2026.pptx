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Whiplash After a Car Accident in Louisville, Kentucky — What to Know (2026). Full guide: https://www.wreckmatch.com/blog/whiplash-after-a-car-accident-in-louisville-kentucky-what-to-know-2026.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crash in Kentucky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your story five times.</a:t>
            </a:r>
          </a:p>
          <a:p/>
          <a:p>
            <a:r>
              <a:t>This guide is here so you can protect your health and your claim. WreckMatch is a referral service, not a law firm — we connect you with participating licensed attorneys; we do not provide legal advice.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whiplash and soft-tissue injury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Whiplash After a Car Accident in Louisville, Kentucky — What to Know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Kathy Carr, CEO.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 note for families navigating recovery in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 crash in Kentucky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whiplash and soft-tissue 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whiplash and soft-tissue injury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whiplash and soft-tissue injury case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whiplash and soft-tissue 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whiplash and soft-tissue 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https://www.wreckmatch.com/blog/whiplash-after-a-car-accident-in-louisville-kentucky-what-to-know-2026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https://www.wreckmatch.com/blog/whiplash-after-a-car-accident-in-louisville-kentucky-what-to-know-2026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Whiplash After a Car Accident in Louisville, Kentucky — What to Know (2026)</dc:title>
  <dc:subject>WreckMatch educational guide — Kentucky</dc:subject>
  <dc:creator/>
  <cp:keywords>WreckMatch, car accident, Kentucky, Kentucky, whiplash after a car accident in louisville kentucky what to know 2026, personal injury, attorney matching</cp:keywords>
  <dc:description>Gold-tier presentation summary for https://www.wreckmatch.com/blog/whiplash-after-a-car-accident-in-louisville-kentucky-what-to-know-2026.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