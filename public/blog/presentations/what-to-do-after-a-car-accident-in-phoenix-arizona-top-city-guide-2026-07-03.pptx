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Phoenix, Arizona — Top City Guide (2026-07-03). Full guide: https://www.wreckmatch.com/blog/what-to-do-after-a-car-accident-in-phoenix-arizona-top-city-guide-2026-07-03.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Phoenix, Arizona,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Arizona.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Phoenix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Arizona fast facts: 2-year statute of limitations · Pure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Arizona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Arizona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Arizona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Arizona, deadlines and insurance rules can ch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Phoenix,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Phoenix, Arizona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Arizona · Arizona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Phoenix, Arizona,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Phoenix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Arizona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Phoenix?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Arizona.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Arizona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Arizona,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Arizona?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Arizona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https://www.wreckmatch.com/blog/what-to-do-after-a-car-accident-in-phoenix-arizona-top-city-guide-2026-07-03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https://www.wreckmatch.com/blog/what-to-do-after-a-car-accident-in-phoenix-arizona-top-city-guide-2026-07-03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Phoenix, Arizona — Top City Guide (2026-07-03)</dc:title>
  <dc:subject>WreckMatch educational guide — Arizona</dc:subject>
  <dc:creator/>
  <cp:keywords>WreckMatch, car accident, Arizona, Arizona, what to do after a car accident in phoenix arizona top city guide 2026 07 03, personal injury, attorney matching</cp:keywords>
  <dc:description>Gold-tier presentation summary for https://www.wreckmatch.com/blog/what-to-do-after-a-car-accident-in-phoenix-arizona-top-city-guide-2026-07-03.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