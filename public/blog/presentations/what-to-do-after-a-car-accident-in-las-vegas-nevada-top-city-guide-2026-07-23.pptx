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Las Vegas, Nevada — Top City Guide (2026-07-23). Full guide: https://www.wreckmatch.com/blog/what-to-do-after-a-car-accident-in-las-vegas-nevada-top-city-guide-2026-07-23.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Las Vegas, Nevada,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Nevada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Nevada.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Las Vegas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Nevada fast facts: 2-year statute of limitations · Modified comparative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Nevada,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Nevada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Nevada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Nevada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Nevada, deadlines and insurance rul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Las Vegas, Nevada — Top City Guide (2026-07-23)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Nevada · 2026-07-23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Las Vegas, Nevada,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Las Vegas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Nevada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Las Vegas?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Nevada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Nevada.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Nevada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Nevada,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Nevada?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Nevada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https://www.wreckmatch.com/blog/what-to-do-after-a-car-accident-in-las-vegas-nevada-top-city-guide-2026-07-23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https://www.wreckmatch.com/blog/what-to-do-after-a-car-accident-in-las-vegas-nevada-top-city-guide-2026-07-23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Las Vegas, Nevada — Top City Guide (2026-07-23)</dc:title>
  <dc:subject>WreckMatch educational guide — Truck Accidents</dc:subject>
  <dc:creator/>
  <cp:keywords>WreckMatch, car accident, Nevada, Truck Accidents, what to do after a car accident in las vegas nevada top city guide 2026 07 23, personal injury, attorney matching</cp:keywords>
  <dc:description>Gold-tier presentation summary for https://www.wreckmatch.com/blog/what-to-do-after-a-car-accident-in-las-vegas-nevada-top-city-guide-2026-07-23.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