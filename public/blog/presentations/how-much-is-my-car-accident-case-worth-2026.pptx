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How Much Is My Car Accident Case Worth in 2026?. Full guide: https://www.wreckmatch.com/blog/how-much-is-my-car-accident-case-worth-2026.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safest move after any serious crash is to get medical care, preserve photos and witness info, avoid recorded insurer statements, and speak with licensed counsel in your state before signing releases.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adjusters and attorneys look at liability, injuries, treatment, lost income, and policy limits. A rear-end with soft-tissue care is different from a surgery case with permanent restrictions.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Medical specials — ER, imaging, PT, surgery, future care estimates  </a:t>
            </a:r>
          </a:p>
          <a:p>
            <a:r>
              <a:t>- Lost wages &amp; earning capacity — time off work or job changes  </a:t>
            </a:r>
          </a:p>
          <a:p>
            <a:r>
              <a:t>- Pain and suffering — often tied to treatment length and daily impact  </a:t>
            </a:r>
          </a:p>
          <a:p>
            <a:r>
              <a:t>- Liability clarity — disputed fault lowers leverage  </a:t>
            </a:r>
          </a:p>
          <a:p>
            <a:r>
              <a:t>- Coverage — UM/UIM and umbrella policies can change outcomes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Marketing sites quote wide bands (e.g. low five figures to six figures+). Those are not promises. Your state, venue, and facts matter.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bills are stacking up, the insurer denied treatment, or fault is disputed, a licensed personal injury attorney in your state can explain realistic ranges.</a:t>
            </a:r>
          </a:p>
          <a:p/>
          <a:p>
            <a:r>
              <a:t>Need help now? Get free matching from WreckMatch or call (978) 515-6063. See car accident help by state including Wisconsin and Chicago.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free consultation makes sense after hospitalization, disputed fault, a commercial truck crash, wrongful death, or if an insurer denies coverage. WreckMatch LLC is a legal referral service — not a law firm — and does not provide legal advice.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48 hours</a:t>
            </a:r>
          </a:p>
          <a:p>
            <a:r>
              <a:t>- Quick settlement offers before MRI or specialist results</a:t>
            </a:r>
          </a:p>
          <a:p>
            <a:r>
              <a:t>- Disputes over injury severity or pre-existing conditions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Call 855 WRECKMATCH (855) 897-3256 or use free attorney matching. Participating attorneys typically work on contingency.</a:t>
            </a:r>
          </a:p>
          <a:p/>
          <a:p>
            <a:r>
              <a:t>Educational only — not legal advice.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free consultation makes sense after hospitalization, disputed fault, a commercial truck crash, wrongful death, or if an insurer denies coverage. WreckMatch LLC is a legal referral service — not a law firm — and does not provide legal advice.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How Much Is My Car Accident Case Worth in 2026?</a:t>
            </a:r>
          </a:p>
          <a:p>
            <a:pPr>
              <a:spcBef>
                <a:spcPts val="1200"/>
              </a:spcBef>
              <a:defRPr sz="1600">
                <a:solidFill>
                  <a:srgbClr val="94A3B8"/>
                </a:solidFill>
              </a:defRPr>
            </a:pPr>
            <a:r>
              <a:t>Car Accidents · 2026-05-17T00:00:00.000Z</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The safest move after any serious crash is to get medical care, preserve photos and witness info, avoid recorded insurer statements, and speak with licensed counsel in your state before signing releases.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 two crashes are valued the same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adjusters and attorneys look at liability, injuries, treatment, lost income, and policy limits. A rear-end with soft-tissue care is different from a surgery case with permanent restrictions.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Common value drivers in 2026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Medical specials — ER, imaging, PT, surgery, future care estimates</a:t>
            </a:r>
          </a:p>
          <a:p>
            <a:pPr>
              <a:spcAft>
                <a:spcPts val="800"/>
              </a:spcAft>
              <a:defRPr sz="1500">
                <a:solidFill>
                  <a:srgbClr val="94A3B8"/>
                </a:solidFill>
              </a:defRPr>
            </a:pPr>
            <a:r>
              <a:t>Lost wages &amp; earning capacity — time off work or job changes</a:t>
            </a:r>
          </a:p>
          <a:p>
            <a:pPr>
              <a:spcAft>
                <a:spcPts val="800"/>
              </a:spcAft>
              <a:defRPr sz="1500">
                <a:solidFill>
                  <a:srgbClr val="94A3B8"/>
                </a:solidFill>
              </a:defRPr>
            </a:pPr>
            <a:r>
              <a:t>Pain and suffering — often tied to treatment length and daily impact</a:t>
            </a:r>
          </a:p>
          <a:p>
            <a:pPr>
              <a:spcAft>
                <a:spcPts val="800"/>
              </a:spcAft>
              <a:defRPr sz="1500">
                <a:solidFill>
                  <a:srgbClr val="94A3B8"/>
                </a:solidFill>
              </a:defRPr>
            </a:pPr>
            <a:r>
              <a:t>Liability clarity — disputed fault lowers leverage</a:t>
            </a:r>
          </a:p>
          <a:p>
            <a:pPr>
              <a:spcAft>
                <a:spcPts val="800"/>
              </a:spcAft>
              <a:defRPr sz="1500">
                <a:solidFill>
                  <a:srgbClr val="94A3B8"/>
                </a:solidFill>
              </a:defRPr>
            </a:pPr>
            <a:r>
              <a:t>Coverage — UM/UIM and umbrella policies can change outcomes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Ranges you may see online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Marketing sites quote wide bands (e.g. low five figures to six figures+). Those are not promises. Your state, venue, and facts matter.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get a free attorney review</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If bills are stacking up, the insurer denied treatment, or fault is disputed, a licensed personal injury attorney in your state can explain realistic ranges.</a:t>
            </a:r>
            <a:br/>
            <a:br/>
            <a:r>
              <a:t>Need help now? Get free matching from WreckMatch or call (978) 515-6063. See car accident help by state including Wisconsin and Chicago.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 free consultation makes sense after hospitalization, disputed fault, a commercial truck crash, wrongful death, or if an insurer denies coverage. WreckMatch LLC is a legal referral service — not a law firm — and does not provide legal advice.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48 hours</a:t>
            </a:r>
          </a:p>
          <a:p>
            <a:pPr>
              <a:spcAft>
                <a:spcPts val="800"/>
              </a:spcAft>
              <a:defRPr sz="1500">
                <a:solidFill>
                  <a:srgbClr val="94A3B8"/>
                </a:solidFill>
              </a:defRPr>
            </a:pPr>
            <a:r>
              <a:t>Quick settlement offers before MRI or specialist results</a:t>
            </a:r>
          </a:p>
          <a:p>
            <a:pPr>
              <a:spcAft>
                <a:spcPts val="800"/>
              </a:spcAft>
              <a:defRPr sz="1500">
                <a:solidFill>
                  <a:srgbClr val="94A3B8"/>
                </a:solidFill>
              </a:defRPr>
            </a:pPr>
            <a:r>
              <a:t>Disputes over injury severity or pre-existing conditions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Free matching in about 60 seconds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855 WRECKMATCH (855) 897-3256 or use free attorney matching. Participating attorneys typically work on contingency.</a:t>
            </a:r>
            <a:br/>
            <a:br/>
            <a:r>
              <a:t>Educational only — not legal advice.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 free consultation makes sense after hospitalization, disputed fault, a commercial truck crash, wrongful death, or if an insurer denies coverage. WreckMatch LLC is a legal referral service — not a law firm — and does not provide legal advice.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car accident case claim in your state?</a:t>
            </a:r>
          </a:p>
          <a:p>
            <a:pPr>
              <a:spcAft>
                <a:spcPts val="800"/>
              </a:spcAft>
              <a:defRPr sz="1500">
                <a:solidFill>
                  <a:srgbClr val="94A3B8"/>
                </a:solidFill>
              </a:defRPr>
            </a:pPr>
            <a:r>
              <a:t>A: your state sets a 2-year statute of limitations for most personal-injury lawsuits arising from a car accident case,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car accident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referr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https://www.wreckmatch.com/blog/how-much-is-my-car-accident-case-worth-2026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https://www.wreckmatch.com/blog/how-much-is-my-car-accident-case-worth-2026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Much Is My Car Accident Case Worth in 2026?</dc:title>
  <dc:subject>WreckMatch educational guide — Car Accidents</dc:subject>
  <dc:creator/>
  <cp:keywords>WreckMatch, car accident, Car Accidents, how much is my car accident case worth 2026, personal injury, attorney matching</cp:keywords>
  <dc:description>Gold-tier presentation summary for https://www.wreckmatch.com/blog/how-much-is-my-car-accident-case-worth-2026.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