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Nevada Car Accident Statute of Limitations — Las Vegas (2026). Full guide: https://www.wreckmatch.com/blog/nevada-car-accident-statute-of-limitations-las-vegas-2026.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Las Vegas, Nevada,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Las Vegas,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Nevada Car Accident Statute of Limitations — Las Vegas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Nevada · Nevada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Las Vegas, Nevada,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https://www.wreckmatch.com/blog/nevada-car-accident-statute-of-limitations-las-vegas-2026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https://www.wreckmatch.com/blog/nevada-car-accident-statute-of-limitations-las-vegas-2026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Nevada Car Accident Statute of Limitations — Las Vegas (2026)</dc:title>
  <dc:subject>WreckMatch educational guide — Nevada</dc:subject>
  <dc:creator/>
  <cp:keywords>WreckMatch, car accident, Nevada, Nevada, nevada car accident statute of limitations las vegas 2026, personal injury, attorney matching</cp:keywords>
  <dc:description>Gold-tier presentation summary for https://www.wreckmatch.com/blog/nevada-car-accident-statute-of-limitations-las-vegas-2026.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