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Milwaukee, Wisconsin — Top City Guide (2026-06-29). Full guide: https://www.wreckmatch.com/blog/what-to-do-after-a-car-accident-in-milwaukee-wisconsin-top-city-guide-2026-06-29.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Milwaukee, Wisconsin,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Wisconsin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Wisconsin.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Milwaukee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Wisconsin fast facts: 3-year statute of limitations · Modified comparative fault rule · 25/50/10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Wisconsin,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Wisconsin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Wisconsin is 25/50/10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Wisconsin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Wisconsin, deadlines an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Milwaukee,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Milwaukee, Wisconsin — Top City Guide (2026-06-29)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Wisconsin · Wisconsin · 2026-06-29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Milwaukee, Wisconsin,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Milwaukee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Wisconsin are not outgunned. This guid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Milwaukee?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Wisconsin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Wisconsin.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Wisconsin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Wisconsin,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Wisconsin?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Wisconsin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https://www.wreckmatch.com/blog/what-to-do-after-a-car-accident-in-milwaukee-wisconsin-top-city-guide-2026-06-29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https://www.wreckmatch.com/blog/what-to-do-after-a-car-accident-in-milwaukee-wisconsin-top-city-guide-2026-06-29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Milwaukee, Wisconsin — Top City Guide (2026-06-29)</dc:title>
  <dc:subject>WreckMatch educational guide — Wisconsin</dc:subject>
  <dc:creator/>
  <cp:keywords>WreckMatch, car accident, Wisconsin, Wisconsin, what to do after a car accident in milwaukee wisconsin top city guide 2026 06 29, personal injury, attorney matching</cp:keywords>
  <dc:description>Gold-tier presentation summary for https://www.wreckmatch.com/blog/what-to-do-after-a-car-accident-in-milwaukee-wisconsin-top-city-guide-2026-06-29.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