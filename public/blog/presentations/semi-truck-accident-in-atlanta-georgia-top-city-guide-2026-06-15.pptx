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Atlanta, Georgia — Top City Guide (2026-06-15). Full guide: https://www.wreckmatch.com/blog/semi-truck-accident-in-atlanta-georgia-top-city-guide-2026-06-15.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Atlanta, Georgia,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Georgia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Georgia.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Atlanta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Georgia fast facts: 2-year statute of limitations · Modified 50% fault rule · 25/50/25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Georgia,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Georgia follows the Modified 50% rule for fault allocation. Modified 50%-bar comparative negligence reduces your recovery by your share of fault, but cuts you off completely once your fault reaches 50% or more. Insurers will often push to inch your share above the threshold during recorded statements. The minimum liability insurance every driver must carry in Georgia is 25/50/25 (bodily injury per person / per accident / property damage). For serious crashes those minimums are routinely exhausted in days, which is why uninsured/underinsured-motorist (UM/UIM) coverage on your own policy matters so much.</a:t>
            </a:r>
          </a:p>
          <a:p/>
          <a:p>
            <a:r>
              <a:t>Georgia is an at-fault state. The at-fault driver's liability insurance is the primary source of recovery, and you can pursue compensation for medical bills, lost wages, and pain and suffering once liabilit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Atlanta, Georgia — Top City Guide (2026-06-15)</a:t>
            </a:r>
          </a:p>
          <a:p>
            <a:pPr>
              <a:spcBef>
                <a:spcPts val="1200"/>
              </a:spcBef>
              <a:defRPr sz="1600">
                <a:solidFill>
                  <a:srgbClr val="94A3B8"/>
                </a:solidFill>
              </a:defRPr>
            </a:pPr>
            <a:r>
              <a:t>Truck Accidents · Georgia · 2026-06-15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Atlanta, Georgia,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Atlanta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Georgia are not outgunned. Thi</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Atlanta?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Georgia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Georgia.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Georgia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Georgia,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Georgia?</a:t>
            </a:r>
          </a:p>
          <a:p>
            <a:pPr>
              <a:spcAft>
                <a:spcPts val="800"/>
              </a:spcAft>
              <a:defRPr sz="1500">
                <a:solidFill>
                  <a:srgbClr val="94A3B8"/>
                </a:solidFill>
              </a:defRPr>
            </a:pPr>
            <a:r>
              <a:t>A: Georgia sets a 2-year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https://www.wreckmatch.com/blog/semi-truck-accident-in-atlanta-georgia-top-city-guide-2026-06-15</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https://www.wreckmatch.com/blog/semi-truck-accident-in-atlanta-georgia-top-city-guide-2026-06-15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Atlanta, Georgia — Top City Guide (2026-06-15)</dc:title>
  <dc:subject>WreckMatch educational guide — Truck Accidents</dc:subject>
  <dc:creator/>
  <cp:keywords>WreckMatch, car accident, Georgia, Truck Accidents, semi truck accident in atlanta georgia top city guide 2026 06 15, personal injury, attorney matching</cp:keywords>
  <dc:description>Gold-tier presentation summary for https://www.wreckmatch.com/blog/semi-truck-accident-in-atlanta-georgia-top-city-guide-2026-06-15.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