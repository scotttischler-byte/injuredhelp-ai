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Insurance Denied Your Claim in Portland? (Oregon 2026). Full guide: https://www.wreckmatch.com/blog/insurance-denied-your-claim-in-portland-oregon-2026.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Oregon,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Oregon.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Oregon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Oregon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Oregon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Oregon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insurance disputes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Insurance Denied Your Claim in Portland? (Oregon 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Oregon · Oregon ·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Oregon,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Oregon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Oregon.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Oregon legal context for insurance disputes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Oregon,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insurance dispute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insurance dispute claim in Oregon?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Oregon sets a 2-year statute of limitations for most personal-injury lawsuits arising from a insurance dispute,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insurance disputes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https://www.wreckmatch.com/blog/insurance-denied-your-claim-in-portland-oregon-2026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https://www.wreckmatch.com/blog/insurance-denied-your-claim-in-portland-oregon-2026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Denied Your Claim in Portland? (Oregon 2026)</dc:title>
  <dc:subject>WreckMatch educational guide — Oregon</dc:subject>
  <dc:creator/>
  <cp:keywords>WreckMatch, car accident, Oregon, Oregon, insurance denied your claim in portland oregon 2026, personal injury, attorney matching</cp:keywords>
  <dc:description>Gold-tier presentation summary for https://www.wreckmatch.com/blog/insurance-denied-your-claim-in-portland-oregon-2026.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