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What to Do After a Car Accident (Step-by-Step). Full guide: https://www.wreckmatch.com/blog/what-to-do-after-car-accident.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safest move after any serious crash is to get medical care, preserve photos and witness info, avoid recorded insurer statements, and speak with licensed counsel in your state before signing releases.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to the shoulder if you can. Turn on hazards. Call 911 if anyone is hurt or the road is blocked.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photos of vehicles, plates, skid marks, and road conditions. Exchange names, phones, and insurance with the other driver—do not argue about fault at the scene.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Adrenaline can hide injuries. Urgent care or the ER creates a medical record that may matter later.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the crash promptly, but avoid giving a recorded statement until you understand your rights.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were hurt, a licensed personal injury lawyer in your state can explain deadlines and whether you have a claim.</a:t>
            </a:r>
          </a:p>
          <a:p/>
          <a:p>
            <a:r>
              <a:t>Need help now? Get free matching from WreckMatch or call (978) 515-6063. We call you back within 60 seconds.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What to Do After a Car Accident (Step-by-Step)</a:t>
            </a:r>
          </a:p>
          <a:p>
            <a:pPr>
              <a:spcBef>
                <a:spcPts val="1200"/>
              </a:spcBef>
              <a:defRPr sz="1600">
                <a:solidFill>
                  <a:srgbClr val="94A3B8"/>
                </a:solidFill>
              </a:defRPr>
            </a:pPr>
            <a:r>
              <a:t>Car Accidents · 2026-05-10T00:00:00.000Z</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The safest move after any serious crash is to get medical care, preserve photos and witness info, avoid recorded insurer statements, and speak with licensed counsel in your state before signing releases.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1. Get to safety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Move to the shoulder if you can. Turn on hazards. Call 911 if anyone is hurt or the road is blocked.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2. Document the scene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Take photos of vehicles, plates, skid marks, and road conditions. Exchange names, phones, and insurance with the other driver—do not argue about fault at the scene.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3. Seek medical care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Adrenaline can hide injuries. Urgent care or the ER creates a medical record that may matter later.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4. Notify your insurer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Report the crash promptly, but avoid giving a recorded statement until you understand your rights.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5. Consider a free attorney consultation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If you were hurt, a licensed personal injury lawyer in your state can explain deadlines and whether you have a claim.</a:t>
            </a:r>
            <a:br/>
            <a:br/>
            <a:r>
              <a:t>Need help now? Get free matching from WreckMatch or call (978) 515-6063. We call you back within 60 seconds.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post-crash situation claim in your state?</a:t>
            </a:r>
          </a:p>
          <a:p>
            <a:pPr>
              <a:spcAft>
                <a:spcPts val="800"/>
              </a:spcAft>
              <a:defRPr sz="1500">
                <a:solidFill>
                  <a:srgbClr val="94A3B8"/>
                </a:solidFill>
              </a:defRPr>
            </a:pPr>
            <a:r>
              <a:t>A: your state sets a 2-year statute of limitations for most personal-injury lawsuits arising from a post-crash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post-crash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https://www.wreckmatch.com/blog/what-to-do-after-car-accident</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https://www.wreckmatch.com/blog/what-to-do-after-car-accident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to Do After a Car Accident (Step-by-Step)</dc:title>
  <dc:subject>WreckMatch educational guide — Car Accidents</dc:subject>
  <dc:creator/>
  <cp:keywords>WreckMatch, car accident, Car Accidents, what to do after car accident, personal injury, attorney matching</cp:keywords>
  <dc:description>Gold-tier presentation summary for https://www.wreckmatch.com/blog/what-to-do-after-car-accident.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