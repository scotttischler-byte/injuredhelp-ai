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Motorcycle Accidents — Common Injuries and Legal Steps. Full guide: https://www.wreckmatch.com/blog/motorcycle-accidents-legal-steps.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safest move after any serious crash is to get medical care, preserve photos and witness info, avoid recorded insurer statements, and speak with licensed counsel in your state before signing releases.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Road rash and scarring  </a:t>
            </a:r>
          </a:p>
          <a:p>
            <a:r>
              <a:t>- Fractures and foot/ankle injuries  </a:t>
            </a:r>
          </a:p>
          <a:p>
            <a:r>
              <a:t>- Traumatic brain injury (even with helmets)  </a:t>
            </a:r>
          </a:p>
          <a:p>
            <a:r>
              <a:t>- Spinal injuries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Police and insurers may assume the rider was at fault. Witnesses, helmet cam video, and skid marks matter.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Get medical care and keep all records  </a:t>
            </a:r>
          </a:p>
          <a:p>
            <a:r>
              <a:t>2. Preserve gear and bike damage photos  </a:t>
            </a:r>
          </a:p>
          <a:p>
            <a:r>
              <a:t>3. Avoid recorded statements to the other insurer  </a:t>
            </a:r>
          </a:p>
          <a:p>
            <a:r>
              <a:t>4. Review UM/UIM on your motorcycle policy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vary by state and can affect comparative fault arguments.</a:t>
            </a:r>
          </a:p>
          <a:p/>
          <a:p>
            <a:r>
              <a:t>Free matching with a licensed attorney: Form · (978) 515-6063 · Nevada · Las Vegas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Motorcycle Accidents — Common Injuries and Legal Steps</a:t>
            </a:r>
          </a:p>
          <a:p>
            <a:pPr>
              <a:spcBef>
                <a:spcPts val="1200"/>
              </a:spcBef>
              <a:defRPr sz="1600">
                <a:solidFill>
                  <a:srgbClr val="94A3B8"/>
                </a:solidFill>
              </a:defRPr>
            </a:pPr>
            <a:r>
              <a:t>Car Accidents · 2026-05-17T00:00:00.000Z</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The safest move after any serious crash is to get medical care, preserve photos and witness info, avoid recorded insurer statements, and speak with licensed counsel in your state before signing releases.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Common injuries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Road rash and scarring</a:t>
            </a:r>
          </a:p>
          <a:p>
            <a:pPr>
              <a:spcAft>
                <a:spcPts val="800"/>
              </a:spcAft>
              <a:defRPr sz="1500">
                <a:solidFill>
                  <a:srgbClr val="94A3B8"/>
                </a:solidFill>
              </a:defRPr>
            </a:pPr>
            <a:r>
              <a:t>Fractures and foot/ankle injuries</a:t>
            </a:r>
          </a:p>
          <a:p>
            <a:pPr>
              <a:spcAft>
                <a:spcPts val="800"/>
              </a:spcAft>
              <a:defRPr sz="1500">
                <a:solidFill>
                  <a:srgbClr val="94A3B8"/>
                </a:solidFill>
              </a:defRPr>
            </a:pPr>
            <a:r>
              <a:t>Traumatic brain injury (even with helmets)</a:t>
            </a:r>
          </a:p>
          <a:p>
            <a:pPr>
              <a:spcAft>
                <a:spcPts val="800"/>
              </a:spcAft>
              <a:defRPr sz="1500">
                <a:solidFill>
                  <a:srgbClr val="94A3B8"/>
                </a:solidFill>
              </a:defRPr>
            </a:pPr>
            <a:r>
              <a:t>Spinal injuries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Bias at the scene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Police and insurers may assume the rider was at fault. Witnesses, helmet cam video, and skid marks matter.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Get medical care and keep all records</a:t>
            </a:r>
          </a:p>
          <a:p>
            <a:pPr>
              <a:spcAft>
                <a:spcPts val="800"/>
              </a:spcAft>
              <a:defRPr sz="1500">
                <a:solidFill>
                  <a:srgbClr val="94A3B8"/>
                </a:solidFill>
              </a:defRPr>
            </a:pPr>
            <a:r>
              <a:t>Preserve gear and bike damage photos</a:t>
            </a:r>
          </a:p>
          <a:p>
            <a:pPr>
              <a:spcAft>
                <a:spcPts val="800"/>
              </a:spcAft>
              <a:defRPr sz="1500">
                <a:solidFill>
                  <a:srgbClr val="94A3B8"/>
                </a:solidFill>
              </a:defRPr>
            </a:pPr>
            <a:r>
              <a:t>Avoid recorded statements to the other insurer</a:t>
            </a:r>
          </a:p>
          <a:p>
            <a:pPr>
              <a:spcAft>
                <a:spcPts val="800"/>
              </a:spcAft>
              <a:defRPr sz="1500">
                <a:solidFill>
                  <a:srgbClr val="94A3B8"/>
                </a:solidFill>
              </a:defRPr>
            </a:pPr>
            <a:r>
              <a:t>Review UM/UIM on your motorcycle policy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Helmet and lane-splitting laws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Rules vary by state and can affect comparative fault arguments.</a:t>
            </a:r>
            <a:br/>
            <a:br/>
            <a:r>
              <a:t>Free matching with a licensed attorney: Form · (978) 515-6063 · Nevada · Las Vegas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motorcycle crash claim in your state?</a:t>
            </a:r>
          </a:p>
          <a:p>
            <a:pPr>
              <a:spcAft>
                <a:spcPts val="800"/>
              </a:spcAft>
              <a:defRPr sz="1500">
                <a:solidFill>
                  <a:srgbClr val="94A3B8"/>
                </a:solidFill>
              </a:defRPr>
            </a:pPr>
            <a:r>
              <a:t>A: your state sets a 2-year statute of limitations for most personal-injury lawsuits arising from a motorcycle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motorcycle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https://www.wreckmatch.com/blog/motorcycle-accidents-legal-steps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https://www.wreckmatch.com/blog/motorcycle-accidents-legal-steps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Motorcycle Accidents — Common Injuries and Legal Steps</dc:title>
  <dc:subject>WreckMatch educational guide — Car Accidents</dc:subject>
  <dc:creator/>
  <cp:keywords>WreckMatch, car accident, Car Accidents, motorcycle accidents legal steps, personal injury, attorney matching</cp:keywords>
  <dc:description>Gold-tier presentation summary for https://www.wreckmatch.com/blog/motorcycle-accidents-legal-steps.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