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Should You Hire a Lawyer After a Portland Crash? (Oregon 2026). Full guide: https://www.wreckmatch.com/blog/should-you-hire-a-lawyer-after-a-portland-crash-oregon-2026.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Oregon,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Oregon.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Oregon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Oregon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Oregon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Oregon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Should You Hire a Lawyer After a Portland Crash? (Oregon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Oregon · Oregon · 2026-06-06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Oregon,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Oregon.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Oregon?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Oregon sets a 2-year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atto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https://www.wreckmatch.com/blog/should-you-hire-a-lawyer-after-a-portland-crash-oregon-2026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https://www.wreckmatch.com/blog/should-you-hire-a-lawyer-after-a-portland-crash-oregon-2026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Should You Hire a Lawyer After a Portland Crash? (Oregon 2026)</dc:title>
  <dc:subject>WreckMatch educational guide — Oregon</dc:subject>
  <dc:creator/>
  <cp:keywords>WreckMatch, car accident, Oregon, Oregon, should you hire a lawyer after a portland crash oregon 2026, personal injury, attorney matching</cp:keywords>
  <dc:description>Gold-tier presentation summary for https://www.wreckmatch.com/blog/should-you-hire-a-lawyer-after-a-portland-crash-oregon-2026.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