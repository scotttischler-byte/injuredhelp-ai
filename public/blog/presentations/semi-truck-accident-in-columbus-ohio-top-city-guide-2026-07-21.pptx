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Columbus, Ohio — Top City Guide (2026-07-21). Full guide: https://www.wreckmatch.com/blog/semi-truck-accident-in-columbus-ohio-top-city-guide-2026-07-21.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Columbus, Ohio,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Ohio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Ohio.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Columbus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Ohio fast facts: 2-year statute of limitations · Modified 51%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Ohio,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Ohio follows the Modified 51% rule for fault allocation. Modified 51%-bar comparative negligence lets you recover as long as you are 50% or less at fault, with your recovery reduced by your share. Crossing 51% bars you entirely. The minimum liability insurance every driver must carry in Ohio is 25/50/25 (bodily injury per person / per accident / property damage). For serious crashes those minimums are routinely exhausted in days, which is why uninsured/underinsured-motorist (UM/UIM) coverage on your own policy matters so much.</a:t>
            </a:r>
          </a:p>
          <a:p/>
          <a:p>
            <a:r>
              <a:t>Ohio is an at-fault state. The at-fault driver's liability insurance is the primary source of recovery, and you can pursue compensation for medical bills, lost wages, and pain and suffering once liability is established.</a:t>
            </a:r>
          </a:p>
          <a:p/>
          <a:p>
            <a:r>
              <a:t>In Ohio, deadlines and insurance rules can change how claims are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Columbus, Ohio — Top City Guide (2026-07-21)</a:t>
            </a:r>
          </a:p>
          <a:p>
            <a:pPr>
              <a:spcBef>
                <a:spcPts val="1200"/>
              </a:spcBef>
              <a:defRPr sz="1600">
                <a:solidFill>
                  <a:srgbClr val="94A3B8"/>
                </a:solidFill>
              </a:defRPr>
            </a:pPr>
            <a:r>
              <a:t>Truck Accidents · Ohio · 2026-07-21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Columbus, Ohio,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Columbus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Ohio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Columbus?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Ohio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Ohio.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Ohio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Ohio,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Ohio?</a:t>
            </a:r>
          </a:p>
          <a:p>
            <a:pPr>
              <a:spcAft>
                <a:spcPts val="800"/>
              </a:spcAft>
              <a:defRPr sz="1500">
                <a:solidFill>
                  <a:srgbClr val="94A3B8"/>
                </a:solidFill>
              </a:defRPr>
            </a:pPr>
            <a:r>
              <a:t>A: Ohio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https://www.wreckmatch.com/blog/semi-truck-accident-in-columbus-ohio-top-city-guide-2026-07-21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https://www.wreckmatch.com/blog/semi-truck-accident-in-columbus-ohio-top-city-guide-2026-07-21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Columbus, Ohio — Top City Guide (2026-07-21)</dc:title>
  <dc:subject>WreckMatch educational guide — Truck Accidents</dc:subject>
  <dc:creator/>
  <cp:keywords>WreckMatch, car accident, Ohio, Truck Accidents, semi truck accident in columbus ohio top city guide 2026 07 21, personal injury, attorney matching</cp:keywords>
  <dc:description>Gold-tier presentation summary for https://www.wreckmatch.com/blog/semi-truck-accident-in-columbus-ohio-top-city-guide-2026-07-21.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