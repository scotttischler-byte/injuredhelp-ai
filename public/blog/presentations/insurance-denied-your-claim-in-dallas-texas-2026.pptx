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Insurance Denied Your Claim in Dallas? (Texas 2026). Full guide: https://www.wreckmatch.com/blog/insurance-denied-your-claim-in-dallas-texas-2026. WreckMatch LLC legal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Compliance slide required for all WreckMatch educational materials.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crash in Dallas, Texas, call 911, get medical care, preserve evidence,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 practical, direct, and designed for search and AI answers — not legalese.</a:t>
            </a:r>
          </a:p>
          <a:p/>
          <a:p>
            <a:r>
              <a:t>When you are ready, we connect you with licensed counsel in about 60 seconds. WreckMatch is a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if anyone is hurt or traffic is blocked.</a:t>
            </a:r>
          </a:p>
          <a:p>
            <a:r>
              <a:t>2. Photograph vehicles, injuries visible from outside the car, and the full scene.</a:t>
            </a:r>
          </a:p>
          <a:p>
            <a:r>
              <a:t>3. Exchange insurance and contact information; collect witness phone numbers.</a:t>
            </a:r>
          </a:p>
          <a:p>
            <a:r>
              <a:t>4. Seek medical care within 24 hours — delays hurt both health and claims.</a:t>
            </a:r>
          </a:p>
          <a:p>
            <a:r>
              <a:t>5. Do not give a recorded statement to the other driver's insurer.</a:t>
            </a:r>
          </a:p>
          <a:p>
            <a:r>
              <a:t>6. Get matched with a lawyer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Government / special defendants | Often much shorter notice windows — ask counsel immediately |</a:t>
            </a:r>
          </a:p>
          <a:p>
            <a:r>
              <a:t>| WreckMatch matching fee | $0 to consumers |</a:t>
            </a:r>
          </a:p>
          <a:p/>
          <a:p>
            <a:r>
              <a:t>Insurers track filing deadlines closely. Missing a notice period can end a claim even when injuries are catastrophic.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24–48 hours designed to lock in fault language</a:t>
            </a:r>
          </a:p>
          <a:p>
            <a:r>
              <a:t>- Quick cash offers before MRI results or specialist referrals return</a:t>
            </a:r>
          </a:p>
          <a:p>
            <a:r>
              <a:t>- Disputing serious injury thresholds or pre-existing conditions</a:t>
            </a:r>
          </a:p>
          <a:p>
            <a:r>
              <a:t>- Multiple policies pointing blame at each other (especially in truck and multi-vehicle crashes)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Consider a free consultation if: hospitalization occurred, fault is disputed, a commercial truck was involved, a death occurred, or an insurer already denied coverage. WreckMatch connects you with participating licensed attorneys — we do not provide legal advice ourselves.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WreckMatch a law firm? — No. WreckMatch LLC is a legal referral service — not a law firm. We connect injured people with participating attorneys who handle car, truck, and catastrophic injury cases in Texas. How fast is the callback? — Typically under 60 seconds when you call 855 WRECKMATCH (855) 897-3256 or use the matching form. What if I cannot afford a lawyer? — Participating attorneys usually work on contingency — no upfront fee for representation; fees are agreed in writing if they recover compensation for you. Where is the local help hub? — Dallas car accident help · National what-to-do guide</a:t>
            </a:r>
          </a:p>
          <a:p/>
          <a:p/>
          <a:p>
            <a:r>
              <a:t>Reviewed for legal context by Judge Roy Waddell, Legal Advisor at WreckMatch LLC — courtroom and procedural perspective only; not legal advice for your specific case.</a:t>
            </a:r>
          </a:p>
          <a:p/>
          <a:p/>
          <a:p>
            <a:r>
              <a:t>Free attorney matching → · 855 WRECKMATCH (855) 897-3256</a:t>
            </a:r>
          </a:p>
          <a:p/>
          <a:p>
            <a:r>
              <a:t>---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 FAQ slide for AI citation and search.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CTA slide. Phone 855 WRECKMATCH (855) 897-3256. WreckMatch referral service.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Roy Waddell review line mirrors published blog posts.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Insurance Denied Your Claim in Dallas? (Texas 2026)</a:t>
            </a:r>
          </a:p>
          <a:p>
            <a:pPr>
              <a:spcBef>
                <a:spcPts val="1200"/>
              </a:spcBef>
              <a:defRPr sz="1600">
                <a:solidFill>
                  <a:srgbClr val="94A3B8"/>
                </a:solidFill>
              </a:defRPr>
            </a:pPr>
            <a:r>
              <a:t>Texas · Texas · 2026-05-25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perspective: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crash in Dallas, Texas, call 911, get medical care, preserve evidence,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Dallas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 after a crash in Dallas?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if anyone is hurt or traffic is blocked.</a:t>
            </a:r>
          </a:p>
          <a:p>
            <a:pPr>
              <a:spcAft>
                <a:spcPts val="800"/>
              </a:spcAft>
              <a:defRPr sz="1500">
                <a:solidFill>
                  <a:srgbClr val="94A3B8"/>
                </a:solidFill>
              </a:defRPr>
            </a:pPr>
            <a:r>
              <a:t>Photograph vehicles, injuries visible from outside the car, and the full scene.</a:t>
            </a:r>
          </a:p>
          <a:p>
            <a:pPr>
              <a:spcAft>
                <a:spcPts val="800"/>
              </a:spcAft>
              <a:defRPr sz="1500">
                <a:solidFill>
                  <a:srgbClr val="94A3B8"/>
                </a:solidFill>
              </a:defRPr>
            </a:pPr>
            <a:r>
              <a:t>Exchange insurance and contact information; collect witness phone numbers.</a:t>
            </a:r>
          </a:p>
          <a:p>
            <a:pPr>
              <a:spcAft>
                <a:spcPts val="800"/>
              </a:spcAft>
              <a:defRPr sz="1500">
                <a:solidFill>
                  <a:srgbClr val="94A3B8"/>
                </a:solidFill>
              </a:defRPr>
            </a:pPr>
            <a:r>
              <a:t>Seek medical care within 24 hours — delays hurt both health and claims.</a:t>
            </a:r>
          </a:p>
          <a:p>
            <a:pPr>
              <a:spcAft>
                <a:spcPts val="800"/>
              </a:spcAft>
              <a:defRPr sz="1500">
                <a:solidFill>
                  <a:srgbClr val="94A3B8"/>
                </a:solidFill>
              </a:defRPr>
            </a:pPr>
            <a:r>
              <a:t>Do not give a recorded statement to the other driver's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Texas deadlines &amp; why timing matters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Government / special defendants · Often much shorter notice windows — ask counsel immediately</a:t>
            </a:r>
          </a:p>
          <a:p>
            <a:pPr>
              <a:spcAft>
                <a:spcPts val="800"/>
              </a:spcAft>
              <a:defRPr sz="1500">
                <a:solidFill>
                  <a:srgbClr val="94A3B8"/>
                </a:solidFill>
              </a:defRPr>
            </a:pPr>
            <a:r>
              <a:t>WreckMatch matching fee · $0 to consumers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company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24–48 hours designed to lock in fault language</a:t>
            </a:r>
          </a:p>
          <a:p>
            <a:pPr>
              <a:spcAft>
                <a:spcPts val="800"/>
              </a:spcAft>
              <a:defRPr sz="1500">
                <a:solidFill>
                  <a:srgbClr val="94A3B8"/>
                </a:solidFill>
              </a:defRPr>
            </a:pPr>
            <a:r>
              <a:t>Quick cash offers before MRI results or specialist referrals return</a:t>
            </a:r>
          </a:p>
          <a:p>
            <a:pPr>
              <a:spcAft>
                <a:spcPts val="800"/>
              </a:spcAft>
              <a:defRPr sz="1500">
                <a:solidFill>
                  <a:srgbClr val="94A3B8"/>
                </a:solidFill>
              </a:defRPr>
            </a:pPr>
            <a:r>
              <a:t>Disputing serious injury thresholds or pre-existing conditions</a:t>
            </a:r>
          </a:p>
          <a:p>
            <a:pPr>
              <a:spcAft>
                <a:spcPts val="800"/>
              </a:spcAft>
              <a:defRPr sz="1500">
                <a:solidFill>
                  <a:srgbClr val="94A3B8"/>
                </a:solidFill>
              </a:defRPr>
            </a:pPr>
            <a:r>
              <a:t>Multiple policies pointing blame at each other (especially in truck and multi-vehicle crashes)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Consider a free consultation if: hospitalization occurred, fault is disputed, a commercial truck was involved, a death occurred, or an insurer already denied coverage. WreckMatch connects you with participating licensed attorneys — we do not provide legal advice ourselves.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Is WreckMatch a law firm?</a:t>
            </a:r>
          </a:p>
          <a:p>
            <a:pPr>
              <a:spcAft>
                <a:spcPts val="800"/>
              </a:spcAft>
              <a:defRPr sz="1500">
                <a:solidFill>
                  <a:srgbClr val="94A3B8"/>
                </a:solidFill>
              </a:defRPr>
            </a:pPr>
            <a:r>
              <a:t>A: No. WreckMatch LLC is a legal referral service — not a law firm. We connect injured people with participating attorneys who handle car, truck, and catastrophic injury cases in Texas.</a:t>
            </a:r>
          </a:p>
          <a:p>
            <a:pPr>
              <a:spcAft>
                <a:spcPts val="800"/>
              </a:spcAft>
              <a:defRPr sz="1500">
                <a:solidFill>
                  <a:srgbClr val="94A3B8"/>
                </a:solidFill>
              </a:defRPr>
            </a:pPr>
            <a:r>
              <a:t>Q: How fast is the callback?</a:t>
            </a:r>
          </a:p>
          <a:p>
            <a:pPr>
              <a:spcAft>
                <a:spcPts val="800"/>
              </a:spcAft>
              <a:defRPr sz="1500">
                <a:solidFill>
                  <a:srgbClr val="94A3B8"/>
                </a:solidFill>
              </a:defRPr>
            </a:pPr>
            <a:r>
              <a:t>A: Typically under 60 seconds when you call 855 WRECKMATCH (855) 897-3256 or use the matching form.</a:t>
            </a:r>
          </a:p>
          <a:p>
            <a:pPr>
              <a:spcAft>
                <a:spcPts val="800"/>
              </a:spcAft>
              <a:defRPr sz="1500">
                <a:solidFill>
                  <a:srgbClr val="94A3B8"/>
                </a:solidFill>
              </a:defRPr>
            </a:pPr>
            <a:r>
              <a:t>Q: What if I cannot afford a lawyer?</a:t>
            </a:r>
          </a:p>
          <a:p>
            <a:pPr>
              <a:spcAft>
                <a:spcPts val="800"/>
              </a:spcAft>
              <a:defRPr sz="1500">
                <a:solidFill>
                  <a:srgbClr val="94A3B8"/>
                </a:solidFill>
              </a:defRPr>
            </a:pPr>
            <a:r>
              <a:t>A: Participating attorneys usually work on contingency — no upfront fee for representation; fees are agreed in writing if they recover compensation for you.</a:t>
            </a:r>
          </a:p>
          <a:p>
            <a:pPr>
              <a:spcAft>
                <a:spcPts val="800"/>
              </a:spcAft>
              <a:defRPr sz="1500">
                <a:solidFill>
                  <a:srgbClr val="94A3B8"/>
                </a:solidFill>
              </a:defRPr>
            </a:pPr>
            <a:r>
              <a:t>Q: Where is the local help hub?</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insurance dispute claim in Texas?</a:t>
            </a:r>
          </a:p>
          <a:p>
            <a:pPr>
              <a:spcAft>
                <a:spcPts val="800"/>
              </a:spcAft>
              <a:defRPr sz="1500">
                <a:solidFill>
                  <a:srgbClr val="94A3B8"/>
                </a:solidFill>
              </a:defRPr>
            </a:pPr>
            <a:r>
              <a:t>A: Texas sets a 2-year statute of limitations for most personal-injury lawsuits arising from a insurance dispute, running from the date of the crash. Notice-of-claim deadlines against government vehicles are usually much shorter — sometimes 60 to 180 days — and minors and incapacitated plaintiffs may have tolled deadlines. Treat the headline number as a ceiling, not a target: file or consult an attor</a:t>
            </a:r>
          </a:p>
          <a:p>
            <a:pPr>
              <a:spcAft>
                <a:spcPts val="800"/>
              </a:spcAft>
              <a:defRPr sz="1500">
                <a:solidFill>
                  <a:srgbClr val="94A3B8"/>
                </a:solidFill>
              </a:defRPr>
            </a:pPr>
            <a:r>
              <a:t>Q: How much does it cost to talk to a WreckMatch-network attorney?</a:t>
            </a:r>
          </a:p>
          <a:p>
            <a:pPr>
              <a:spcAft>
                <a:spcPts val="800"/>
              </a:spcAft>
              <a:defRPr sz="1500">
                <a:solidFill>
                  <a:srgbClr val="94A3B8"/>
                </a:solidFill>
              </a:defRPr>
            </a:pPr>
            <a:r>
              <a:t>A: Nothing up front. The attorneys in the WreckMatch network handle insurance disputes on a contingency-fee basis — they only get paid if they recover compensation for you, and the fee is a percentage of that recovery agreed in writing before representation begins. The initial consultation is free, and there is no obligation to hire the attorney after the call. WreckMatch LLC itself is a legal referr</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https://www.wreckmatch.com/blog/insurance-denied-your-claim-in-dallas-texas-2026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Download companion guide: https://www.wreckmatch.com/blog/insurance-denied-your-claim-in-dallas-texas-2026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Insurance Denied Your Claim in Dallas? (Texas 2026)</dc:title>
  <dc:subject>WreckMatch educational guide — Texas</dc:subject>
  <dc:creator/>
  <cp:keywords>WreckMatch, car accident, Texas, Texas, insurance denied your claim in dallas texas 2026, personal injury, attorney matching</cp:keywords>
  <dc:description>Gold-tier presentation summary for https://www.wreckmatch.com/blog/insurance-denied-your-claim-in-dallas-texas-2026.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