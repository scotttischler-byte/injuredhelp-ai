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Oklahoma City, Oklahoma — Top City Guide (2026-07-20). Full guide: https://www.wreckmatch.com/blog/semi-truck-accident-in-oklahoma-city-oklahoma-top-city-guide-2026-07-20.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Oklahoma City, Oklahoma,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Oklahoma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Oklahoma.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Oklahoma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Oklahoma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Oklahoma,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Oklahoma follows the Modified 51% rule for fault allocation. Modified 51%-bar comparative negligence lets you recover as long as you are 50% or less at fault, with your recovery reduced by your share. Crossing 51% bars you entirely. The minimum liability insurance every driver must carry in Oklahoma is 25/50/25 (bodily injury per person / per accident / property damage). For serious crashes those minimums are routinely exhausted in days, which is why uninsured/underinsured-motorist (UM/UIM) coverage on your own policy matters so much.</a:t>
            </a:r>
          </a:p>
          <a:p/>
          <a:p>
            <a:r>
              <a:t>Oklahoma is an at-fault state. The at-fault driver's liability insurance is the primary source of recovery, and you can pursue compensation for medical bills, lost wages, and pain and suffering once liability is established.</a:t>
            </a:r>
          </a:p>
          <a:p/>
          <a:p>
            <a:r>
              <a:t>In Oklahoma, deadlines and insurance rules can 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Oklahoma City, Oklahoma — Top City Guide (2026-07-20)</a:t>
            </a:r>
          </a:p>
          <a:p>
            <a:pPr>
              <a:spcBef>
                <a:spcPts val="1200"/>
              </a:spcBef>
              <a:defRPr sz="1600">
                <a:solidFill>
                  <a:srgbClr val="94A3B8"/>
                </a:solidFill>
              </a:defRPr>
            </a:pPr>
            <a:r>
              <a:t>Truck Accidents · Oklahoma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Oklahoma City, Oklahoma,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Oklahoma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Oklahoma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Oklahoma.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Oklahoma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Oklahoma,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Oklahoma?</a:t>
            </a:r>
          </a:p>
          <a:p>
            <a:pPr>
              <a:spcAft>
                <a:spcPts val="800"/>
              </a:spcAft>
              <a:defRPr sz="1500">
                <a:solidFill>
                  <a:srgbClr val="94A3B8"/>
                </a:solidFill>
              </a:defRPr>
            </a:pPr>
            <a:r>
              <a:t>A: Oklahoma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https://www.wreckmatch.com/blog/semi-truck-accident-in-oklahoma-city-oklahoma-top-city-guide-2026-07-20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https://www.wreckmatch.com/blog/semi-truck-accident-in-oklahoma-city-oklahoma-top-city-guide-2026-07-20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Oklahoma City, Oklahoma — Top City Guide (2026-07-20)</dc:title>
  <dc:subject>WreckMatch educational guide — Truck Accidents</dc:subject>
  <dc:creator/>
  <cp:keywords>WreckMatch, car accident, Oklahoma, Truck Accidents, semi truck accident in oklahoma city oklahoma top city guide 2026 07 20, personal injury, attorney matching</cp:keywords>
  <dc:description>Gold-tier presentation summary for https://www.wreckmatch.com/blog/semi-truck-accident-in-oklahoma-city-oklahoma-top-city-guide-2026-07-20.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