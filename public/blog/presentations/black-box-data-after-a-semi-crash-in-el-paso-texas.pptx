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Black Box Data After a Semi Crash in El Paso, Texas. Full guide: https://www.wreckmatch.com/blog/black-box-data-after-a-semi-crash-in-el-paso-texas.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El Paso,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El Paso,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El Paso guide — El Paso help hub</a:t>
            </a:r>
          </a:p>
          <a:p/>
          <a:p>
            <a:r>
              <a:t>Free attorney matching → · 855 WRECKMATCH (855) 897-3256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Black Box Data After a Semi Crash in El Paso, Texas</a:t>
            </a:r>
          </a:p>
          <a:p>
            <a:pPr>
              <a:spcBef>
                <a:spcPts val="1200"/>
              </a:spcBef>
              <a:defRPr sz="1600">
                <a:solidFill>
                  <a:srgbClr val="94A3B8"/>
                </a:solidFill>
              </a:defRPr>
            </a:pPr>
            <a:r>
              <a:t>Truck Accidents · Texas · 2026-05-22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El Paso,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El Paso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El Paso guide</a:t>
            </a:r>
          </a:p>
          <a:p>
            <a:pPr>
              <a:spcAft>
                <a:spcPts val="800"/>
              </a:spcAft>
              <a:defRPr sz="1500">
                <a:solidFill>
                  <a:srgbClr val="94A3B8"/>
                </a:solidFill>
              </a:defRPr>
            </a:pPr>
            <a:r>
              <a:t>A: El Paso help hub</a:t>
            </a:r>
            <a:br/>
            <a:br/>
            <a:r>
              <a:t>Free attorney matching → · 855 WRECKMATCH (855) 897-3256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Texas?</a:t>
            </a:r>
          </a:p>
          <a:p>
            <a:pPr>
              <a:spcAft>
                <a:spcPts val="800"/>
              </a:spcAft>
              <a:defRPr sz="1500">
                <a:solidFill>
                  <a:srgbClr val="94A3B8"/>
                </a:solidFill>
              </a:defRPr>
            </a:pPr>
            <a:r>
              <a:t>A: Texas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https://www.wreckmatch.com/blog/black-box-data-after-a-semi-crash-in-el-paso-texas</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https://www.wreckmatch.com/blog/black-box-data-after-a-semi-crash-in-el-paso-texas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Black Box Data After a Semi Crash in El Paso, Texas</dc:title>
  <dc:subject>WreckMatch educational guide — Truck Accidents</dc:subject>
  <dc:creator/>
  <cp:keywords>WreckMatch, car accident, Texas, Truck Accidents, black box data after a semi crash in el paso texas, personal injury, attorney matching</cp:keywords>
  <dc:description>Gold-tier presentation summary for https://www.wreckmatch.com/blog/black-box-data-after-a-semi-crash-in-el-paso-texas.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