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Kansas City, Missouri (2026). Full guide: https://www.wreckmatch.com/blog/hit-by-an-uninsured-driver-in-kansas-city-missouri-2026.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Kansas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Kansas City, Missouri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Missouri · Missouri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https://www.wreckmatch.com/blog/hit-by-an-uninsured-driver-in-kansas-city-missouri-2026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https://www.wreckmatch.com/blog/hit-by-an-uninsured-driver-in-kansas-city-missouri-2026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Kansas City, Missouri (2026)</dc:title>
  <dc:subject>WreckMatch educational guide — Missouri</dc:subject>
  <dc:creator/>
  <cp:keywords>WreckMatch, car accident, Missouri, Missouri, hit by an uninsured driver in kansas city missouri 2026, personal injury, attorney matching</cp:keywords>
  <dc:description>Gold-tier presentation summary for https://www.wreckmatch.com/blog/hit-by-an-uninsured-driver-in-kansas-city-missouri-2026.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