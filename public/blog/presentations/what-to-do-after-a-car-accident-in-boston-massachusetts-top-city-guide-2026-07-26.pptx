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Boston, Massachusetts — Top City Guide (2026-07-26). Full guide: https://www.wreckmatch.com/blog/what-to-do-after-a-car-accident-in-boston-massachusetts-top-city-guide-2026-07-26.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Boston, Massachusetts,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Massachusetts.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Boston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Massachusetts fast facts: 3-year statute of limitations · Modified 51% fault rule · 20/40/5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Massachusetts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Massachusetts is 20/40/5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Massachusetts is a no-fault state, meaning your own Personal Injury Protection (PIP) coverage typically pays your initial medical bills regardless of fault. You can usually pursue the at-fault driver only after crossing a "serious injury" threshold defin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Boston, Massachusetts — Top City Guide (2026-07-26)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Massachusetts · 2026-07-26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Boston, Massachusetts,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Boston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Massachusetts are not outgunned. This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Boston?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Massachusetts.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Massachusetts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Massachusetts,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Massachusetts?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Massachusetts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https://www.wreckmatch.com/blog/what-to-do-after-a-car-accident-in-boston-massachusetts-top-city-guide-2026-07-26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https://www.wreckmatch.com/blog/what-to-do-after-a-car-accident-in-boston-massachusetts-top-city-guide-2026-07-26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Boston, Massachusetts — Top City Guide (2026-07-26)</dc:title>
  <dc:subject>WreckMatch educational guide — Truck Accidents</dc:subject>
  <dc:creator/>
  <cp:keywords>WreckMatch, car accident, Massachusetts, Truck Accidents, what to do after a car accident in boston massachusetts top city guide 2026 07 26, personal injury, attorney matching</cp:keywords>
  <dc:description>Gold-tier presentation summary for https://www.wreckmatch.com/blog/what-to-do-after-a-car-accident-in-boston-massachusetts-top-city-guide-2026-07-26.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