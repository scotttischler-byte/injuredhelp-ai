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Birmingham Crash? (Alabama 2026). Full guide: https://www.wreckmatch.com/blog/should-you-hire-a-lawyer-after-a-birmingham-crash-alabama-2026.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Birmingham Crash? (Alabama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https://www.wreckmatch.com/blog/should-you-hire-a-lawyer-after-a-birmingham-crash-alabama-2026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https://www.wreckmatch.com/blog/should-you-hire-a-lawyer-after-a-birmingham-crash-alabama-2026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Birmingham Crash? (Alabama 2026)</dc:title>
  <dc:subject>WreckMatch educational guide — Alabama</dc:subject>
  <dc:creator/>
  <cp:keywords>WreckMatch, car accident, Alabama, Alabama, should you hire a lawyer after a birmingham crash alabama 2026, personal injury, attorney matching</cp:keywords>
  <dc:description>Gold-tier presentation summary for https://www.wreckmatch.com/blog/should-you-hire-a-lawyer-after-a-birmingham-crash-alabama-2026.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