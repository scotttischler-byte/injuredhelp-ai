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Indianapolis, Indiana — Top City Guide (2026-06-19). Full guide: https://www.wreckmatch.com/blog/what-to-do-after-a-car-accident-in-indianapolis-indiana-top-city-guide-2026-06-19.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Indianapolis, Indiana,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Indiana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Indiana.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Indianapolis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Indiana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Indiana,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Indiana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Indiana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Indiana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Indiana, deadlines and insurance rules can change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Indianapolis,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Indianapolis, Indiana — Top City Guide (2026-06-19)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Indiana · Indiana · 2026-06-19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Indianapolis, Indiana,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Indianapolis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Indiana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Indianapolis?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Indiana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Indiana.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Indiana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Indiana,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Indiana?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Indiana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https://www.wreckmatch.com/blog/what-to-do-after-a-car-accident-in-indianapolis-indiana-top-city-guide-2026-06-19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https://www.wreckmatch.com/blog/what-to-do-after-a-car-accident-in-indianapolis-indiana-top-city-guide-2026-06-19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Indianapolis, Indiana — Top City Guide (2026-06-19)</dc:title>
  <dc:subject>WreckMatch educational guide — Indiana</dc:subject>
  <dc:creator/>
  <cp:keywords>WreckMatch, car accident, Indiana, Indiana, what to do after a car accident in indianapolis indiana top city guide 2026 06 19, personal injury, attorney matching</cp:keywords>
  <dc:description>Gold-tier presentation summary for https://www.wreckmatch.com/blog/what-to-do-after-a-car-accident-in-indianapolis-indiana-top-city-guide-2026-06-19.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