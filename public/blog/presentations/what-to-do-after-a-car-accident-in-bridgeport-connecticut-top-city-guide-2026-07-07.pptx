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Educational presentation for What to Do After a Car Accident in Bridgeport, Connecticut — Top City Guide (2026-07-07). Full guide: https://www.wreckmatch.com/blog/what-to-do-after-a-car-accident-in-bridgeport-connecticut-top-city-guide-2026-07-07. WreckMatch LLC legal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Important — read first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After a crash in Bridgeport, Connecticut, call 911, get medical care, preserve evidence, avoid recorded insurer statements, and use free attorney matching before signing anything.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Connecticut are not outgunned. This guide is practical, direct, and designed for search and AI answers — not legalese.</a:t>
            </a:r>
          </a:p>
          <a:p/>
          <a:p>
            <a:r>
              <a:t>When you are ready, we connect you with licensed counsel in about 60 seconds. WreckMatch is a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1. Call 911 if anyone is hurt or traffic is blocked.</a:t>
            </a:r>
          </a:p>
          <a:p>
            <a:r>
              <a:t>2. Photograph vehicles, injuries visible from outside the car, and the full scene.</a:t>
            </a:r>
          </a:p>
          <a:p>
            <a:r>
              <a:t>3. Exchange insurance and contact information; collect witness phone numbers.</a:t>
            </a:r>
          </a:p>
          <a:p>
            <a:r>
              <a:t>4. Seek medical care within 24 hours — delays hurt both health and claims.</a:t>
            </a:r>
          </a:p>
          <a:p>
            <a:r>
              <a:t>5. Do not give a recorded statement to the other driver's insurer.</a:t>
            </a:r>
          </a:p>
          <a:p>
            <a:r>
              <a:t>6. Get matched with a lawyer →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Topic | Detail |</a:t>
            </a:r>
          </a:p>
          <a:p>
            <a:r>
              <a:t>|-------|--------|</a:t>
            </a:r>
          </a:p>
          <a:p>
            <a:r>
              <a:t>| Statute of limitations | 2 years (most injury claims — confirm with licensed counsel) |</a:t>
            </a:r>
          </a:p>
          <a:p>
            <a:r>
              <a:t>| Government / special defendants | Often much shorter notice windows — ask counsel immediately |</a:t>
            </a:r>
          </a:p>
          <a:p>
            <a:r>
              <a:t>| WreckMatch matching fee | $0 to consumers |</a:t>
            </a:r>
          </a:p>
          <a:p/>
          <a:p>
            <a:r>
              <a:t>Insurers track filing deadlines closely. Missing a notice period can end a claim even when injuries are catastrophic.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Recorded statements in the first 24–48 hours designed to lock in fault language</a:t>
            </a:r>
          </a:p>
          <a:p>
            <a:r>
              <a:t>- Quick cash offers before MRI results or specialist referrals return</a:t>
            </a:r>
          </a:p>
          <a:p>
            <a:r>
              <a:t>- Disputing serious injury thresholds or pre-existing conditions</a:t>
            </a:r>
          </a:p>
          <a:p>
            <a:r>
              <a:t>- Multiple policies pointing blame at each other (especially in truck and multi-vehicle crashes)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Is WreckMatch a law firm? — No. WreckMatch LLC is a legal referral service — not a law firm. We connect injured people with participating attorneys who handle truck and catastrophic injury cases in Connecticut. How fast is the callback? — Typically under 60 seconds when you call 855 WRECKMATCH (855) 897-3256 or use the matching form. What if I cannot afford a lawyer? — Participating attorneys usually work on contingency — no upfront fee for representation; fees are agreed in writing if they recover compensation for you. Where is the local help hub? — Bridgeport car accident help · National truck crash guide</a:t>
            </a:r>
          </a:p>
          <a:p/>
          <a:p/>
          <a:p>
            <a:r>
              <a:t>Reviewed for legal context by Hon. Ret. Judge Roy Waddell, Legal Advisor at WreckMatch LLC — courtroom and procedural perspective only; not legal advice for your specific case.</a:t>
            </a:r>
          </a:p>
          <a:p/>
          <a:p/>
          <a:p>
            <a:r>
              <a:t>Free attorney matching → · 855 WRECKMATCH (855) 897-3256</a:t>
            </a:r>
          </a:p>
          <a:p/>
          <a:p/>
          <a:p/>
          <a:p>
            <a:r>
              <a:t>At a glance: Connecticut fast facts: 2-year statute of limitations · Modified 50% fault rule · 25/50/25 minimum auto liability insurance.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Connecticut,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government vehicles can be far shorter, sometimes 60 to 180 days.</a:t>
            </a:r>
          </a:p>
          <a:p/>
          <a:p>
            <a:r>
              <a:t>Connecticut follows the Modified 50% rule for fault allocation. Modified 50%-bar comparative negligence reduces your recovery by your share of fault, but cuts you off completely once your fault reaches 50% or more. Insurers will often push to inch your share above the threshold during recorded statements. The minimum liability insurance every driver must carry in Connecticut is 25/50/25 (bodily injury per person / per accident / property damage). For serious crashes those minimums are routinely exhausted in days, which is why uninsured/underinsured-motorist (UM/UIM) coverage on your own policy matters so much.</a:t>
            </a:r>
          </a:p>
          <a:p/>
          <a:p>
            <a:r>
              <a:t>Connecticut is an at-fault state. The at-fault driver's liability insurance is the primary source of recovery, and you can pursue compensation for medical bills, lost wages, and pain and sufferi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first two days after a crash quietly decide most cases. Insurers train adjusters to call within 24 hours, ask leading questions, and lock in statements that compress case value before victims have seen a doctor or talked to a lawyer. Following a disciplined sequence in the first 48 hours protects you from the most common traps.</a:t>
            </a:r>
          </a:p>
          <a:p/>
          <a:p>
            <a:r>
              <a:t>In Bridgeport, post-crash situations often happen on or near Interstate corridors and State routes near metro area, and the nearest trauma-capable centers include Regional Medical Center and Level I/II trauma center (verify locally). Going to one of those facilities, even if you "feel fine," is the single most important step in the first 24 hours.</a:t>
            </a:r>
          </a:p>
          <a:p/>
          <a:p>
            <a:r>
              <a:t>1. Call 911 — even for a “minor” crash. The police report is the single most cited document in your case.</a:t>
            </a:r>
          </a:p>
          <a:p>
            <a:r>
              <a:t>2. Take wide-angle and close-up photos of all vehicles, the surrounding intersection, traffic signs, skid marks, debris, and your visible injuries.</a:t>
            </a:r>
          </a:p>
          <a:p>
            <a:r>
              <a:t>3. Get the other driver's name, license, insurance, plate, and a photo of their insurance card. Photograph any commercial markings (DOT number, USDOT, trailer numbers) if a truck is involved.</a:t>
            </a:r>
          </a:p>
          <a:p>
            <a:r>
              <a:t>4. Collect at least two independent witness names and phone numbers.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Frequently asked questions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Get matched with a licensed attorney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Reviewed for legal context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8046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</a:defRPr>
            </a:pPr>
            <a:r>
              <a:t>WreckMatch.com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560320"/>
            <a:ext cx="80467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What to Do After a Car Accident in Bridgeport, Connecticut — Top City Guide (2026-07-07)</a:t>
            </a:r>
          </a:p>
          <a:p>
            <a:pPr>
              <a:spcBef>
                <a:spcPts val="1200"/>
              </a:spcBef>
              <a:defRPr sz="1600">
                <a:solidFill>
                  <a:srgbClr val="94A3B8"/>
                </a:solidFill>
              </a:defRPr>
            </a:pPr>
            <a:r>
              <a:t>Connecticut · Connecticut · 2026-07-07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Important — read first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Educational only — not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LLC is a legal referral service, NOT a law firm.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800+ participating law firms nationwide — free matching.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Confirm all deadlines with licensed counsel in your state.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Author: Scott Tischler, Co-Founder.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Quick answer (quotable summary)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After a crash in Bridgeport, Connecticut, call 911, get medical care, preserve evidence, avoid recorded insurer statements, and use free attorney matching before signing anything.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Why we published this guide for Bridgeport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Connecticut are not outgunned. This gu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should you do first after a crash in Bridgeport?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if anyone is hurt or traffic is blocked.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Photograph vehicles, injuries visible from outside the car, and the full scene.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Exchange insurance and contact information; collect witness phone numbers.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within 24 hours — delays hurt both health and claims.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give a recorded statement to the other driver's insurer.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matched with a lawyer →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Connecticut deadlines &amp; why timing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Topic · Detail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Statute of limitations · 2 years (most injury claims — confirm with licensed counsel)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Government / special defendants · Often much shorter notice windows — ask counsel immediately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matching fee · $0 to consumers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Insurance company tactics to expect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Recorded statements in the first 24–48 hours designed to lock in fault language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Quick cash offers before MRI results or specialist referrals return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Disputing serious injury thresholds or pre-existing conditions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Multiple policies pointing blame at each other (especially in truck and multi-vehicle crashes)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When to speak with a lawyer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FAQ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Is WreckMatch a law firm?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No. WreckMatch LLC is a legal referral service — not a law firm. We connect injured people with participating attorneys who handle truck and catastrophic injury cases in Connecticut.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fast is the callback?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Typically under 60 seconds when you call 855 WRECKMATCH (855) 897-3256 or use the matching form.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I cannot afford a lawyer?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Participating attorneys usually work on contingency — no upfront fee for representation; fees are agreed in writing if they recover compensation for you.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Where is the local help hub?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Connecticut legal context for post-crash situations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 Connecticut,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to do in the first 48 hours after a post-crash situation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— even for a “minor” crash. The police report is the single most cited document in your case.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Take wide-angle and close-up photos of all vehicles, the surrounding intersection, traffic signs, skid marks, debris, and your visible injuries.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the other driver's name, license, insurance, plate, and a photo of their insurance card. Photograph any commercial markings (DOT number, USDOT, trailer numbers) if a truck is involved.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Collect at least two independent witness names and phone numbers. Witnesses move and disappear within weeks.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Decline to give a recorded statement to any insurance company — yours or theirs — until you have spoken with a lawyer.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the same day or the next. Gaps in treatment are the #1 line item adjusters use to reduce settlement offers.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Preserve everything: the damaged vehicle, clothing worn during the crash, GPS device, dashcam SD card, and your phone's location history.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Frequently asked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long do I have to file a post-crash situation claim in Connecticut?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Connecticut sets a 2-year statute of limitations for most personal-injury lawsuits arising from a post-crash situation, running from the date of the crash. Notice-of-claim deadlines against government vehicles are usually much shorter — sometimes 60 to 180 days — and minors and incapacitated plaintiffs may have tolled deadlines. Treat the headline number as a ceiling, not a target: file or consult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much does it cost to talk to a WreckMatch-network attorney?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Nothing up front. The attorneys in the WreckMatch network handle post-crash situations on a contingency-fee basis — they only get paid if they recover compensation for you, and the fee is a percentage of that recovery agreed in writing before representation begins. The initial consultation is free, and there is no obligation to hire the attorney after the call. WreckMatch LLC is a legal referral 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the other driver was uninsured or fled the scene?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Roughly 1 in 8 U.S. drivers carries no insurance, and hit-and-run rates are climbing in major metros. If the at-fault driver was uninsured or fled, your own uninsured-motorist (UM) coverage is the primary source of recovery, assuming you carry it. Many drivers don't realize they have UM coverage until a lawyer reviews the declarations page of their policy. If UM is in place, the claim is filed aga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Should I give the other driver's insurance a recorded statement?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Get matched with a licensed attorney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Free attorney matching in ~60 seconds: https://www.wreckmatch.com/#form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855 WRECKMATCH (855) 897-3256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Full article: https://www.wreckmatch.com/blog/what-to-do-after-a-car-accident-in-bridgeport-connecticut-top-city-guide-2026-07-07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 fee for matching — contingency attorneys in network.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Reviewed for legal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Judge Roy Waddell — Legal Advisor, WreckMatch LLC.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Courtroom and procedural perspective only.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Not case-specific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Guía: https://www.wreckmatch.com/blog/what-to-do-after-a-car-accident-in-bridgeport-connecticut-top-city-guide-2026-07-07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What to Do After a Car Accident in Bridgeport, Connecticut — Top City Guide (2026-07-07)</dc:title>
  <dc:subject>WreckMatch educational guide — Connecticut</dc:subject>
  <dc:creator/>
  <cp:keywords>WreckMatch, car accident, Connecticut, Connecticut, what to do after a car accident in bridgeport connecticut top city guide 2026 07 07, personal injury, attorney matching</cp:keywords>
  <dc:description>Gold-tier presentation summary for https://www.wreckmatch.com/blog/what-to-do-after-a-car-accident-in-bridgeport-connecticut-top-city-guide-2026-07-07. Educational only; not a law firm.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Legal Education</cp:category>
</cp:coreProperties>
</file>