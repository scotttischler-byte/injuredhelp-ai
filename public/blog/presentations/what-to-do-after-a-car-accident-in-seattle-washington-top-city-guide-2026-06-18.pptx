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Seattle, Washington — Top City Guide (2026-06-18). Full guide: https://www.wreckmatch.com/blog/what-to-do-after-a-car-accident-in-seattle-washington-top-city-guide-2026-06-18.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Seattle, Washington,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Washington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Washington.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Seattle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Washington fast facts: 3-year statute of limitations · Pure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Washington,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Washington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Washington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Washington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Washington, deadlines and insuran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Seattle,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Seattle, Washington — Top City Guide (2026-06-18)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Washington · Washington · 2026-06-18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Seattle, Washington,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Seattle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Washington are not outgunned. This gui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Seattle?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Washington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Washington.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Washington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Washington,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Washington?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Washington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https://www.wreckmatch.com/blog/what-to-do-after-a-car-accident-in-seattle-washington-top-city-guide-2026-06-18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https://www.wreckmatch.com/blog/what-to-do-after-a-car-accident-in-seattle-washington-top-city-guide-2026-06-18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Seattle, Washington — Top City Guide (2026-06-18)</dc:title>
  <dc:subject>WreckMatch educational guide — Washington</dc:subject>
  <dc:creator/>
  <cp:keywords>WreckMatch, car accident, Washington, Washington, what to do after a car accident in seattle washington top city guide 2026 06 18, personal injury, attorney matching</cp:keywords>
  <dc:description>Gold-tier presentation summary for https://www.wreckmatch.com/blog/what-to-do-after-a-car-accident-in-seattle-washington-top-city-guide-2026-06-18.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