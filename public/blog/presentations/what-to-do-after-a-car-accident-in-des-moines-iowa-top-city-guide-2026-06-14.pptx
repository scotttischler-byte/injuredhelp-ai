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Des Moines, Iowa — Top City Guide (2026-06-14). Full guide: https://www.wreckmatch.com/blog/what-to-do-after-a-car-accident-in-des-moines-iowa-top-city-guide-2026-06-14.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Des Moines, Iowa,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Iowa.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Des Moines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Iowa fast facts: 2-year statute of limitations · Modified comparative fault rule · 20/40/15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Iowa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Iowa is 20/40/15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Iowa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Iowa, deadlines and insurance rules can cha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Des Moines, Iowa — Top City Guide (2026-06-14)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Iowa · 2026-06-14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Des Moines, Iowa,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Des Moines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Des Moines?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Iowa.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Iowa?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Iowa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https://www.wreckmatch.com/blog/what-to-do-after-a-car-accident-in-des-moines-iowa-top-city-guide-2026-06-14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https://www.wreckmatch.com/blog/what-to-do-after-a-car-accident-in-des-moines-iowa-top-city-guide-2026-06-14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Des Moines, Iowa — Top City Guide (2026-06-14)</dc:title>
  <dc:subject>WreckMatch educational guide — Severe Injury</dc:subject>
  <dc:creator/>
  <cp:keywords>WreckMatch, car accident, Iowa, Severe Injury, what to do after a car accident in des moines iowa top city guide 2026 06 14, personal injury, attorney matching</cp:keywords>
  <dc:description>Gold-tier presentation summary for https://www.wreckmatch.com/blog/what-to-do-after-a-car-accident-in-des-moines-iowa-top-city-guide-2026-06-14.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