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Severe Injury After a Truck Crash in Seattle, Washington (2026). Full guide: https://www.wreckmatch.com/blog/severe-injury-after-a-truck-crash-in-seattle-washington-2026.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Seattle, Washington,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semi-truck crash victims in Washington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SemiTruckMatch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SemiTruckMatch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SemiTruckMatch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SemiTruckMatch a law firm? — No. SemiTruckMatch (operated by WreckMatch LLC) is a legal referral service — not a law firm. We connect injured people with participating attorneys who handle truck and catastrophic injury cases in Washington.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Seattle truck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Washington fast facts: 3-year statute of limitations · Pure comparative fault rule · 25/50/10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Washington,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Washington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Washington is 25/50/10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Washington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Washington, deadlines and insuran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Severe Injury After a Truck Crash in Seattle, Washington (2026)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Washington · 2026-06-23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Seattle, Washington,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Seattle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semi-truck crash victims in Washington are not outgunned.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Seattle?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Washington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SemiTruckMatch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SemiTruckMatch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SemiTruckMatch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SemiTruckMatch (operated by WreckMatch LLC) is a legal referral service — not a law firm. We connect injured people with participating attorneys who handle truck and catastrophic injury cases in Washington.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Washington legal context for catastrophic-injury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Washington,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catastrophic-injury case claim in Washington?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Washington sets a 3-year statute of limitations for most personal-injury lawsuits arising from a catastrophic-injury case,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SemiTruckMatch-network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SemiTruckMatch network handle catastrophic-injury cases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SemiTruckMatch (operated by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https://www.wreckmatch.com/blog/severe-injury-after-a-truck-crash-in-seattle-washington-2026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https://www.wreckmatch.com/blog/severe-injury-after-a-truck-crash-in-seattle-washington-2026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Severe Injury After a Truck Crash in Seattle, Washington (2026)</dc:title>
  <dc:subject>WreckMatch educational guide — Severe Injury</dc:subject>
  <dc:creator/>
  <cp:keywords>WreckMatch, car accident, Washington, Severe Injury, severe injury after a truck crash in seattle washington 2026, personal injury, attorney matching</cp:keywords>
  <dc:description>Gold-tier presentation summary for https://www.wreckmatch.com/blog/severe-injury-after-a-truck-crash-in-seattle-washington-2026.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