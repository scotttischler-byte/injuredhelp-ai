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Anchorage, Alaska — Top City Guide (2026-06-29). Full guide: https://www.wreckmatch.com/blog/what-to-do-after-a-car-accident-in-anchorage-alaska-top-city-guide-2026-06-29.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Anchorage, Alaska,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Anchorage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Alaska fast facts: 2-year statute of limitations · Pure comparative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Alaska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Alaska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Alaska,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Anchorage, Alaska — Top City Guide (2026-06-29)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Alaska · 2026-06-29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Anchorage, Alaska,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Anchorage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Anchorage?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Alaska?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Alaska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https://www.wreckmatch.com/blog/what-to-do-after-a-car-accident-in-anchorage-alaska-top-city-guide-2026-06-29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https://www.wreckmatch.com/blog/what-to-do-after-a-car-accident-in-anchorage-alaska-top-city-guide-2026-06-29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Anchorage, Alaska — Top City Guide (2026-06-29)</dc:title>
  <dc:subject>WreckMatch educational guide — Truck Accidents</dc:subject>
  <dc:creator/>
  <cp:keywords>WreckMatch, car accident, Alaska, Truck Accidents, what to do after a car accident in anchorage alaska top city guide 2026 06 29, personal injury, attorney matching</cp:keywords>
  <dc:description>Gold-tier presentation summary for https://www.wreckmatch.com/blog/what-to-do-after-a-car-accident-in-anchorage-alaska-top-city-guide-2026-06-29.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