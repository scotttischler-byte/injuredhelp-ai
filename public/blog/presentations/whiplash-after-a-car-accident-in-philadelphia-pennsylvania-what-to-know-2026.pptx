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Whiplash After a Car Accident in Philadelphia, Pennsylvania — What to Know (2026). Full guide: https://www.wreckmatch.com/blog/whiplash-after-a-car-accident-in-philadelphia-pennsylvania-what-to-know-2026.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Philadelphia, Pennsylvania,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Pennsylvania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Pennsylvania.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Philadelphia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Pennsylvania fast facts: 2-year statute of limitations · Modified 51% fault rule · 15/30/5 (PIP)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Pennsylvania,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Pennsylvania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Pennsylvania is 15/30/5 (PIP)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Pennsylvania is a no-fault state, meaning your own Personal Injury Protection (PIP) coverage typically pays your initial medical bills regardless of fault. You can usually pursue the at-fault driver only after crossing a "serious injury" threshold defined 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Philadelphia, whiplash and soft-tissue injury cases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Whiplash After a Car Accident in Philadelphia, Pennsylvania — What to Know (2026)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Pennsylvania · Pennsylvania · 2026-06-05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Philadelphia, Pennsylvania,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Philadelphia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Pennsylvania are not outgunned. This 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Philadelphia?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Pennsylvania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Pennsylvania.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Pennsylvania legal context for whiplash and soft-tissue injury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Pennsylvania,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whiplash and soft-tissue injury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whiplash and soft-tissue injury case claim in Pennsylvania?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Pennsylvania sets a 2-year statute of limitations for most personal-injury lawsuits arising from a whiplash and soft-tissue injury case, running from the date of the crash. Notice-of-claim deadlines against government vehicles are usually much shorter — sometimes 60 to 180 days — and minors and incapacitated plaintiffs may have tolled deadlines. Treat the headline number as a ceiling, not a target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whiplash and soft-tissue injury cases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https://www.wreckmatch.com/blog/whiplash-after-a-car-accident-in-philadelphia-pennsylvania-what-to-know-2026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https://www.wreckmatch.com/blog/whiplash-after-a-car-accident-in-philadelphia-pennsylvania-what-to-know-2026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Whiplash After a Car Accident in Philadelphia, Pennsylvania — What to Know (2026)</dc:title>
  <dc:subject>WreckMatch educational guide — Pennsylvania</dc:subject>
  <dc:creator/>
  <cp:keywords>WreckMatch, car accident, Pennsylvania, Pennsylvania, whiplash after a car accident in philadelphia pennsylvania what to know 2026, personal injury, attorney matching</cp:keywords>
  <dc:description>Gold-tier presentation summary for https://www.wreckmatch.com/blog/whiplash-after-a-car-accident-in-philadelphia-pennsylvania-what-to-know-2026.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