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Des Moines, Iowa: What to Do (2026). Full guide: https://www.wreckmatch.com/blog/semi-truck-accident-in-des-moines-iowa-what-to-do-2026.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Des Moines, Iowa,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Des Moines, Iowa: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Iowa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Des Moines, Iowa,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https://www.wreckmatch.com/blog/semi-truck-accident-in-des-moines-iowa-what-to-do-2026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https://www.wreckmatch.com/blog/semi-truck-accident-in-des-moines-iowa-what-to-do-2026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Des Moines, Iowa: What to Do (2026)</dc:title>
  <dc:subject>WreckMatch educational guide — Truck Accidents</dc:subject>
  <dc:creator/>
  <cp:keywords>WreckMatch, car accident, Iowa, Truck Accidents, semi truck accident in des moines iowa what to do 2026, personal injury, attorney matching</cp:keywords>
  <dc:description>Gold-tier presentation summary for https://www.wreckmatch.com/blog/semi-truck-accident-in-des-moines-iowa-what-to-do-2026.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