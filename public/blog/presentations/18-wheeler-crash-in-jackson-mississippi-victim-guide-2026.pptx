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Jackson, Mississippi — Victim Guide (2026). Full guide: https://www.wreckmatch.com/blog/18-wheeler-crash-in-jackson-mississippi-victim-guide-2026.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Jackson, Mississippi,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Mississippi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Mississippi.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Jackson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Mississippi fast facts: 3-year statute of limitations · Pure comparative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Mississippi,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Mississippi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Mississippi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Mississippi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Mississippi, deadlines and in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Jackson, Mississippi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Mississippi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Jackson, Mississippi,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Jackson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Mississippi are not outgunned. This 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Jackson?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Mississippi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Mississippi.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Mississippi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Mississippi,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Mississippi?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Mississippi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https://www.wreckmatch.com/blog/18-wheeler-crash-in-jackson-mississippi-victim-guide-2026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https://www.wreckmatch.com/blog/18-wheeler-crash-in-jackson-mississippi-victim-guide-2026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Jackson, Mississippi — Victim Guide (2026)</dc:title>
  <dc:subject>WreckMatch educational guide — Truck Accidents</dc:subject>
  <dc:creator/>
  <cp:keywords>WreckMatch, car accident, Mississippi, Truck Accidents, 18 wheeler crash in jackson mississippi victim guide 2026, personal injury, attorney matching</cp:keywords>
  <dc:description>Gold-tier presentation summary for https://www.wreckmatch.com/blog/18-wheeler-crash-in-jackson-mississippi-victim-guide-2026.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