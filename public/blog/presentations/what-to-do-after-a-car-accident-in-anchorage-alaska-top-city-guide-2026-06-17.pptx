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Anchorage, Alaska — Top City Guide (2026-06-17). Full guide: https://www.wreckmatch.com/blog/what-to-do-after-a-car-accident-in-anchorage-alaska-top-city-guide-2026-06-17.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semi truck or crash in Anchorage, Alaska, call 911, get medical care, preserve evidence including ECM/black box and carrier IDs,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Alaska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— commercial crashes often need highway patrol, HAZMAT, and EMS.</a:t>
            </a:r>
          </a:p>
          <a:p>
            <a:r>
              <a:t>2. Photograph all units, DOT numbers, plates, carrier logos, and road conditions.</a:t>
            </a:r>
          </a:p>
          <a:p>
            <a:r>
              <a:t>3. Request driver and carrier identification (many defendants may exist).</a:t>
            </a:r>
          </a:p>
          <a:p>
            <a:r>
              <a:t>4. Seek trauma care — internal injuries are common even when you feel “fine.”</a:t>
            </a:r>
          </a:p>
          <a:p>
            <a:r>
              <a:t>5. Do not give a recorded statement to any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Evidence | Why it matters |</a:t>
            </a:r>
          </a:p>
          <a:p>
            <a:r>
              <a:t>|----------|----------------|</a:t>
            </a:r>
          </a:p>
          <a:p>
            <a:r>
              <a:t>| Black box (ECM) data | Speed, braking, hours-of-service |</a:t>
            </a:r>
          </a:p>
          <a:p>
            <a:r>
              <a:t>| Driver logbooks / ELD | FMCSA violations |</a:t>
            </a:r>
          </a:p>
          <a:p>
            <a:r>
              <a:t>| Cargo loading records | Shifted load liability |</a:t>
            </a:r>
          </a:p>
          <a:p>
            <a:r>
              <a:t>| Carrier insurance limits | Often $750K–$1M+ |</a:t>
            </a:r>
          </a:p>
          <a:p/>
          <a:p>
            <a:r>
              <a:t>Direct answer: Truck cases often involve multiple defendants (driver, motor carrier, broker, shipper). Your attorney may send spoliation letters immediately so electronic data is preserved.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Alaska.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Anchorage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Alaska fast facts: 2-year statute of limitations · Pure comparative fault rule · 50/100/25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Alaska,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Alaska follows the Pure comparative rule for fault allocation. Pure comparative negligence reduces your recovery in proportion to your share of fault, but never bars it. A driver found 30% responsible can still recover 70% of damages. The minimum liability insurance every driver must carry in Alaska is 50/100/25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Alaska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Alaska, deadlines and insurance rules can change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Anchorage, Alaska — Top City Guide (2026-06-17)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Truck Accidents · Alaska · 2026-06-17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semi truck or crash in Anchorage, Alaska, call 911, get medical care, preserve evidence including ECM/black box and carrier IDs,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Anchorage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Alaska are not outgunned. This guide 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truck crash in Anchorage?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commercial crashes often need highway patrol, HAZMAT, and EMS.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all units, DOT numbers, plates, carrier logos, and road conditions.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Request driver and carrier identification (many defendants may exist).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trauma care — internal injuries are common even when you feel “fine.”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any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Semi truck &amp; commercial vehicle specifics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Evidence · Why it matters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Black box (ECM) data · Speed, braking, hours-of-service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Driver logbooks / ELD · FMCSA violations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Cargo loading records · Shifted load liability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Carrier insurance limits · Often $750K–$1M+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Alaska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Alaska.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Alaska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Alaska,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Alaska?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Alaska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https://www.wreckmatch.com/blog/what-to-do-after-a-car-accident-in-anchorage-alaska-top-city-guide-2026-06-17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https://www.wreckmatch.com/blog/what-to-do-after-a-car-accident-in-anchorage-alaska-top-city-guide-2026-06-17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Anchorage, Alaska — Top City Guide (2026-06-17)</dc:title>
  <dc:subject>WreckMatch educational guide — Truck Accidents</dc:subject>
  <dc:creator/>
  <cp:keywords>WreckMatch, car accident, Alaska, Truck Accidents, what to do after a car accident in anchorage alaska top city guide 2026 06 17, personal injury, attorney matching</cp:keywords>
  <dc:description>Gold-tier presentation summary for https://www.wreckmatch.com/blog/what-to-do-after-a-car-accident-in-anchorage-alaska-top-city-guide-2026-06-17.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