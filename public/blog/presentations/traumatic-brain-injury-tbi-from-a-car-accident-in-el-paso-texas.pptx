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Traumatic Brain Injury (TBI) From a Car Accident in El Paso, Texas. Full guide: https://www.wreckmatch.com/blog/traumatic-brain-injury-tbi-from-a-car-accident-in-el-paso-texas.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El Paso,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p>
            <a:r>
              <a:t>Quick answer: After a crash in El Paso,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and future medical costs</a:t>
            </a:r>
          </a:p>
          <a:p>
            <a:r>
              <a:t>- Do not accept settlements before maximum medical improvement (MMI)</a:t>
            </a:r>
          </a:p>
          <a:p>
            <a:r>
              <a:t>- Life-care planners and economists may be needed</a:t>
            </a:r>
          </a:p>
          <a:p>
            <a:r>
              <a:t>- Wrongful death claims have different beneficiaries and deadlines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El Paso guide — El Paso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Traumatic Brain Injury (TBI) From a Car Accident in El Paso, Texas</a:t>
            </a:r>
          </a:p>
          <a:p>
            <a:pPr>
              <a:spcBef>
                <a:spcPts val="1200"/>
              </a:spcBef>
              <a:defRPr sz="1600">
                <a:solidFill>
                  <a:srgbClr val="94A3B8"/>
                </a:solidFill>
              </a:defRPr>
            </a:pPr>
            <a:r>
              <a:t>Severe Injury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El Paso, call 911, get trauma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El Paso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&amp; catastrophic injury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and future medical costs</a:t>
            </a:r>
          </a:p>
          <a:p>
            <a:pPr>
              <a:spcAft>
                <a:spcPts val="800"/>
              </a:spcAft>
              <a:defRPr sz="1500">
                <a:solidFill>
                  <a:srgbClr val="94A3B8"/>
                </a:solidFill>
              </a:defRPr>
            </a:pPr>
            <a:r>
              <a:t>Do not accept settlements before maximum medical improvement (MMI)</a:t>
            </a:r>
          </a:p>
          <a:p>
            <a:pPr>
              <a:spcAft>
                <a:spcPts val="800"/>
              </a:spcAft>
              <a:defRPr sz="1500">
                <a:solidFill>
                  <a:srgbClr val="94A3B8"/>
                </a:solidFill>
              </a:defRPr>
            </a:pPr>
            <a:r>
              <a:t>Life-care planners and economists may be needed</a:t>
            </a:r>
          </a:p>
          <a:p>
            <a:pPr>
              <a:spcAft>
                <a:spcPts val="800"/>
              </a:spcAft>
              <a:defRPr sz="1500">
                <a:solidFill>
                  <a:srgbClr val="94A3B8"/>
                </a:solidFill>
              </a:defRPr>
            </a:pPr>
            <a:r>
              <a:t>Wrongful death claims have different beneficiaries and deadlines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El Paso guide</a:t>
            </a:r>
          </a:p>
          <a:p>
            <a:pPr>
              <a:spcAft>
                <a:spcPts val="800"/>
              </a:spcAft>
              <a:defRPr sz="1500">
                <a:solidFill>
                  <a:srgbClr val="94A3B8"/>
                </a:solidFill>
              </a:defRPr>
            </a:pPr>
            <a:r>
              <a:t>A: El Paso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traumatic brain injury case claim in Texas?</a:t>
            </a:r>
          </a:p>
          <a:p>
            <a:pPr>
              <a:spcAft>
                <a:spcPts val="800"/>
              </a:spcAft>
              <a:defRPr sz="1500">
                <a:solidFill>
                  <a:srgbClr val="94A3B8"/>
                </a:solidFill>
              </a:defRPr>
            </a:pPr>
            <a:r>
              <a:t>A: Texas sets a 2-year statute of limitations for most personal-injury lawsuits arising from a traumatic brain injury case,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traumatic brain 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https://www.wreckmatch.com/blog/traumatic-brain-injury-tbi-from-a-car-accident-in-el-paso-texas</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https://www.wreckmatch.com/blog/traumatic-brain-injury-tbi-from-a-car-accident-in-el-paso-texas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Traumatic Brain Injury (TBI) From a Car Accident in El Paso, Texas</dc:title>
  <dc:subject>WreckMatch educational guide — Severe Injury</dc:subject>
  <dc:creator/>
  <cp:keywords>WreckMatch, car accident, Texas, Severe Injury, traumatic brain injury tbi from a car accident in el paso texas, personal injury, attorney matching</cp:keywords>
  <dc:description>Gold-tier presentation summary for https://www.wreckmatch.com/blog/traumatic-brain-injury-tbi-from-a-car-accident-in-el-paso-texas.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