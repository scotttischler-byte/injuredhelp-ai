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Miami, Florida — Top City Guide (2026-07-11). Full guide: https://www.wreckmatch.com/blog/what-to-do-after-a-car-accident-in-miami-florida-top-city-guide-2026-07-11.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Miami, Florida,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4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Florida.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Miami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Florida fast facts: 4-year statute of limitations · Pure comparative fault rule · 10/20/10 (PIP required) minimum auto liability insurance · no-fault state.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Florida follows the Pure comparative rule for fault allocation. Pure comparative negligence reduces your recovery in proportion to your share of fault, but never bars it. A driver found 30% responsible can still recover 70% of damages. The minimum liability insurance every driver must carry in Florida is 10/20/10 (PIP required)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Florida is a no-fault state, meaning your own Personal Injury Protection (PIP) coverage typically pays your initial medical bills regardless of fault. You can usually pursue the at-fault driver only after crossing a "serious injury" threshold defined by Flor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Miami,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Witn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Miami, Florida — Top City Guide (2026-07-11)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Florida · Florida · 2026-07-11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Miami, Florida,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Miami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Florida are not outgunned. This guide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Miami?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4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Florida.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Florida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Florida, the statute of limitations on most personal-injury claims is 4 years from the date of the crash. Missing that window almost always ends the case — courts dismiss late-filed lawsuits with rare exceptions for minors, mental incapacity, or delayed discovery of injuries. Notice deadlines for claims against gove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Florida?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Florida sets a 4-year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 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https://www.wreckmatch.com/blog/what-to-do-after-a-car-accident-in-miami-florida-top-city-guide-2026-07-11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https://www.wreckmatch.com/blog/what-to-do-after-a-car-accident-in-miami-florida-top-city-guide-2026-07-11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Miami, Florida — Top City Guide (2026-07-11)</dc:title>
  <dc:subject>WreckMatch educational guide — Florida</dc:subject>
  <dc:creator/>
  <cp:keywords>WreckMatch, car accident, Florida, Florida, what to do after a car accident in miami florida top city guide 2026 07 11, personal injury, attorney matching</cp:keywords>
  <dc:description>Gold-tier presentation summary for https://www.wreckmatch.com/blog/what-to-do-after-a-car-accident-in-miami-florida-top-city-guide-2026-07-11.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