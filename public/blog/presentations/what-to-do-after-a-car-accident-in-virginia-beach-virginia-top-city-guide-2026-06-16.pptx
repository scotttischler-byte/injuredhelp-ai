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Virginia Beach, Virginia — Top City Guide (2026-06-16). Full guide: https://www.wreckmatch.com/blog/what-to-do-after-a-car-accident-in-virginia-beach-virginia-top-city-guide-2026-06-16.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Virginia Beach, Virginia,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Virginia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Virginia.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Virginia Beach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Virginia fast facts: 2-year statute of limitations · Contributory fault rule · 30/60/20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Virginia,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Virginia follows the Contributory rule for fault allocation. Under traditional contributory negligence, if you are even 1% at fault you can be barred from recovering anything — one of the harshest rules in the country. That makes the on-scene evidence collection in the first 48 hours unusually important. The minimum liability insurance every driver must carry in Virginia is 30/60/20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Virginia is an at-fault state. The at-fault driver's liability insurance is the primary source of recovery, and you can pursue compensation for medical bills, lost wages, and pain and suffering once li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Virginia Beach,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Virginia Beach, Virginia — Top City Guide (2026-06-16)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Virginia · Virginia · 2026-06-16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Virginia Beach, Virginia,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Virginia Beach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Virginia are not outgunned. This guide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Virginia Beach?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Virginia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Virginia.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Virginia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Virginia,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Virginia?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Virginia sets a 2-year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https://www.wreckmatch.com/blog/what-to-do-after-a-car-accident-in-virginia-beach-virginia-top-city-guide-2026-06-16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https://www.wreckmatch.com/blog/what-to-do-after-a-car-accident-in-virginia-beach-virginia-top-city-guide-2026-06-16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Virginia Beach, Virginia — Top City Guide (2026-06-16)</dc:title>
  <dc:subject>WreckMatch educational guide — Virginia</dc:subject>
  <dc:creator/>
  <cp:keywords>WreckMatch, car accident, Virginia, Virginia, what to do after a car accident in virginia beach virginia top city guide 2026 06 16, personal injury, attorney matching</cp:keywords>
  <dc:description>Gold-tier presentation summary for https://www.wreckmatch.com/blog/what-to-do-after-a-car-accident-in-virginia-beach-virginia-top-city-guide-2026-06-16.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