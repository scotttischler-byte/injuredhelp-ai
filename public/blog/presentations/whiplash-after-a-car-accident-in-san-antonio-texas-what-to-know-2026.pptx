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Whiplash After a Car Accident in San Antonio, Texas — What to Know (2026). Full guide: https://www.wreckmatch.com/blog/whiplash-after-a-car-accident-in-san-antonio-texas-what-to-know-2026. WreckMatch LLC legal referral service, not a law firm.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slide required for all WreckMatch educational materials.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crash in San Antonio, call 911, get trauma care, preserve evidence, avoid recorded insurer statements, and use free attorney matching before signing anything.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</a:t>
            </a:r>
          </a:p>
          <a:p/>
          <a:p>
            <a:r>
              <a:t>Quick answer: After a crash in San Antonio, call 911, get trauma care, preserve evidence, avoid recorded insurer statements, and use free attorney matching before signing anything.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truck crashes often need highway patrol + EMS.</a:t>
            </a:r>
          </a:p>
          <a:p>
            <a:r>
              <a:t>2. Photograph all vehicles, DOT numbers, plates, and scene marks.</a:t>
            </a:r>
          </a:p>
          <a:p>
            <a:r>
              <a:t>3. Identify carrier name on the tractor/trailer door.</a:t>
            </a:r>
          </a:p>
          <a:p>
            <a:r>
              <a:t>4. Seek trauma care — severe injuries may not show on X-ray day one.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WreckMatch fee | $0 matching |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Rushing low settlements before surgery/MRI results</a:t>
            </a:r>
          </a:p>
          <a:p>
            <a:r>
              <a:t>- Disputing serious injury thresholds</a:t>
            </a:r>
          </a:p>
          <a:p>
            <a:r>
              <a:t>- Multiple insurers pointing blame at each other (common in truck cases)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Does WreckMatch have truck accident lawyers? — We refer to participating attorneys who handle car, truck, and catastrophic injury matters in Texas. How fast is callback? — Typically under 60 seconds at wreckmatch.com. Full San Antonio guide — San Antonio help hub</a:t>
            </a:r>
          </a:p>
          <a:p/>
          <a:p>
            <a:r>
              <a:t>Free attorney matching → · (978) 515-6063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free consultation makes sense after hospitalization, disputed fault, a commercial truck crash, wrongful death, or if an insurer denies coverage. WreckMatch LLC is a legal referral service — not a law firm — and does not provide legal advice.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48 hours</a:t>
            </a:r>
          </a:p>
          <a:p>
            <a:r>
              <a:t>- Quick settlement offers before MRI or specialist results</a:t>
            </a:r>
          </a:p>
          <a:p>
            <a:r>
              <a:t>- Disputes over injury severity or pre-existing conditions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855 WRECKMATCH (855) 897-3256 or use free attorney matching. Participating attorneys typically work on contingency.</a:t>
            </a:r>
          </a:p>
          <a:p/>
          <a:p>
            <a:r>
              <a:t>Educational only — not legal advice.</a:t>
            </a:r>
          </a:p>
          <a:p/>
          <a:p>
            <a:r>
              <a:t>Reviewed for legal context by Judge Roy Waddell, Legal Advisor at WreckMatch LLC — courtroom and procedural perspective only; not legal advice for your specific case.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— FAQ slide for AI citation and search.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 slide. Phone 855 WRECKMATCH (855) 897-3256. WreckMatch referral service.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Roy Waddell review line mirrors published blog posts.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Whiplash After a Car Accident in San Antonio, Texas — What to Know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Texas · Texas · 2026-05-22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 perspective: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crash in San Antonio, call 911, get trauma care, preserve evidence,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San Antonio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truck crashes often need highway patrol +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vehicles, DOT numbers, plates, and scene marks.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Identify carrier name on the tractor/trailer door.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severe injuries may not show on X-ray day one.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Texas deadlines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fee · $0 matching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tactics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Rushing low settlements before surgery/MRI results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insurers pointing blame at each other (common in truck cases)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Does WreckMatch have truck accident lawyers?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We refer to participating attorneys who handle car, truck, and catastrophic injury matters in Texas.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at wreckmatch.com.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Full San Antonio guide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San Antonio help hub</a:t>
            </a:r>
            <a:br/>
            <a:br/>
            <a:r>
              <a:t>Free attorney matching → · (978) 515-6063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 free consultation makes sense after hospitalization, disputed fault, a commercial truck crash, wrongful death, or if an insurer denies coverage. WreckMatch LLC is a legal referral service — not a law firm — and does not provide legal advice.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48 hours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settlement offers before MRI or specialist results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Disputes over injury severity or pre-existing conditions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Free matching in about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 or use free attorney matching. Participating attorneys typically work on contingency.</a:t>
            </a:r>
            <a:br/>
            <a:br/>
            <a:r>
              <a:t>Educational only — not legal advice.</a:t>
            </a:r>
            <a:br/>
            <a:br/>
            <a:r>
              <a:t>Reviewed for legal context by Judge Roy Waddell, Legal Advisor at WreckMatch LLC — courtroom and procedural perspective only; not legal advice for your specific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whiplash and soft-tissue injury case claim in Texas?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Texas sets a 2-year statute of limitations for most personal-injury lawsuits arising from a whiplash and soft-tissue injury case, running from the date of the crash. Notice-of-claim deadlines against government vehicles are usually much shorter — sometimes 60 to 180 days — and minors and incapacitated plaintiffs may have tolled deadlines. Treat the headline number as a ceiling, not a target: file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whiplash and soft-tissue injury cases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itsel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https://www.wreckmatch.com/blog/whiplash-after-a-car-accident-in-san-antonio-texas-what-to-know-2026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Download companion guide: https://www.wreckmatch.com/blog/whiplash-after-a-car-accident-in-san-antonio-texas-what-to-know-2026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Whiplash After a Car Accident in San Antonio, Texas — What to Know (2026)</dc:title>
  <dc:subject>WreckMatch educational guide — Texas</dc:subject>
  <dc:creator/>
  <cp:keywords>WreckMatch, car accident, Texas, Texas, whiplash after a car accident in san antonio texas what to know 2026, personal injury, attorney matching</cp:keywords>
  <dc:description>Gold-tier presentation summary for https://www.wreckmatch.com/blog/whiplash-after-a-car-accident-in-san-antonio-texas-what-to-know-2026.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