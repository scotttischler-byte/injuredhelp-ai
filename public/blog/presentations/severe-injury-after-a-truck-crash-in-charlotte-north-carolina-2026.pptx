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Charlotte, North Carolina (2026). Full guide: https://www.wreckmatch.com/blog/severe-injury-after-a-truck-crash-in-charlotte-north-carolina-2026.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Charlotte, North Carolina,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North Carolina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SemiTruckMatch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North Carolina.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Charlotte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North Carolina fast facts: 3-year statute of limitations · Contributory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North Carolina,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North Carolina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North Carolina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North Carolina is an at-fault state. The at-fault driver's liability insurance is the primary source of recovery, and you can pursue compensation for medical bills, lost wages, and pa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Charlotte, North Carolina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North Carolina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Charlotte, North Carolina,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Charlotte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North Carolina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Charlotte?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North Carolina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North Carolina.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North Carolina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North Carolina,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North Carolina?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North Carolina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https://www.wreckmatch.com/blog/severe-injury-after-a-truck-crash-in-charlotte-north-carolina-2026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https://www.wreckmatch.com/blog/severe-injury-after-a-truck-crash-in-charlotte-north-carolina-2026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Charlotte, North Carolina (2026)</dc:title>
  <dc:subject>WreckMatch educational guide — Severe Injury</dc:subject>
  <dc:creator/>
  <cp:keywords>WreckMatch, car accident, North Carolina, Severe Injury, severe injury after a truck crash in charlotte north carolina 2026, personal injury, attorney matching</cp:keywords>
  <dc:description>Gold-tier presentation summary for https://www.wreckmatch.com/blog/severe-injury-after-a-truck-crash-in-charlotte-north-carolina-2026.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