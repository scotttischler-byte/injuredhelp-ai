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New Orleans, Louisiana — Top City Guide (2026-07-29). Full guide: https://www.wreckmatch.com/blog/what-to-do-after-a-car-accident-in-new-orleans-louisiana-top-city-guide-2026-07-29.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New Orleans, Louisiana,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1 year (many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Louisiana.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New Orleans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Louisiana fast facts: 1-year statute of limitations · Pure comparative fault rule · 15/30/25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Louisiana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Louisiana is 15/30/25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Louisiana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Louisiana,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New Orleans, Louisiana — Top City Guide (2026-07-29)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Louisiana · 2026-07-29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New Orleans, Louisiana,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New Orleans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New Orleans?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1 year (many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Louisiana.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Louisiana?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Louisiana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https://www.wreckmatch.com/blog/what-to-do-after-a-car-accident-in-new-orleans-louisiana-top-city-guide-2026-07-29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https://www.wreckmatch.com/blog/what-to-do-after-a-car-accident-in-new-orleans-louisiana-top-city-guide-2026-07-29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New Orleans, Louisiana — Top City Guide (2026-07-29)</dc:title>
  <dc:subject>WreckMatch educational guide — Truck Accidents</dc:subject>
  <dc:creator/>
  <cp:keywords>WreckMatch, car accident, Louisiana, Truck Accidents, what to do after a car accident in new orleans louisiana top city guide 2026 07 29, personal injury, attorney matching</cp:keywords>
  <dc:description>Gold-tier presentation summary for https://www.wreckmatch.com/blog/what-to-do-after-a-car-accident-in-new-orleans-louisiana-top-city-guide-2026-07-29.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