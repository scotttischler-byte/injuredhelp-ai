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Houston (2026). Full guide: https://www.wreckmatch.com/blog/houston-car-accident-what-to-do-2026.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Houston crash: call 911 if injured, document the scene, get medical care within 24 hours, do not give a recorded insurance statement before speaking with counsel, and use free attorney matching.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Houston reports roughly 66,000+ crashes per year — the highest volume in Texas. Fatalities often exceed 300 annually in the greater metro. High-risk roads include I-45, I-10, Beltway 8, and US-59.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complete 2026 guide (tables, FAQs, JSON-LD, insurance tactics):</a:t>
            </a:r>
          </a:p>
          <a:p/>
          <a:p>
            <a:r>
              <a:t>Houston car accident help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injury claims must be filed within two years — confirm with a licensed Texas attorney.</a:t>
            </a:r>
          </a:p>
          <a:p/>
          <a:p>
            <a:r>
              <a:t>Get matched in Houston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Houston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Houston crash: call 911 if injured, document the scene, get medical care within 24 hours, do not give a recorded insurance statement before speaking with counsel, and use free attorney matching.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Houston crash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Houston reports roughly 66,000+ crashes per year — the highest volume in Texas. Fatalities often exceed 300 annually in the greater metro. High-risk roads include I-45, I-10, Beltway 8, and US-59.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Full Houston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For the complete 2026 guide (tables, FAQs, JSON-LD, insurance tactics):</a:t>
            </a:r>
            <a:br/>
            <a:br/>
            <a:r>
              <a:t>Houston car accident help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Most injury claims must be filed within two years — confirm with a licensed Texas attorney.</a:t>
            </a:r>
            <a:br/>
            <a:br/>
            <a:r>
              <a:t>Get matched in Houston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https://www.wreckmatch.com/blog/houston-car-accident-what-to-do-2026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https://www.wreckmatch.com/blog/houston-car-accident-what-to-do-2026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Houston (2026)</dc:title>
  <dc:subject>WreckMatch educational guide — Texas</dc:subject>
  <dc:creator/>
  <cp:keywords>WreckMatch, car accident, Texas, Texas, houston car accident what to do 2026, personal injury, attorney matching</cp:keywords>
  <dc:description>Gold-tier presentation summary for https://www.wreckmatch.com/blog/houston-car-accident-what-to-do-2026.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