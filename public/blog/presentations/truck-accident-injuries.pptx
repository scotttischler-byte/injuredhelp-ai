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Injuries — What Victims Need to Know. Full guide: https://www.wreckmatch.com/blog/truck-accident-injuries.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safest move after any serious crash is to get medical care, preserve photos and witness info, avoid recorded insurer statements, and speak with licensed counsel in your state before signing releases.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Tractors and trailers carry higher policy limits but also complex liability (driver, carrier, broker, loader). Federal FMCSA rules on hours, maintenance, and logging may apply.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Traumatic brain injury and concussions  </a:t>
            </a:r>
          </a:p>
          <a:p>
            <a:r>
              <a:t>- Spinal cord and neck/back injuries  </a:t>
            </a:r>
          </a:p>
          <a:p>
            <a:r>
              <a:t>- Crush injuries and amputations  </a:t>
            </a:r>
          </a:p>
          <a:p>
            <a:r>
              <a:t>- Wrongful death claims for families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Dashcam and intersection video  </a:t>
            </a:r>
          </a:p>
          <a:p>
            <a:r>
              <a:t>- Driver logbooks and ELD data  </a:t>
            </a:r>
          </a:p>
          <a:p>
            <a:r>
              <a:t>- Black box / ECM downloads  </a:t>
            </a:r>
          </a:p>
          <a:p>
            <a:r>
              <a:t>- Cargo loading records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may deal with the motor carrier, cab insurer, trailer insurer, and your own UM/UIM. Early legal help can send spoliation letters so data is not destroyed.</a:t>
            </a:r>
          </a:p>
          <a:p/>
          <a:p>
            <a:r>
              <a:t>Free attorney matching: WreckMatch form · (978) 515-6063 · Atlanta car accident help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Injuries — What Victims Need to Know</a:t>
            </a:r>
          </a:p>
          <a:p>
            <a:pPr>
              <a:spcBef>
                <a:spcPts val="1200"/>
              </a:spcBef>
              <a:defRPr sz="1600">
                <a:solidFill>
                  <a:srgbClr val="94A3B8"/>
                </a:solidFill>
              </a:defRPr>
            </a:pPr>
            <a:r>
              <a:t>Truck Accidents · 2026-05-17T00:00:00.000Z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The safest move after any serious crash is to get medical care, preserve photos and witness info, avoid recorded insurer statements, and speak with licensed counsel in your state before signing releases.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truck cases are different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Tractors and trailers carry higher policy limits but also complex liability (driver, carrier, broker, loader). Federal FMCSA rules on hours, maintenance, and logging may apply.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Common injuries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Traumatic brain injury and concussions</a:t>
            </a:r>
          </a:p>
          <a:p>
            <a:pPr>
              <a:spcAft>
                <a:spcPts val="800"/>
              </a:spcAft>
              <a:defRPr sz="1500">
                <a:solidFill>
                  <a:srgbClr val="94A3B8"/>
                </a:solidFill>
              </a:defRPr>
            </a:pPr>
            <a:r>
              <a:t>Spinal cord and neck/back injuries</a:t>
            </a:r>
          </a:p>
          <a:p>
            <a:pPr>
              <a:spcAft>
                <a:spcPts val="800"/>
              </a:spcAft>
              <a:defRPr sz="1500">
                <a:solidFill>
                  <a:srgbClr val="94A3B8"/>
                </a:solidFill>
              </a:defRPr>
            </a:pPr>
            <a:r>
              <a:t>Crush injuries and amputations</a:t>
            </a:r>
          </a:p>
          <a:p>
            <a:pPr>
              <a:spcAft>
                <a:spcPts val="800"/>
              </a:spcAft>
              <a:defRPr sz="1500">
                <a:solidFill>
                  <a:srgbClr val="94A3B8"/>
                </a:solidFill>
              </a:defRPr>
            </a:pPr>
            <a:r>
              <a:t>Wrongful death claims for families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Evidence to preserve quickly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Dashcam and intersection video</a:t>
            </a:r>
          </a:p>
          <a:p>
            <a:pPr>
              <a:spcAft>
                <a:spcPts val="800"/>
              </a:spcAft>
              <a:defRPr sz="1500">
                <a:solidFill>
                  <a:srgbClr val="94A3B8"/>
                </a:solidFill>
              </a:defRPr>
            </a:pPr>
            <a:r>
              <a:t>Driver logbooks and ELD data</a:t>
            </a:r>
          </a:p>
          <a:p>
            <a:pPr>
              <a:spcAft>
                <a:spcPts val="800"/>
              </a:spcAft>
              <a:defRPr sz="1500">
                <a:solidFill>
                  <a:srgbClr val="94A3B8"/>
                </a:solidFill>
              </a:defRPr>
            </a:pPr>
            <a:r>
              <a:t>Black box / ECM downloads</a:t>
            </a:r>
          </a:p>
          <a:p>
            <a:pPr>
              <a:spcAft>
                <a:spcPts val="800"/>
              </a:spcAft>
              <a:defRPr sz="1500">
                <a:solidFill>
                  <a:srgbClr val="94A3B8"/>
                </a:solidFill>
              </a:defRPr>
            </a:pPr>
            <a:r>
              <a:t>Cargo loading records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layers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You may deal with the motor carrier, cab insurer, trailer insurer, and your own UM/UIM. Early legal help can send spoliation letters so data is not destroyed.</a:t>
            </a:r>
            <a:br/>
            <a:br/>
            <a:r>
              <a:t>Free attorney matching: WreckMatch form · (978) 515-6063 · Atlanta car accident help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your state?</a:t>
            </a:r>
          </a:p>
          <a:p>
            <a:pPr>
              <a:spcAft>
                <a:spcPts val="800"/>
              </a:spcAft>
              <a:defRPr sz="1500">
                <a:solidFill>
                  <a:srgbClr val="94A3B8"/>
                </a:solidFill>
              </a:defRPr>
            </a:pPr>
            <a:r>
              <a:t>A: your state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https://www.wreckmatch.com/blog/truck-accident-injuries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https://www.wreckmatch.com/blog/truck-accident-injuries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Injuries — What Victims Need to Know</dc:title>
  <dc:subject>WreckMatch educational guide — Truck Accidents</dc:subject>
  <dc:creator/>
  <cp:keywords>WreckMatch, car accident, Truck Accidents, truck accident injuries, personal injury, attorney matching</cp:keywords>
  <dc:description>Gold-tier presentation summary for https://www.wreckmatch.com/blog/truck-accident-injuries.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