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7 Costly Car Accident Mistakes in Newark, New Jersey (2026). Full guide: https://www.wreckmatch.com/blog/7-costly-car-accident-mistakes-in-newark-new-jersey-2026.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Newark, New Jersey,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New Jersey are not outgunned. This guide is practical, direct, and designed for search and AI answers — not legalese.</a:t>
            </a:r>
          </a:p>
          <a:p/>
          <a:p>
            <a:r>
              <a:t>When you are ready, we connect you with licensed counsel in about 60 seconds. WreckMatch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WreckMatch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WreckMatch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WreckMatch a law firm? — No. WreckMatch LLC is a legal referral service — not a law firm. We connect injured people with participating attorneys who handle truck and catastrophic injury cases in New Jersey.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Newark car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New Jersey fast facts: 2-year statute of limitations · Modified comparative fault rule · 15/30/5 (PIP)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New Jersey,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New Jersey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New Jersey is 15/30/5 (PIP) (bodily injury per person / per accident / property damage). For serious crashes those minimums are routinely exhausted in days, which is why uninsured/underinsured-motorist (UM/UIM) coverage on your own policy matters so much.</a:t>
            </a:r>
          </a:p>
          <a:p/>
          <a:p>
            <a:r>
              <a:t>New Jersey is a no-fault state, meaning your own Personal Injury Protection (PIP) coverage typically pays your initial medical bills regardless of fault. You can usually pursue the at-fault driver only after crossing a "serious injury" threshold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Newark, car accident cases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phone numbers. Witnes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7 Costly Car Accident Mistakes in Newark, New Jersey (2026)</a:t>
            </a:r>
          </a:p>
          <a:p>
            <a:pPr>
              <a:spcBef>
                <a:spcPts val="1200"/>
              </a:spcBef>
              <a:defRPr sz="1600">
                <a:solidFill>
                  <a:srgbClr val="94A3B8"/>
                </a:solidFill>
              </a:defRPr>
            </a:pPr>
            <a:r>
              <a:t>New Jersey · New Jersey · 2026-06-04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Newark, New Jersey,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Newark</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New Jersey are not outgunned. This gui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Newark?</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Jersey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WreckMatch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WreckMatch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WreckMatch a law firm?</a:t>
            </a:r>
          </a:p>
          <a:p>
            <a:pPr>
              <a:spcAft>
                <a:spcPts val="800"/>
              </a:spcAft>
              <a:defRPr sz="1500">
                <a:solidFill>
                  <a:srgbClr val="94A3B8"/>
                </a:solidFill>
              </a:defRPr>
            </a:pPr>
            <a:r>
              <a:t>A: No. WreckMatch LLC is a legal referral service — not a law firm. We connect injured people with participating attorneys who handle truck and catastrophic injury cases in New Jersey.</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Jersey legal context for car accident cases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New Jersey,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car accident case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car accident case claim in New Jersey?</a:t>
            </a:r>
          </a:p>
          <a:p>
            <a:pPr>
              <a:spcAft>
                <a:spcPts val="800"/>
              </a:spcAft>
              <a:defRPr sz="1500">
                <a:solidFill>
                  <a:srgbClr val="94A3B8"/>
                </a:solidFill>
              </a:defRPr>
            </a:pPr>
            <a:r>
              <a:t>A: New Jersey sets a 2-year statute of limitations for most personal-injury lawsuits arising from a car accident case, running from the date of the crash. Notice-of-claim deadlines against government vehicles are usually much shorter — sometimes 60 to 180 days — and minors and incapacitated plaintiffs may have tolled deadlines. Treat the headline number as a ceiling, not a target: file or consult an </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car accident cases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is a legal referral serv</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https://www.wreckmatch.com/blog/7-costly-car-accident-mistakes-in-newark-new-jersey-2026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https://www.wreckmatch.com/blog/7-costly-car-accident-mistakes-in-newark-new-jersey-2026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7 Costly Car Accident Mistakes in Newark, New Jersey (2026)</dc:title>
  <dc:subject>WreckMatch educational guide — New Jersey</dc:subject>
  <dc:creator/>
  <cp:keywords>WreckMatch, car accident, New Jersey, New Jersey, 7 costly car accident mistakes in newark new jersey 2026, personal injury, attorney matching</cp:keywords>
  <dc:description>Gold-tier presentation summary for https://www.wreckmatch.com/blog/7-costly-car-accident-mistakes-in-newark-new-jersey-2026.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