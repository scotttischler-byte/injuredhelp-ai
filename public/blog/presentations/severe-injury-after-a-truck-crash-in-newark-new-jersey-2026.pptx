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Newark, New Jersey (2026). Full guide: https://www.wreckmatch.com/blog/severe-injury-after-a-truck-crash-in-newark-new-jersey-2026.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Newark, New Jersey,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New Jersey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New Jersey.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Newark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New Jersey fast facts: 2-year statute of limitations · Modified comparative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New Jersey,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New Jersey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New Jersey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New Jersey is a no-fault state, meaning your own Personal Injury Protection (PIP) coverage typically pays your initial medical bills regardless of fault. You can usually pursue the at-fault driver only after crossing a "serious injury" threshold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Newark, New Jersey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New Jersey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Newark, New Jersey,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Newark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New Jersey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Newark?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Jersey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New Jersey.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Jersey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New Jersey,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New Jersey?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New Jersey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https://www.wreckmatch.com/blog/severe-injury-after-a-truck-crash-in-newark-new-jersey-2026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https://www.wreckmatch.com/blog/severe-injury-after-a-truck-crash-in-newark-new-jersey-2026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Newark, New Jersey (2026)</dc:title>
  <dc:subject>WreckMatch educational guide — Severe Injury</dc:subject>
  <dc:creator/>
  <cp:keywords>WreckMatch, car accident, New Jersey, Severe Injury, severe injury after a truck crash in newark new jersey 2026, personal injury, attorney matching</cp:keywords>
  <dc:description>Gold-tier presentation summary for https://www.wreckmatch.com/blog/severe-injury-after-a-truck-crash-in-newark-new-jersey-2026.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