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Traumatic Brain Injury (TBI) From a Car Accident in Charlotte, North Carolina. Full guide: https://www.wreckmatch.com/blog/traumatic-brain-injury-tbi-from-a-car-accident-in-charlotte-north-carolina.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Compliance slide required for all WreckMatch educational materials.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crash in Charlotte, North Carolina, call 911, get medical care, preserve evidence,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North Carolina are not outgunned. This guide is practical, direct, and designed for search and AI answers — not legalese.</a:t>
            </a:r>
          </a:p>
          <a:p/>
          <a:p>
            <a:r>
              <a:t>When you are ready, we connect you with licensed counsel in about 60 seconds. WreckMatch is a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if anyone is hurt or traffic is blocked.</a:t>
            </a:r>
          </a:p>
          <a:p>
            <a:r>
              <a:t>2. Photograph vehicles, injuries visible from outside the car, and the full scene.</a:t>
            </a:r>
          </a:p>
          <a:p>
            <a:r>
              <a:t>3. Exchange insurance and contact information; collect witness phone numbers.</a:t>
            </a:r>
          </a:p>
          <a:p>
            <a:r>
              <a:t>4. Seek medical care within 24 hours — delays hurt both health and claims.</a:t>
            </a:r>
          </a:p>
          <a:p>
            <a:r>
              <a:t>5. Do not give a recorded statement to the other driver's insurer.</a:t>
            </a:r>
          </a:p>
          <a:p>
            <a:r>
              <a:t>6. Get matched with a lawyer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Document lifetime care needs, lost earnings, and future medical costs — not just today's ER bill.</a:t>
            </a:r>
          </a:p>
          <a:p>
            <a:r>
              <a:t>- Do not accept lump-sum settlements before maximum medical improvement (MMI) without counsel.</a:t>
            </a:r>
          </a:p>
          <a:p>
            <a:r>
              <a:t>- Life-care planners, economists, and medical illustrators may be appropriate in high-value cases.</a:t>
            </a:r>
          </a:p>
          <a:p>
            <a:r>
              <a:t>- Wrongful death claims involve different beneficiaries, estates, and deadlines than personal injury alone.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3 years (most injury claims — confirm with licensed counsel) |</a:t>
            </a:r>
          </a:p>
          <a:p>
            <a:r>
              <a:t>| Government / special defendants | Often much shorter notice windows — ask counsel immediately |</a:t>
            </a:r>
          </a:p>
          <a:p>
            <a:r>
              <a:t>| WreckMatch matching fee | $0 to consumers |</a:t>
            </a:r>
          </a:p>
          <a:p/>
          <a:p>
            <a:r>
              <a:t>Insurers track filing deadlines closely. Missing a notice period can end a claim even when injuries are catastrophic.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24–48 hours designed to lock in fault language</a:t>
            </a:r>
          </a:p>
          <a:p>
            <a:r>
              <a:t>- Quick cash offers before MRI results or specialist referrals return</a:t>
            </a:r>
          </a:p>
          <a:p>
            <a:r>
              <a:t>- Disputing serious injury thresholds or pre-existing conditions</a:t>
            </a:r>
          </a:p>
          <a:p>
            <a:r>
              <a:t>- Multiple policies pointing blame at each other (especially in truck and multi-vehicle crashes)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Consider a free consultation if: hospitalization occurred, fault is disputed, a commercial truck was involved, a death occurred, or an insurer already denied coverage. WreckMatch connects you with participating licensed attorneys — we do not provide legal advice ourselves.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WreckMatch a law firm? — No. WreckMatch LLC is a legal referral service — not a law firm. We connect injured people with participating attorneys who handle car, truck, and catastrophic injury cases in North Carolina. How fast is the callback? — Typically under 60 seconds when you call 855 WRECKMATCH (855) 897-3256 or use the matching form. What if I cannot afford a lawyer? — Participating attorneys usually work on contingency — no upfront fee for representation; fees are agreed in writing if they recover compensation for you. Where is the local help hub? — Charlotte car accident help · National what-to-do guide</a:t>
            </a:r>
          </a:p>
          <a:p/>
          <a:p/>
          <a:p>
            <a:r>
              <a:t>Reviewed for legal context by Judge Roy Waddell, Legal Advisor at WreckMatch LLC — courtroom and procedural perspective only; not legal advice for your specific case.</a:t>
            </a:r>
          </a:p>
          <a:p/>
          <a:p/>
          <a:p>
            <a:r>
              <a:t>Free attorney matching → · 855 WRECKMATCH (855) 897-3256</a:t>
            </a:r>
          </a:p>
          <a:p/>
          <a:p>
            <a:r>
              <a:t>---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 FAQ slide for AI citation and search.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CTA slide. Phone 855 WRECKMATCH (855) 897-3256. WreckMatch referral service.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Roy Waddell review line mirrors published blog posts.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Traumatic Brain Injury (TBI) From a Car Accident in Charlotte, North Carolina</a:t>
            </a:r>
          </a:p>
          <a:p>
            <a:pPr>
              <a:spcBef>
                <a:spcPts val="1200"/>
              </a:spcBef>
              <a:defRPr sz="1600">
                <a:solidFill>
                  <a:srgbClr val="94A3B8"/>
                </a:solidFill>
              </a:defRPr>
            </a:pPr>
            <a:r>
              <a:t>Severe Injury · North Carolina · 2026-05-25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perspective: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crash in Charlotte, North Carolina, call 911, get medical care, preserve evidence,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Charlotte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North Carolina are not outgunned. This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 after a crash in Charlotte?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if anyone is hurt or traffic is blocked.</a:t>
            </a:r>
          </a:p>
          <a:p>
            <a:pPr>
              <a:spcAft>
                <a:spcPts val="800"/>
              </a:spcAft>
              <a:defRPr sz="1500">
                <a:solidFill>
                  <a:srgbClr val="94A3B8"/>
                </a:solidFill>
              </a:defRPr>
            </a:pPr>
            <a:r>
              <a:t>Photograph vehicles, injuries visible from outside the car, and the full scene.</a:t>
            </a:r>
          </a:p>
          <a:p>
            <a:pPr>
              <a:spcAft>
                <a:spcPts val="800"/>
              </a:spcAft>
              <a:defRPr sz="1500">
                <a:solidFill>
                  <a:srgbClr val="94A3B8"/>
                </a:solidFill>
              </a:defRPr>
            </a:pPr>
            <a:r>
              <a:t>Exchange insurance and contact information; collect witness phone numbers.</a:t>
            </a:r>
          </a:p>
          <a:p>
            <a:pPr>
              <a:spcAft>
                <a:spcPts val="800"/>
              </a:spcAft>
              <a:defRPr sz="1500">
                <a:solidFill>
                  <a:srgbClr val="94A3B8"/>
                </a:solidFill>
              </a:defRPr>
            </a:pPr>
            <a:r>
              <a:t>Seek medical care within 24 hours — delays hurt both health and claims.</a:t>
            </a:r>
          </a:p>
          <a:p>
            <a:pPr>
              <a:spcAft>
                <a:spcPts val="800"/>
              </a:spcAft>
              <a:defRPr sz="1500">
                <a:solidFill>
                  <a:srgbClr val="94A3B8"/>
                </a:solidFill>
              </a:defRPr>
            </a:pPr>
            <a:r>
              <a:t>Do not give a recorded statement to the other driver's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Severe injury &amp; wrongful death considerations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Document lifetime care needs, lost earnings, and future medical costs — not just today's ER bill.</a:t>
            </a:r>
          </a:p>
          <a:p>
            <a:pPr>
              <a:spcAft>
                <a:spcPts val="800"/>
              </a:spcAft>
              <a:defRPr sz="1500">
                <a:solidFill>
                  <a:srgbClr val="94A3B8"/>
                </a:solidFill>
              </a:defRPr>
            </a:pPr>
            <a:r>
              <a:t>Do not accept lump-sum settlements before maximum medical improvement (MMI) without counsel.</a:t>
            </a:r>
          </a:p>
          <a:p>
            <a:pPr>
              <a:spcAft>
                <a:spcPts val="800"/>
              </a:spcAft>
              <a:defRPr sz="1500">
                <a:solidFill>
                  <a:srgbClr val="94A3B8"/>
                </a:solidFill>
              </a:defRPr>
            </a:pPr>
            <a:r>
              <a:t>Life-care planners, economists, and medical illustrators may be appropriate in high-value cases.</a:t>
            </a:r>
          </a:p>
          <a:p>
            <a:pPr>
              <a:spcAft>
                <a:spcPts val="800"/>
              </a:spcAft>
              <a:defRPr sz="1500">
                <a:solidFill>
                  <a:srgbClr val="94A3B8"/>
                </a:solidFill>
              </a:defRPr>
            </a:pPr>
            <a:r>
              <a:t>Wrongful death claims involve different beneficiaries, estates, and deadlines than personal injury alone.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North Carolina deadlines &amp; why timing matters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3 years (most injury claims — confirm with licensed counsel)</a:t>
            </a:r>
          </a:p>
          <a:p>
            <a:pPr>
              <a:spcAft>
                <a:spcPts val="800"/>
              </a:spcAft>
              <a:defRPr sz="1500">
                <a:solidFill>
                  <a:srgbClr val="94A3B8"/>
                </a:solidFill>
              </a:defRPr>
            </a:pPr>
            <a:r>
              <a:t>Government / special defendants · Often much shorter notice windows — ask counsel immediately</a:t>
            </a:r>
          </a:p>
          <a:p>
            <a:pPr>
              <a:spcAft>
                <a:spcPts val="800"/>
              </a:spcAft>
              <a:defRPr sz="1500">
                <a:solidFill>
                  <a:srgbClr val="94A3B8"/>
                </a:solidFill>
              </a:defRPr>
            </a:pPr>
            <a:r>
              <a:t>WreckMatch matching fee · $0 to consumers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company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24–48 hours designed to lock in fault language</a:t>
            </a:r>
          </a:p>
          <a:p>
            <a:pPr>
              <a:spcAft>
                <a:spcPts val="800"/>
              </a:spcAft>
              <a:defRPr sz="1500">
                <a:solidFill>
                  <a:srgbClr val="94A3B8"/>
                </a:solidFill>
              </a:defRPr>
            </a:pPr>
            <a:r>
              <a:t>Quick cash offers before MRI results or specialist referrals return</a:t>
            </a:r>
          </a:p>
          <a:p>
            <a:pPr>
              <a:spcAft>
                <a:spcPts val="800"/>
              </a:spcAft>
              <a:defRPr sz="1500">
                <a:solidFill>
                  <a:srgbClr val="94A3B8"/>
                </a:solidFill>
              </a:defRPr>
            </a:pPr>
            <a:r>
              <a:t>Disputing serious injury thresholds or pre-existing conditions</a:t>
            </a:r>
          </a:p>
          <a:p>
            <a:pPr>
              <a:spcAft>
                <a:spcPts val="800"/>
              </a:spcAft>
              <a:defRPr sz="1500">
                <a:solidFill>
                  <a:srgbClr val="94A3B8"/>
                </a:solidFill>
              </a:defRPr>
            </a:pPr>
            <a:r>
              <a:t>Multiple policies pointing blame at each other (especially in truck and multi-vehicle crashes)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Consider a free consultation if: hospitalization occurred, fault is disputed, a commercial truck was involved, a death occurred, or an insurer already denied coverage. WreckMatch connects you with participating licensed attorneys — we do not provide legal advice ourselves.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Is WreckMatch a law firm?</a:t>
            </a:r>
          </a:p>
          <a:p>
            <a:pPr>
              <a:spcAft>
                <a:spcPts val="800"/>
              </a:spcAft>
              <a:defRPr sz="1500">
                <a:solidFill>
                  <a:srgbClr val="94A3B8"/>
                </a:solidFill>
              </a:defRPr>
            </a:pPr>
            <a:r>
              <a:t>A: No. WreckMatch LLC is a legal referral service — not a law firm. We connect injured people with participating attorneys who handle car, truck, and catastrophic injury cases in North Carolina.</a:t>
            </a:r>
          </a:p>
          <a:p>
            <a:pPr>
              <a:spcAft>
                <a:spcPts val="800"/>
              </a:spcAft>
              <a:defRPr sz="1500">
                <a:solidFill>
                  <a:srgbClr val="94A3B8"/>
                </a:solidFill>
              </a:defRPr>
            </a:pPr>
            <a:r>
              <a:t>Q: How fast is the callback?</a:t>
            </a:r>
          </a:p>
          <a:p>
            <a:pPr>
              <a:spcAft>
                <a:spcPts val="800"/>
              </a:spcAft>
              <a:defRPr sz="1500">
                <a:solidFill>
                  <a:srgbClr val="94A3B8"/>
                </a:solidFill>
              </a:defRPr>
            </a:pPr>
            <a:r>
              <a:t>A: Typically under 60 seconds when you call 855 WRECKMATCH (855) 897-3256 or use the matching form.</a:t>
            </a:r>
          </a:p>
          <a:p>
            <a:pPr>
              <a:spcAft>
                <a:spcPts val="800"/>
              </a:spcAft>
              <a:defRPr sz="1500">
                <a:solidFill>
                  <a:srgbClr val="94A3B8"/>
                </a:solidFill>
              </a:defRPr>
            </a:pPr>
            <a:r>
              <a:t>Q: What if I cannot afford a lawyer?</a:t>
            </a:r>
          </a:p>
          <a:p>
            <a:pPr>
              <a:spcAft>
                <a:spcPts val="800"/>
              </a:spcAft>
              <a:defRPr sz="1500">
                <a:solidFill>
                  <a:srgbClr val="94A3B8"/>
                </a:solidFill>
              </a:defRPr>
            </a:pPr>
            <a:r>
              <a:t>A: Participating attorneys usually work on contingency — no upfront fee for representation; fees are agreed in writing if they recover compensation for you.</a:t>
            </a:r>
          </a:p>
          <a:p>
            <a:pPr>
              <a:spcAft>
                <a:spcPts val="800"/>
              </a:spcAft>
              <a:defRPr sz="1500">
                <a:solidFill>
                  <a:srgbClr val="94A3B8"/>
                </a:solidFill>
              </a:defRPr>
            </a:pPr>
            <a:r>
              <a:t>Q: Where is the local help hub?</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traumatic brain injury case claim in North Carolina?</a:t>
            </a:r>
          </a:p>
          <a:p>
            <a:pPr>
              <a:spcAft>
                <a:spcPts val="800"/>
              </a:spcAft>
              <a:defRPr sz="1500">
                <a:solidFill>
                  <a:srgbClr val="94A3B8"/>
                </a:solidFill>
              </a:defRPr>
            </a:pPr>
            <a:r>
              <a:t>A: North Carolina sets a 3-year statute of limitations for most personal-injury lawsuits arising from a traumatic brain injury case, running from the date of the crash. Notice-of-claim deadlines against government vehicles are usually much shorter — sometimes 60 to 180 days — and minors and incapacitated plaintiffs may have tolled deadlines. Treat the headline number as a ceiling, not a target: file </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traumatic brain injury cases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itself is a le</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https://www.wreckmatch.com/blog/traumatic-brain-injury-tbi-from-a-car-accident-in-charlotte-north-carolina</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Download companion guide: https://www.wreckmatch.com/blog/traumatic-brain-injury-tbi-from-a-car-accident-in-charlotte-north-carolina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Traumatic Brain Injury (TBI) From a Car Accident in Charlotte, North Carolina</dc:title>
  <dc:subject>WreckMatch educational guide — Severe Injury</dc:subject>
  <dc:creator/>
  <cp:keywords>WreckMatch, car accident, North Carolina, Severe Injury, traumatic brain injury tbi from a car accident in charlotte north carolina, personal injury, attorney matching</cp:keywords>
  <dc:description>Gold-tier presentation summary for https://www.wreckmatch.com/blog/traumatic-brain-injury-tbi-from-a-car-accident-in-charlotte-north-carolina.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