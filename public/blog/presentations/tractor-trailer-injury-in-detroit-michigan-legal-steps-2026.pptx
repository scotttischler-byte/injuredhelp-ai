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Detroit, Michigan: Legal Steps (2026). Full guide: https://www.wreckmatch.com/blog/tractor-trailer-injury-in-detroit-michigan-legal-steps-2026.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Detroit, Michigan,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Michigan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3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Michigan.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Detroit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Michigan fast facts: 3-year statute of limitations · Modified 51% fault rule · 50/100/10 (PIP)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Michigan,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Michigan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Michigan is 50/100/10 (PIP)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Michigan is a no-fault state, meaning your own Personal Injury Protection (PIP) coverage typically pays your initial medical bills regardless of fault. You can usually pursue the at-fault driver only after crossing a "serious injury" threshold defined by Michigan sta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Detroit, Michigan: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Michigan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Detroit, Michigan,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Detroit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Michigan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Detroit?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Michigan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3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Michigan.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Michigan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Michigan,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Michigan?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Michigan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https://www.wreckmatch.com/blog/tractor-trailer-injury-in-detroit-michigan-legal-steps-2026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https://www.wreckmatch.com/blog/tractor-trailer-injury-in-detroit-michigan-legal-steps-2026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Detroit, Michigan: Legal Steps (2026)</dc:title>
  <dc:subject>WreckMatch educational guide — Truck Accidents</dc:subject>
  <dc:creator/>
  <cp:keywords>WreckMatch, car accident, Michigan, Truck Accidents, tractor trailer injury in detroit michigan legal steps 2026, personal injury, attorney matching</cp:keywords>
  <dc:description>Gold-tier presentation summary for https://www.wreckmatch.com/blog/tractor-trailer-injury-in-detroit-michigan-legal-steps-2026.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