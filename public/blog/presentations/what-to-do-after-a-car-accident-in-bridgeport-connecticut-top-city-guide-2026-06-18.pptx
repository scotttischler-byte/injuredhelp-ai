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Bridgeport, Connecticut — Top City Guide (2026-06-18). Full guide: https://www.wreckmatch.com/blog/what-to-do-after-a-car-accident-in-bridgeport-connecticut-top-city-guide-2026-06-18.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Bridgeport, Connecticut,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Connecticut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Connecticut.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Bridgeport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Connecticut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Connecticut,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Connecticut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Connecticut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Connecticut is an at-fault state. The at-fault driver's liability insurance is the primary source of recovery, and you can pursue compensation for medical bills, lost wages, and pain and sufferi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Bridgeport,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Bridgeport, Connecticut — Top City Guide (2026-06-18)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Connecticut · Connecticut · 2026-06-18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Bridgeport, Connecticut,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Bridgeport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Connecticut are not outgunned. This gu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Bridgeport?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Connecticut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Connecticut.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Connecticut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Connecticut,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Connecticut?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Connecticut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https://www.wreckmatch.com/blog/what-to-do-after-a-car-accident-in-bridgeport-connecticut-top-city-guide-2026-06-18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https://www.wreckmatch.com/blog/what-to-do-after-a-car-accident-in-bridgeport-connecticut-top-city-guide-2026-06-18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Bridgeport, Connecticut — Top City Guide (2026-06-18)</dc:title>
  <dc:subject>WreckMatch educational guide — Connecticut</dc:subject>
  <dc:creator/>
  <cp:keywords>WreckMatch, car accident, Connecticut, Connecticut, what to do after a car accident in bridgeport connecticut top city guide 2026 06 18, personal injury, attorney matching</cp:keywords>
  <dc:description>Gold-tier presentation summary for https://www.wreckmatch.com/blog/what-to-do-after-a-car-accident-in-bridgeport-connecticut-top-city-guide-2026-06-18.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