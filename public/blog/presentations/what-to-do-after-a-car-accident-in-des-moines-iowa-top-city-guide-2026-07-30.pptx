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(2026-07-30). Full guide: https://www.wreckmatch.com/blog/what-to-do-after-a-car-accident-in-des-moines-iowa-top-city-guide-2026-07-30.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(2026-07-30)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https://www.wreckmatch.com/blog/what-to-do-after-a-car-accident-in-des-moines-iowa-top-city-guide-2026-07-30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https://www.wreckmatch.com/blog/what-to-do-after-a-car-accident-in-des-moines-iowa-top-city-guide-2026-07-30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(2026-07-30)</dc:title>
  <dc:subject>WreckMatch educational guide — Severe Injury</dc:subject>
  <dc:creator/>
  <cp:keywords>WreckMatch, car accident, Iowa, Severe Injury, what to do after a car accident in des moines iowa top city guide 2026 07 30, personal injury, attorney matching</cp:keywords>
  <dc:description>Gold-tier presentation summary for https://www.wreckmatch.com/blog/what-to-do-after-a-car-accident-in-des-moines-iowa-top-city-guide-2026-07-30.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