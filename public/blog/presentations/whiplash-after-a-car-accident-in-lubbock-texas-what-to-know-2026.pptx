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Whiplash After a Car Accident in Lubbock, Texas — What to Know (2026). Full guide: https://www.wreckmatch.com/blog/whiplash-after-a-car-accident-in-lubbock-texas-what-to-know-2026. WreckMatch LLC legal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slide required for all WreckMatch educational materials.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crash in Lubbock, Texas, call 911, get medical care, preserve evidence, avoid recorded insurer statements, and use free attorney matching before signing anything.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if anyone is hurt or traffic is blocked.</a:t>
            </a:r>
          </a:p>
          <a:p>
            <a:r>
              <a:t>2. Photograph vehicles, injuries visible from outside the car, and the full scene.</a:t>
            </a:r>
          </a:p>
          <a:p>
            <a:r>
              <a:t>3. Exchange insurance and contact information; collect witness phone numbers.</a:t>
            </a:r>
          </a:p>
          <a:p>
            <a:r>
              <a:t>4. Seek medical care within 24 hours — delays hurt both health and claims.</a:t>
            </a:r>
          </a:p>
          <a:p>
            <a:r>
              <a:t>5. Do not give a recorded statement to the other driver's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car, truck, and catastrophic injury cases in Texas.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Lubbock car accident help · National what-to-do guide</a:t>
            </a:r>
          </a:p>
          <a:p/>
          <a:p/>
          <a:p>
            <a:r>
              <a:t>Reviewed for legal context by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>
            <a:r>
              <a:t>---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— FAQ slide for AI citation and search.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slide. Phone 855 WRECKMATCH (855) 897-3256. WreckMatch referral service.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Roy Waddell review line mirrors published blog posts.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Whiplash After a Car Accident in Lubbock, Texas — What to Know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Texas · Texas · 2026-05-26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 perspective: Kathy Carr, CEO.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crash in Lubbock, Texas, call 911, get medical care, preserve evidence,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Lubbock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crash in Lubbock?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if anyone is hurt or traffic is blocked.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vehicles, injuries visible from outside the car, and the full scene.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Exchange insurance and contact information; collect witness phone numbers.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medical care within 24 hours — delays hurt both health and claims.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the other driver's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Texas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car, truck, and catastrophic injury cases in Texas.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whiplash and soft-tissue injury case claim in Texas?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Texas sets a 2-year statute of limitations for most personal-injury lawsuits arising from a whiplash and soft-tissue injury case, running from the date of the crash. Notice-of-claim deadlines against government vehicles are usually much shorter — sometimes 60 to 180 days — and minors and incapacitated plaintiffs may have tolled deadlines. Treat the headline number as a ceiling, not a target: file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whiplash and soft-tissue injury cases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itsel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https://www.wreckmatch.com/blog/whiplash-after-a-car-accident-in-lubbock-texas-what-to-know-2026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Download companion guide: https://www.wreckmatch.com/blog/whiplash-after-a-car-accident-in-lubbock-texas-what-to-know-2026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Whiplash After a Car Accident in Lubbock, Texas — What to Know (2026)</dc:title>
  <dc:subject>WreckMatch educational guide — Texas</dc:subject>
  <dc:creator/>
  <cp:keywords>WreckMatch, car accident, Texas, Texas, whiplash after a car accident in lubbock texas what to know 2026, personal injury, attorney matching</cp:keywords>
  <dc:description>Gold-tier presentation summary for https://www.wreckmatch.com/blog/whiplash-after-a-car-accident-in-lubbock-texas-what-to-know-2026.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