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Sioux Falls, South Dakota (2026). Full guide: https://www.wreckmatch.com/blog/severe-injury-after-a-car-accident-in-sioux-falls-south-dakota-2026.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Sioux Falls, South Dakota,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South Dakota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South Dakota.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Sioux Falls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South Dakota fast facts: 3-year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South Dakota,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South Dakota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South Dakota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South Dakota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South Dakot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Sioux Falls, South Dakota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South Dakota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Sioux Falls, South Dakota,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Sioux 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South Dakota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Sioux Falls?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South Dakota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South Dakota.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South Dakota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South Dakota,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South Dakota?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South Dakota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https://www.wreckmatch.com/blog/severe-injury-after-a-car-accident-in-sioux-falls-south-dakota-2026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https://www.wreckmatch.com/blog/severe-injury-after-a-car-accident-in-sioux-falls-south-dakota-2026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Sioux Falls, South Dakota (2026)</dc:title>
  <dc:subject>WreckMatch educational guide — Severe Injury</dc:subject>
  <dc:creator/>
  <cp:keywords>WreckMatch, car accident, South Dakota, Severe Injury, severe injury after a car accident in sioux falls south dakota 2026, personal injury, attorney matching</cp:keywords>
  <dc:description>Gold-tier presentation summary for https://www.wreckmatch.com/blog/severe-injury-after-a-car-accident-in-sioux-falls-south-dakota-2026.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