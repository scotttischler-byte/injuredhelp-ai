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Houston, Texas (2026). Full guide: https://www.wreckmatch.com/blog/hit-by-an-uninsured-driver-in-houston-texas-2026.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Houston,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r>
              <a:t>Quick answer: After a crash in Houston,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Houston guide — Houston help hub</a:t>
            </a:r>
          </a:p>
          <a:p/>
          <a:p>
            <a:r>
              <a:t>Free attorney matching → · (978) 515-6063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free consultation makes sense after hospitalization, disputed fault, a commercial truck crash, wrongful death, or if an insurer denies coverage. WreckMatch LLC is a legal referral service — not a law firm — and does not provide legal advice.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48 hours</a:t>
            </a:r>
          </a:p>
          <a:p>
            <a:r>
              <a:t>- Quick settlement offers before MRI or specialist results</a:t>
            </a:r>
          </a:p>
          <a:p>
            <a:r>
              <a:t>- Disputes over injury severity or pre-existing conditions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Call 855 WRECKMATCH (855) 897-3256 or use free attorney matching. Participating attorneys typically work on contingency.</a:t>
            </a:r>
          </a:p>
          <a:p/>
          <a:p>
            <a:r>
              <a:t>Educational only — not legal advice.</a:t>
            </a:r>
          </a:p>
          <a:p/>
          <a:p>
            <a:r>
              <a:t>Reviewed for legal context by Judge Roy Waddell, Legal Advisor at WreckMatch LLC — courtroom and procedural perspective only; not legal advice for your specific case.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Houston, Texas (2026)</a:t>
            </a:r>
          </a:p>
          <a:p>
            <a:pPr>
              <a:spcBef>
                <a:spcPts val="1200"/>
              </a:spcBef>
              <a:defRPr sz="1600">
                <a:solidFill>
                  <a:srgbClr val="94A3B8"/>
                </a:solidFill>
              </a:defRPr>
            </a:pPr>
            <a:r>
              <a:t>Texas · Texas · 2026-05-22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Houston, call 911, get trauma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Houston guide</a:t>
            </a:r>
          </a:p>
          <a:p>
            <a:pPr>
              <a:spcAft>
                <a:spcPts val="800"/>
              </a:spcAft>
              <a:defRPr sz="1500">
                <a:solidFill>
                  <a:srgbClr val="94A3B8"/>
                </a:solidFill>
              </a:defRPr>
            </a:pPr>
            <a:r>
              <a:t>A: Houston help hub</a:t>
            </a:r>
            <a:br/>
            <a:br/>
            <a:r>
              <a:t>Free attorney matching → · (978) 515-6063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 free consultation makes sense after hospitalization, disputed fault, a commercial truck crash, wrongful death, or if an insurer denies coverage. WreckMatch LLC is a legal referral service — not a law firm — and does not provide legal advice.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48 hours</a:t>
            </a:r>
          </a:p>
          <a:p>
            <a:pPr>
              <a:spcAft>
                <a:spcPts val="800"/>
              </a:spcAft>
              <a:defRPr sz="1500">
                <a:solidFill>
                  <a:srgbClr val="94A3B8"/>
                </a:solidFill>
              </a:defRPr>
            </a:pPr>
            <a:r>
              <a:t>Quick settlement offers before MRI or specialist results</a:t>
            </a:r>
          </a:p>
          <a:p>
            <a:pPr>
              <a:spcAft>
                <a:spcPts val="800"/>
              </a:spcAft>
              <a:defRPr sz="1500">
                <a:solidFill>
                  <a:srgbClr val="94A3B8"/>
                </a:solidFill>
              </a:defRPr>
            </a:pPr>
            <a:r>
              <a:t>Disputes over injury severity or pre-existing conditions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Free matching in about 60 seconds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855 WRECKMATCH (855) 897-3256 or use free attorney matching. Participating attorneys typically work on contingency.</a:t>
            </a:r>
            <a:br/>
            <a:br/>
            <a:r>
              <a:t>Educational only — not legal advice.</a:t>
            </a:r>
            <a:br/>
            <a:br/>
            <a:r>
              <a:t>Reviewed for legal context by Judge Roy Waddell, Legal Advisor at WreckMatch LLC — courtroom and procedural perspective only; not legal advice for your specific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car accident case claim in Texas?</a:t>
            </a:r>
          </a:p>
          <a:p>
            <a:pPr>
              <a:spcAft>
                <a:spcPts val="800"/>
              </a:spcAft>
              <a:defRPr sz="1500">
                <a:solidFill>
                  <a:srgbClr val="94A3B8"/>
                </a:solidFill>
              </a:defRPr>
            </a:pPr>
            <a:r>
              <a:t>A: Texas sets a 2-year statute of limitations for most personal-injury lawsuits arising from a car accident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an attor</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car accident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referr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https://www.wreckmatch.com/blog/hit-by-an-uninsured-driver-in-houston-texas-2026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https://www.wreckmatch.com/blog/hit-by-an-uninsured-driver-in-houston-texas-2026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Houston, Texas (2026)</dc:title>
  <dc:subject>WreckMatch educational guide — Texas</dc:subject>
  <dc:creator/>
  <cp:keywords>WreckMatch, car accident, Texas, Texas, hit by an uninsured driver in houston texas 2026, personal injury, attorney matching</cp:keywords>
  <dc:description>Gold-tier presentation summary for https://www.wreckmatch.com/blog/hit-by-an-uninsured-driver-in-houston-texas-2026.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