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Portland, Oregon — Victim Guide (2026). Full guide: https://www.wreckmatch.com/blog/18-wheeler-crash-in-portland-oregon-victim-guide-2026.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Portland, Oregon,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Oregon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Oregon.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Portland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Oregon fast facts: 2-year statute of limitations · Modified 50%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Oregon,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Oregon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Oregon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Oregon is an at-fault state. The at-fault driver's liability insurance is the primary source of recovery, and you can pursue compensation for medical bills, lost wages, and pain and suffering once liability is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Portland, Oregon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Oregon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Portland, Oregon,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Portland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Oregon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Portland?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Oregon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Oregon.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Oregon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Oregon,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Oregon?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Oregon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https://www.wreckmatch.com/blog/18-wheeler-crash-in-portland-oregon-victim-guide-2026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https://www.wreckmatch.com/blog/18-wheeler-crash-in-portland-oregon-victim-guide-2026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Portland, Oregon — Victim Guide (2026)</dc:title>
  <dc:subject>WreckMatch educational guide — Truck Accidents</dc:subject>
  <dc:creator/>
  <cp:keywords>WreckMatch, car accident, Oregon, Truck Accidents, 18 wheeler crash in portland oregon victim guide 2026, personal injury, attorney matching</cp:keywords>
  <dc:description>Gold-tier presentation summary for https://www.wreckmatch.com/blog/18-wheeler-crash-in-portland-oregon-victim-guide-2026.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