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Bridgeport, Connecticut — Victim Guide (2026). Full guide: https://www.wreckmatch.com/blog/18-wheeler-crash-in-bridgeport-connecticut-victim-guide-2026.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Bridgeport, Connecticut,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Connecticut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Connecticut.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Bridgeport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Connecticut fast facts: 2-year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Connecticut,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Connecticut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Connecticut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Connecticut is an at-fault state. The at-fault driver's liability insurance is the primary source of recovery, and you can pursue compensation for medical bills, lost wages, and pain and sufferi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Bridgeport, Connecticut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Connecticut · 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Bridgeport, Connecticut,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Bridgeport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Connecticut are not outgunned. This gu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Bridgeport?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Connecticut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Connecticut.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Connecticut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Connecticut,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Connecticut?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Connecticut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https://www.wreckmatch.com/blog/18-wheeler-crash-in-bridgeport-connecticut-victim-guide-2026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https://www.wreckmatch.com/blog/18-wheeler-crash-in-bridgeport-connecticut-victim-guide-2026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Bridgeport, Connecticut — Victim Guide (2026)</dc:title>
  <dc:subject>WreckMatch educational guide — Truck Accidents</dc:subject>
  <dc:creator/>
  <cp:keywords>WreckMatch, car accident, Connecticut, Truck Accidents, 18 wheeler crash in bridgeport connecticut victim guide 2026, personal injury, attorney matching</cp:keywords>
  <dc:description>Gold-tier presentation summary for https://www.wreckmatch.com/blog/18-wheeler-crash-in-bridgeport-connecticut-victim-guide-2026.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