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York City, New York — Top City Guide (2026-07-07). Full guide: https://www.wreckmatch.com/blog/semi-truck-accident-in-new-york-city-new-york-top-city-guide-2026-07-07.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New York City, New York,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3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New York.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York City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York fast facts: 3-year statute of limitations · Pure comparative fault rule · 25/50/10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York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New York is 25/50/10 (PIP) (bodily injury per person / per accident / property damage). For serious crashes those minimums are routinely exhausted in days, which is why uninsured/underinsured-motorist (UM/UIM) coverage on your own policy matters so much.</a:t>
            </a:r>
          </a:p>
          <a:p/>
          <a:p>
            <a:r>
              <a:t>New York is a no-fault state, meaning your own Personal Injury Protection (PIP) coverage typically pays your initial medical bills regardless of fault. You can usually pursue the at-fault driver only after crossing a "serious injury" threshold defined by New York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York City, New York — Top City Guide (2026-07-07)</a:t>
            </a:r>
          </a:p>
          <a:p>
            <a:pPr>
              <a:spcBef>
                <a:spcPts val="1200"/>
              </a:spcBef>
              <a:defRPr sz="1600">
                <a:solidFill>
                  <a:srgbClr val="94A3B8"/>
                </a:solidFill>
              </a:defRPr>
            </a:pPr>
            <a:r>
              <a:t>Truck Accidents · New York · 2026-07-07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New York City, New York,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New York are not outgunned. Th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New York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3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New York.</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York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York, the statute of limitations on most personal-injury claims is 3 years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New York?</a:t>
            </a:r>
          </a:p>
          <a:p>
            <a:pPr>
              <a:spcAft>
                <a:spcPts val="800"/>
              </a:spcAft>
              <a:defRPr sz="1500">
                <a:solidFill>
                  <a:srgbClr val="94A3B8"/>
                </a:solidFill>
              </a:defRPr>
            </a:pPr>
            <a:r>
              <a:t>A: New York sets a 3-year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https://www.wreckmatch.com/blog/semi-truck-accident-in-new-york-city-new-york-top-city-guide-2026-07-07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https://www.wreckmatch.com/blog/semi-truck-accident-in-new-york-city-new-york-top-city-guide-2026-07-07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York City, New York — Top City Guide (2026-07-07)</dc:title>
  <dc:subject>WreckMatch educational guide — Truck Accidents</dc:subject>
  <dc:creator/>
  <cp:keywords>WreckMatch, car accident, New York, Truck Accidents, semi truck accident in new york city new york top city guide 2026 07 07, personal injury, attorney matching</cp:keywords>
  <dc:description>Gold-tier presentation summary for https://www.wreckmatch.com/blog/semi-truck-accident-in-new-york-city-new-york-top-city-guide-2026-07-07.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