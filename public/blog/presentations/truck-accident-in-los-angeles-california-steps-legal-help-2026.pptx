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Los Angeles, California: Steps &amp; Legal Help (2026). Full guide: https://www.wreckmatch.com/blog/truck-accident-in-los-angeles-california-steps-legal-help-2026.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Los Angeles, California,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California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California.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Los Angeles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California fast facts: 2-year statute of limitations · Pure comparative fault rule · 15/30/5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California,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California follows the Pure comparative rule for fault allocation. Pure comparative negligence reduces your recovery in proportion to your share of fault, but never bars it. A driver found 30% responsible can still recover 70% of damages. The minimum liability insurance every driver must carry in California is 15/30/5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California is an at-fault state. The at-fault driver's liability insurance is the primary source of recovery, and you can pursue compensation for medical bills, lost wages, and pain and suffering once liability is established.</a:t>
            </a:r>
          </a:p>
          <a:p/>
          <a:p>
            <a:r>
              <a:t>In California, deadlines and insuranc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Los Angeles, California: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California · 2026-06-06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Los Angeles, California,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Los Angeles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California are not outgunned. This gui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Los Angeles?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California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California.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California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California,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California?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California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https://www.wreckmatch.com/blog/truck-accident-in-los-angeles-california-steps-legal-help-2026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https://www.wreckmatch.com/blog/truck-accident-in-los-angeles-california-steps-legal-help-2026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Los Angeles, California: Steps &amp; Legal Help (2026)</dc:title>
  <dc:subject>WreckMatch educational guide — Truck Accidents</dc:subject>
  <dc:creator/>
  <cp:keywords>WreckMatch, car accident, California, Truck Accidents, truck accident in los angeles california steps legal help 2026, personal injury, attorney matching</cp:keywords>
  <dc:description>Gold-tier presentation summary for https://www.wreckmatch.com/blog/truck-accident-in-los-angeles-california-steps-legal-help-2026.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