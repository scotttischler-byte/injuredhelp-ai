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Kansas City, Missouri — Top City Guide (2026-07-16). Full guide: https://www.wreckmatch.com/blog/what-to-do-after-a-car-accident-in-kansas-city-missouri-top-city-guide-2026-07-16.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Kansas City, Missouri,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Missouri.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Kansas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Missouri fast facts: 5-year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Missouri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Missouri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Missouri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Missouri, deadlines and insurance rules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Kansas City, Missouri — Top City Guide (2026-07-16)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Missouri · 2026-07-16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Kansas City, Missouri,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Kansas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Kansas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Missouri.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Missouri?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Missouri sets a 5-year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https://www.wreckmatch.com/blog/what-to-do-after-a-car-accident-in-kansas-city-missouri-top-city-guide-2026-07-16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https://www.wreckmatch.com/blog/what-to-do-after-a-car-accident-in-kansas-city-missouri-top-city-guide-2026-07-16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Kansas City, Missouri — Top City Guide (2026-07-16)</dc:title>
  <dc:subject>WreckMatch educational guide — Severe Injury</dc:subject>
  <dc:creator/>
  <cp:keywords>WreckMatch, car accident, Missouri, Severe Injury, what to do after a car accident in kansas city missouri top city guide 2026 07 16, personal injury, attorney matching</cp:keywords>
  <dc:description>Gold-tier presentation summary for https://www.wreckmatch.com/blog/what-to-do-after-a-car-accident-in-kansas-city-missouri-top-city-guide-2026-07-16.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