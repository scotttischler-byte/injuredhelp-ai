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New York City, New York (2026). Full guide: https://www.wreckmatch.com/blog/severe-injury-after-a-truck-crash-in-new-york-city-new-york-2026.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York City, New York,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New York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New York.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York City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New York fast facts: 3-year statute of limitations · Pure comparative fault rule · 25/50/10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New York,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New York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New York is 25/50/10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New York is a no-fault state, meaning your own Personal Injury Protection (PIP) coverage typically pays your initial medical bills regardless of fault. You can usually pursue the at-fault driver only after crossing a "serious injury" threshold defined by New York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New York City, New York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New York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York City, New York,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York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New York are not outgunned.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York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York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New York.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New York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New York,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New York?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New York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https://www.wreckmatch.com/blog/severe-injury-after-a-truck-crash-in-new-york-city-new-york-2026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https://www.wreckmatch.com/blog/severe-injury-after-a-truck-crash-in-new-york-city-new-york-2026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New York City, New York (2026)</dc:title>
  <dc:subject>WreckMatch educational guide — Severe Injury</dc:subject>
  <dc:creator/>
  <cp:keywords>WreckMatch, car accident, New York, Severe Injury, severe injury after a truck crash in new york city new york 2026, personal injury, attorney matching</cp:keywords>
  <dc:description>Gold-tier presentation summary for https://www.wreckmatch.com/blog/severe-injury-after-a-truck-crash-in-new-york-city-new-york-2026.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