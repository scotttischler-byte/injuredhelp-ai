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Portland, Maine — Top City Guide (2026-07-08). Full guide: https://www.wreckmatch.com/blog/what-to-do-after-a-car-accident-in-portland-maine-top-city-guide-2026-07-08.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Portland, Maine,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Maine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Maine.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Portland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Maine fast facts: 6-year statute of limitations · Modified 50% fault rule · 50/100/25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Maine, the statute of limitations on most personal-injury claims is 6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Maine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Maine is 50/100/25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Maine is an at-fault state. The at-fault driver's liability insurance is the primary source of recovery, and you can pursue compensation for medical bills, lost wages, and pain and suffering once liability is es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Portland,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Portland, Maine — Top City Guide (2026-07-08)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Maine · Maine · 2026-07-08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Portland, Maine,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Portland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Maine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Portland?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Maine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Maine.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Maine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Maine, the statute of limitations on most personal-injury claims is 6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Maine?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Maine sets a 6-year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https://www.wreckmatch.com/blog/what-to-do-after-a-car-accident-in-portland-maine-top-city-guide-2026-07-08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https://www.wreckmatch.com/blog/what-to-do-after-a-car-accident-in-portland-maine-top-city-guide-2026-07-08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Portland, Maine — Top City Guide (2026-07-08)</dc:title>
  <dc:subject>WreckMatch educational guide — Maine</dc:subject>
  <dc:creator/>
  <cp:keywords>WreckMatch, car accident, Maine, Maine, what to do after a car accident in portland maine top city guide 2026 07 08, personal injury, attorney matching</cp:keywords>
  <dc:description>Gold-tier presentation summary for https://www.wreckmatch.com/blog/what-to-do-after-a-car-accident-in-portland-maine-top-city-guide-2026-07-08.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