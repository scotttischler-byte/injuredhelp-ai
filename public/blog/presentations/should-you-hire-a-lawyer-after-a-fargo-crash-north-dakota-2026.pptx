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Should You Hire a Lawyer After a Fargo Crash? (North Dakota 2026). Full guide: https://www.wreckmatch.com/blog/should-you-hire-a-lawyer-after-a-fargo-crash-north-dakota-2026.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Fargo, North Dakota,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Dakota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North Dakota.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Fargo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North Dakota fast facts: 6-year statute of limitations · Modified 50% fault rule · 25/50/25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North Dakota,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North Dakota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North Dakota is 25/50/25 (bodily injury per person / per accident / property damage). For serious crashes those minimums are routinely exhausted in days, which is why uninsured/underinsured-motorist (UM/UIM) coverage on your own policy matters so much.</a:t>
            </a:r>
          </a:p>
          <a:p/>
          <a:p>
            <a:r>
              <a:t>North Dakota is a no-fault state, meaning your own Personal Injury Protection (PIP) coverage typically pays your initial medical bills regardless of fault. You can usually pursue the at-fault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Fargo, car accident cases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Witness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Should You Hire a Lawyer After a Fargo Crash? (North Dakota 2026)</a:t>
            </a:r>
          </a:p>
          <a:p>
            <a:pPr>
              <a:spcBef>
                <a:spcPts val="1200"/>
              </a:spcBef>
              <a:defRPr sz="1600">
                <a:solidFill>
                  <a:srgbClr val="94A3B8"/>
                </a:solidFill>
              </a:defRPr>
            </a:pPr>
            <a:r>
              <a:t>North Dakota · North Dakota · 2026-06-06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Fargo, North Dakota,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Dakota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Dakota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North Dakota.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Dakota legal context for car accident cases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North Dakota,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car accident case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car accident case claim in North Dakota?</a:t>
            </a:r>
          </a:p>
          <a:p>
            <a:pPr>
              <a:spcAft>
                <a:spcPts val="800"/>
              </a:spcAft>
              <a:defRPr sz="1500">
                <a:solidFill>
                  <a:srgbClr val="94A3B8"/>
                </a:solidFill>
              </a:defRPr>
            </a:pPr>
            <a:r>
              <a:t>A: North Dakota sets a 6-year statute of limitations for most personal-injury lawsuits arising from a car accident case,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car accident cases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serv</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https://www.wreckmatch.com/blog/should-you-hire-a-lawyer-after-a-fargo-crash-north-dakota-2026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https://www.wreckmatch.com/blog/should-you-hire-a-lawyer-after-a-fargo-crash-north-dakota-2026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Should You Hire a Lawyer After a Fargo Crash? (North Dakota 2026)</dc:title>
  <dc:subject>WreckMatch educational guide — North Dakota</dc:subject>
  <dc:creator/>
  <cp:keywords>WreckMatch, car accident, North Dakota, North Dakota, should you hire a lawyer after a fargo crash north dakota 2026, personal injury, attorney matching</cp:keywords>
  <dc:description>Gold-tier presentation summary for https://www.wreckmatch.com/blog/should-you-hire-a-lawyer-after-a-fargo-crash-north-dakota-2026.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