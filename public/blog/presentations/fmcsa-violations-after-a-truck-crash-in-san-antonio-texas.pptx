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San Antonio, Texas. Full guide: https://www.wreckmatch.com/blog/fmcsa-violations-after-a-truck-crash-in-san-antonio-texas.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San Antonio,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r>
              <a:t>Quick answer: After a semi truck or crash in San Antonio,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carrier, broker). Preserve spoliation letters immediately.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San Antonio guide — San Antonio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San Antonio, Texas</a:t>
            </a:r>
          </a:p>
          <a:p>
            <a:pPr>
              <a:spcBef>
                <a:spcPts val="1200"/>
              </a:spcBef>
              <a:defRPr sz="1600">
                <a:solidFill>
                  <a:srgbClr val="94A3B8"/>
                </a:solidFill>
              </a:defRPr>
            </a:pPr>
            <a:r>
              <a:t>Truck Accidents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San Antonio, call 911, get trauma care, preserve evidence including ECM/black box data,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San Antonio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San Antonio guide</a:t>
            </a:r>
          </a:p>
          <a:p>
            <a:pPr>
              <a:spcAft>
                <a:spcPts val="800"/>
              </a:spcAft>
              <a:defRPr sz="1500">
                <a:solidFill>
                  <a:srgbClr val="94A3B8"/>
                </a:solidFill>
              </a:defRPr>
            </a:pPr>
            <a:r>
              <a:t>A: San Antonio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https://www.wreckmatch.com/blog/fmcsa-violations-after-a-truck-crash-in-san-antonio-texas</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https://www.wreckmatch.com/blog/fmcsa-violations-after-a-truck-crash-in-san-antonio-texas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San Antonio, Texas</dc:title>
  <dc:subject>WreckMatch educational guide — Truck Accidents</dc:subject>
  <dc:creator/>
  <cp:keywords>WreckMatch, car accident, Texas, Truck Accidents, fmcsa violations after a truck crash in san antonio texas, personal injury, attorney matching</cp:keywords>
  <dc:description>Gold-tier presentation summary for https://www.wreckmatch.com/blog/fmcsa-violations-after-a-truck-crash-in-san-antonio-texas.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