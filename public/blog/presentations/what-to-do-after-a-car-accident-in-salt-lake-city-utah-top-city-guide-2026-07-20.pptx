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Salt Lake City, Utah — Top City Guide (2026-07-20). Full guide: https://www.wreckmatch.com/blog/what-to-do-after-a-car-accident-in-salt-lake-city-utah-top-city-guide-2026-07-20.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Salt Lake City, Utah,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Utah.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Salt Lake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Utah fast facts: 4-year statute of limitations · Modified 50% fault rule · 25/65/15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Utah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Utah is 25/65/15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Utah is a no-fault state, meaning your own Personal Injury Protection (PIP) coverage typically pays your initial medical bills regardless of fault. You can usually pursue the at-fault driver only after crossing a "s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Salt Lake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Salt Lake City, Utah — Top City Guide (2026-07-20)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Utah · Utah · 2026-07-20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Salt Lake City, Utah,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Salt Lake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Salt Lake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Utah.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Utah?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Utah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https://www.wreckmatch.com/blog/what-to-do-after-a-car-accident-in-salt-lake-city-utah-top-city-guide-2026-07-20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https://www.wreckmatch.com/blog/what-to-do-after-a-car-accident-in-salt-lake-city-utah-top-city-guide-2026-07-20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Salt Lake City, Utah — Top City Guide (2026-07-20)</dc:title>
  <dc:subject>WreckMatch educational guide — Utah</dc:subject>
  <dc:creator/>
  <cp:keywords>WreckMatch, car accident, Utah, Utah, what to do after a car accident in salt lake city utah top city guide 2026 07 20, personal injury, attorney matching</cp:keywords>
  <dc:description>Gold-tier presentation summary for https://www.wreckmatch.com/blog/what-to-do-after-a-car-accident-in-salt-lake-city-utah-top-city-guide-2026-07-20.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