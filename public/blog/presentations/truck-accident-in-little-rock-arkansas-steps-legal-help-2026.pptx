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Little Rock, Arkansas: Steps &amp; Legal Help (2026). Full guide: https://www.wreckmatch.com/blog/truck-accident-in-little-rock-arkansas-steps-legal-help-2026.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Little Rock, Arkansas,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Arkansas.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Little Rock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Arkansas fast facts: 3-year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Arkansas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Arkansas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Arkansas is an at-fault state. The at-fault driver's liability insurance is the primary source of recovery, and you can pursue compensation for medical bills, lost wages, and pain and suffering once liab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Little Rock, Arkansas: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Arkansas · 2026-06-07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Little Rock, Arkansas,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Little Rock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Little Rock?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Arkansas.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Arkansas?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Arkansas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https://www.wreckmatch.com/blog/truck-accident-in-little-rock-arkansas-steps-legal-help-2026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https://www.wreckmatch.com/blog/truck-accident-in-little-rock-arkansas-steps-legal-help-2026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Little Rock, Arkansas: Steps &amp; Legal Help (2026)</dc:title>
  <dc:subject>WreckMatch educational guide — Truck Accidents</dc:subject>
  <dc:creator/>
  <cp:keywords>WreckMatch, car accident, Arkansas, Truck Accidents, truck accident in little rock arkansas steps legal help 2026, personal injury, attorney matching</cp:keywords>
  <dc:description>Gold-tier presentation summary for https://www.wreckmatch.com/blog/truck-accident-in-little-rock-arkansas-steps-legal-help-2026.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