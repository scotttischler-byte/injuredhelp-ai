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Severe Injury After a Truck Crash in Louisville, Kentucky (2026). Full guide: https://www.wreckmatch.com/blog/severe-injury-after-a-truck-crash-in-louisville-kentucky-2026.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Louisville, Kentucky,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semi-truck crash victims in Kentucky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SemiTruckMatch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SemiTruckMatch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SemiTruckMatch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SemiTruckMatch a law firm? — No. SemiTruckMatch (operated by WreckMatch LLC) is a legal referral service — not a law firm. We connect injured people with participating attorneys who handle truck and catastrophic injury cases in Kentucky.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Louisville truck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Kentucky fast facts: 1-year statute of limitations · Pure comparative fault rule · 25/50/25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Kentucky,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Kentucky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Kentucky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Kentucky is a no-fault state, meaning your own Personal Injury Protection (PIP) coverage typically pays your initial medical bills regardless of fault. You can usually pursue the at-fault driver only after crossing a "serious injury" threshold defined by Kentucky statute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Severe Injury After a Truck Crash in Louisville, Kentucky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Kentucky · 2026-06-12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Louisville, Kentucky,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Louisville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semi-truck crash victims in Kentucky are not outgunned. Th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Louisville?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Kentucky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SemiTruckMatch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SemiTruckMatch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SemiTruckMatch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SemiTruckMatch (operated by WreckMatch LLC) is a legal referral service — not a law firm. We connect injured people with participating attorneys who handle truck and catastrophic injury cases in Kentucky.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Kentucky legal context for catastrophic-injury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Kentucky,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catastrophic-injury case claim in Kentucky?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Kentucky sets a 1-year statute of limitations for most personal-injury lawsuits arising from a catastrophic-injury case,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SemiTruckMatch-network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SemiTruckMatch network handle catastrophic-injury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SemiTruckMatch (operated by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https://www.wreckmatch.com/blog/severe-injury-after-a-truck-crash-in-louisville-kentucky-2026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https://www.wreckmatch.com/blog/severe-injury-after-a-truck-crash-in-louisville-kentucky-2026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Severe Injury After a Truck Crash in Louisville, Kentucky (2026)</dc:title>
  <dc:subject>WreckMatch educational guide — Severe Injury</dc:subject>
  <dc:creator/>
  <cp:keywords>WreckMatch, car accident, Kentucky, Severe Injury, severe injury after a truck crash in louisville kentucky 2026, personal injury, attorney matching</cp:keywords>
  <dc:description>Gold-tier presentation summary for https://www.wreckmatch.com/blog/severe-injury-after-a-truck-crash-in-louisville-kentucky-2026.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