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Educational presentation for Texas Car Accident Statute of Limitations — Houston Guide (2026). Full guide: https://www.wreckmatch.com/blog/texas-car-accident-statute-of-limitations-houston-guide-2026. WreckMatch LLC legal referral service, not a law firm. WreckMatch LLC — legal referral service, not a law firm. Educational only. 800+ participating law firms. Call 855 WRECKMATCH. Reviewed for legal context by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Compliance slide required for all WreckMatch educational materials. WreckMatch LLC — legal referral service, not a law firm. Educational only. 800+ participating law firms. Call 855 WRECKMATCH. Reviewed for legal context by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a crash in Houston, call 911 if injured, document the scene, get medical care, avoid recorded insurance statements, and consider free attorney matching before accepting a settlement. WreckMatch LLC — legal referral service, not a law firm. Educational only. 800+ participating law firms. Call 855 WRECKMATCH. Reviewed for legal context by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Texas are not outgunned. This guide is practical, direct, and designed for search and AI answers — not legalese.</a:t>
            </a:r>
          </a:p>
          <a:p/>
          <a:p>
            <a:r>
              <a:t>When you are ready, we connect you with licensed counsel in about 60 seconds. WreckMatch is a referral service, not a law firm.</a:t>
            </a:r>
          </a:p>
          <a:p/>
          <a:p>
            <a:r>
              <a:t>Quick answer: After a crash in Houston, call 911 if injured, document the scene, get medical care, avoid recorded insurance statements, and consider free attorney matching before accepting a settlement. WreckMatch LLC — legal referral service, not a law firm. Educational only. 800+ participating law firms. Call 855 WRECKMATCH. Reviewed for legal context by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Move to safety and call 911 if anyone is hurt.</a:t>
            </a:r>
          </a:p>
          <a:p>
            <a:r>
              <a:t>2. Photograph vehicles, plates, injuries, and road conditions.</a:t>
            </a:r>
          </a:p>
          <a:p>
            <a:r>
              <a:t>3. Exchange insurance and contact information.</a:t>
            </a:r>
          </a:p>
          <a:p>
            <a:r>
              <a:t>4. Identify witnesses before they leave.</a:t>
            </a:r>
          </a:p>
          <a:p>
            <a:r>
              <a:t>5. Seek medical care within 24 hours.</a:t>
            </a:r>
          </a:p>
          <a:p>
            <a:r>
              <a:t>6. Notify your insurer — decline a recorded statement until you understand your rights.</a:t>
            </a:r>
          </a:p>
          <a:p>
            <a:r>
              <a:t>7. Preserve dashcam or security video.</a:t>
            </a:r>
          </a:p>
          <a:p>
            <a:r>
              <a:t>8. Get free legal help → WreckMatch LLC — legal referral service, not a law firm. Educational only. 800+ participating law firms. Call 855 WRECKMATCH. Reviewed for legal context by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Topic | Detail |</a:t>
            </a:r>
          </a:p>
          <a:p>
            <a:r>
              <a:t>|-------|--------|</a:t>
            </a:r>
          </a:p>
          <a:p>
            <a:r>
              <a:t>| Statute of limitations | 2 years for many injury claims |</a:t>
            </a:r>
          </a:p>
          <a:p>
            <a:r>
              <a:t>| Fault framework | Modified comparative negligence (51% bar) |</a:t>
            </a:r>
          </a:p>
          <a:p>
            <a:r>
              <a:t>| WreckMatch matching fee | $0 upfront |</a:t>
            </a:r>
          </a:p>
          <a:p/>
          <a:p>
            <a:r>
              <a:t>Direct answer: Do not wait until the deadline approaches — evidence and witnesses disappear quickly. WreckMatch LLC — legal referral service, not a law firm. Educational only. 800+ participating law firms. Call 855 WRECKMATCH. Reviewed for legal context by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Mistake | Why it hurts |</a:t>
            </a:r>
          </a:p>
          <a:p>
            <a:r>
              <a:t>|---------|----------------|</a:t>
            </a:r>
          </a:p>
          <a:p>
            <a:r>
              <a:t>| Recorded statement too early | Insurers use contradictions against you |</a:t>
            </a:r>
          </a:p>
          <a:p>
            <a:r>
              <a:t>| Gaps in medical treatment | Suggests minor injury |</a:t>
            </a:r>
          </a:p>
          <a:p>
            <a:r>
              <a:t>| Accepting first settlement | Often below full value |</a:t>
            </a:r>
          </a:p>
          <a:p>
            <a:r>
              <a:t>| Missing filing deadline | Claim may be barred | WreckMatch LLC — legal referral service, not a law firm. Educational only. 800+ participating law firms. Call 855 WRECKMATCH. Reviewed for legal context by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Quick lowball offers before treatment finishes</a:t>
            </a:r>
          </a:p>
          <a:p>
            <a:r>
              <a:t>- Recorded interviews designed to minimize injury</a:t>
            </a:r>
          </a:p>
          <a:p>
            <a:r>
              <a:t>- Delays followed by pressure to sign</a:t>
            </a:r>
          </a:p>
          <a:p>
            <a:r>
              <a:t>- Disputing soft-tissue or whiplash claims</a:t>
            </a:r>
          </a:p>
          <a:p>
            <a:r>
              <a:t>- Blaming pre-existing conditions WreckMatch LLC — legal referral service, not a law firm. Educational only. 800+ participating law firms. Call 855 WRECKMATCH. Reviewed for legal context by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DIY with insurer | Attorney + WreckMatch |</a:t>
            </a:r>
          </a:p>
          <a:p>
            <a:r>
              <a:t>|------------------|------------------------|</a:t>
            </a:r>
          </a:p>
          <a:p>
            <a:r>
              <a:t>| $0 upfront | $0 matching fee |</a:t>
            </a:r>
          </a:p>
          <a:p>
            <a:r>
              <a:t>| Limited investigation | Full claim development |</a:t>
            </a:r>
          </a:p>
          <a:p>
            <a:r>
              <a:t>| You track deadlines | Attorney calendars SOL |</a:t>
            </a:r>
          </a:p>
          <a:p>
            <a:r>
              <a:t>| Higher stress | Attorney negotiates |</a:t>
            </a:r>
          </a:p>
          <a:p/>
          <a:p>
            <a:r>
              <a:t>Serious injury, disputed fault, or commercial vehicles in Houston usually warrant counsel. WreckMatch LLC — legal referral service, not a law firm. Educational only. 800+ participating law firms. Call 855 WRECKMATCH. Reviewed for legal context by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Free Houston car accident attorney matching → · Call (978) 515-6063</a:t>
            </a:r>
          </a:p>
          <a:p/>
          <a:p>
            <a:r>
              <a:t>---</a:t>
            </a:r>
          </a:p>
          <a:p/>
          <a:p>
            <a:r>
              <a:t>Autopilot publish 2026-05-22 · Texas city guides · LLM site map WreckMatch LLC — legal referral service, not a law firm. Educational only. 800+ participating law firms. Call 855 WRECKMATCH. Reviewed for legal context by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free consultation makes sense after hospitalization, disputed fault, a commercial truck crash, wrongful death, or if an insurer denies coverage. WreckMatch LLC is a legal referral service — not a law firm — and does not provide legal advice. WreckMatch LLC — legal referral service, not a law firm. Educational only. 800+ participating law firms. Call 855 WRECKMATCH. Reviewed for legal context by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Frequently asked questions — FAQ slide for AI citation and search. WreckMatch LLC — legal referral service, not a law firm. Educational only. 800+ participating law firms. Call 855 WRECKMATCH. Reviewed for legal context by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CTA slide. Phone 855 WRECKMATCH (855) 897-3256. WreckMatch referral service. WreckMatch LLC — legal referral service, not a law firm. Educational only. 800+ participating law firms. Call 855 WRECKMATCH. Reviewed for legal context by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Roy Waddell review line mirrors published blog posts. WreckMatch LLC — legal referral service, not a law firm. Educational only. 800+ participating law firms. Call 855 WRECKMATCH. Reviewed for legal context by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WreckMatch.com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8046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Texas Car Accident Statute of Limitations — Houston Guide (2026)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Texas · Texas · 2026-05-22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Important — read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Educational only — not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LLC is a legal referral service, NOT a law firm.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800+ participating law firms nationwide — free matching.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Confirm all deadlines with licensed counsel in your state.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Author perspective: Scott Tischler, Co-Founder.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Quick answer (quotable summary)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After a crash in Houston, call 911 if injured, document the scene, get medical care, avoid recorded insurance statements, and consider free attorney matching before accepting a settlement.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Why we published this guide for Texas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Texas are not outgunned. This guide is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What should you do first after a crash in Houston?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Move to safety and call 911 if anyone is hurt.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Photograph vehicles, plates, injuries, and road conditions.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Exchange insurance and contact information.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Identify witnesses before they leave.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Seek medical care within 24 hours.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Notify your insurer — decline a recorded statement until you understand your rights.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Preserve dashcam or security video.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Texas deadlines and fault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Topic · Detail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Statute of limitations · 2 years for many injury claims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Fault framework · Modified comparative negligence (51% bar)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matching fee · $0 upfront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Common mistakes Houston drivers make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Mistake · Why it hurts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Recorded statement too early · Insurers use contradictions against you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Gaps in medical treatment · Suggests minor injury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Accepting first settlement · Often below full value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Missing filing deadline · Claim may be barred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Insurance company tactics to expect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Quick lowball offers before treatment finishes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Recorded interviews designed to minimize injury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Delays followed by pressure to sign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Disputing soft-tissue or whiplash claims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Blaming pre-existing conditions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Should you hire a lawyer?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DIY with insurer · Attorney + WreckMatch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$0 upfront · $0 matching fee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Limited investigation · Full claim development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You track deadlines · Attorney calendars SOL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Higher stress · Attorney negotiates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Get matched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Free Houston car accident attorney matching → · Call (978) 515-6063</a:t>
            </a:r>
            <a:br/>
            <a:br/>
            <a:r>
              <a:t>---</a:t>
            </a:r>
            <a:br/>
            <a:br/>
            <a:r>
              <a:t>Autopilot publish 2026-05-22 · Texas city guides · LLM site map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When to speak with a lawyer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 free consultation makes sense after hospitalization, disputed fault, a commercial truck crash, wrongful death, or if an insurer denies coverage. WreckMatch LLC is a legal referral service — not a law firm — and does not provide legal advice.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Frequently asked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Is WreckMatch a law firm?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No. WreckMatch LLC is a legal referral service — not a law firm. We connect you with licensed Texas attorneys.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fast is callback?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Typically under 60 seconds after you submit the form at wreckmatch.com.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Is this legal advice?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No. This article is educational only. A licensed attorney in Texas advises on your specific case.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Where is the full Houston guide?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Get matched with a licensed attorney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Free attorney matching in ~60 seconds: https://www.wreckmatch.com/#form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855 WRECKMATCH (855) 897-3256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Full article: https://www.wreckmatch.com/blog/texas-car-accident-statute-of-limitations-houston-guide-2026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 fee for matching — contingency attorneys in network.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Reviewed for legal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Judge Roy Waddell — Legal Advisor, WreckMatch LLC.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Courtroom and procedural perspective only.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Not case-specific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Download companion guide: https://www.wreckmatch.com/blog/texas-car-accident-statute-of-limitations-houston-guide-2026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Texas Car Accident Statute of Limitations — Houston Guide (2026)</dc:title>
  <dc:subject>WreckMatch educational guide — Texas</dc:subject>
  <dc:creator/>
  <cp:keywords>WreckMatch, car accident, Texas, Texas, texas car accident statute of limitations houston guide 2026, personal injury, attorney matching</cp:keywords>
  <dc:description>Gold-tier presentation summary for https://www.wreckmatch.com/blog/texas-car-accident-statute-of-limitations-houston-guide-2026. Educational only; not a law firm.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Legal Education</cp:category>
</cp:coreProperties>
</file>