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Chicago Crash? (Illinois 2026). Full guide: https://www.wreckmatch.com/blog/should-you-hire-a-lawyer-after-a-chicago-crash-illinois-2026.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Chicago Crash? (Illinois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https://www.wreckmatch.com/blog/should-you-hire-a-lawyer-after-a-chicago-crash-illinois-2026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https://www.wreckmatch.com/blog/should-you-hire-a-lawyer-after-a-chicago-crash-illinois-2026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Chicago Crash? (Illinois 2026)</dc:title>
  <dc:subject>WreckMatch educational guide — Illinois</dc:subject>
  <dc:creator/>
  <cp:keywords>WreckMatch, car accident, Illinois, Illinois, should you hire a lawyer after a chicago crash illinois 2026, personal injury, attorney matching</cp:keywords>
  <dc:description>Gold-tier presentation summary for https://www.wreckmatch.com/blog/should-you-hire-a-lawyer-after-a-chicago-crash-illinois-2026.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