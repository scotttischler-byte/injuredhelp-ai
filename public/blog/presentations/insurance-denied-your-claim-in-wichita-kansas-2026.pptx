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Insurance Denied Your Claim in Wichita? (Kansas 2026). Full guide: https://www.wreckmatch.com/blog/insurance-denied-your-claim-in-wichita-kansas-2026.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Wichita, 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Wichita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Kansas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Kansas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Wichita, insurance disputes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Insurance Denied Your Claim in Wichita? (Kansas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Kansas · Kansas · 2026-06-03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Wichita, 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Wichita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Wichita?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legal context for insurance disputes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insurance dispute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insurance dispute claim in 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Kansas sets a 2-year statute of limitations for most personal-injury lawsuits arising from a insurance dispute,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atto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insurance disputes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https://www.wreckmatch.com/blog/insurance-denied-your-claim-in-wichita-kansas-2026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https://www.wreckmatch.com/blog/insurance-denied-your-claim-in-wichita-kansas-2026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Denied Your Claim in Wichita? (Kansas 2026)</dc:title>
  <dc:subject>WreckMatch educational guide — Kansas</dc:subject>
  <dc:creator/>
  <cp:keywords>WreckMatch, car accident, Kansas, Kansas, insurance denied your claim in wichita kansas 2026, personal injury, attorney matching</cp:keywords>
  <dc:description>Gold-tier presentation summary for https://www.wreckmatch.com/blog/insurance-denied-your-claim-in-wichita-kansas-2026.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