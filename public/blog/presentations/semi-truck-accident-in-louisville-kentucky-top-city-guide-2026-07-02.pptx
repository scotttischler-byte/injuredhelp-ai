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Louisville, Kentucky — Top City Guide (2026-07-02). Full guide: https://www.wreckmatch.com/blog/semi-truck-accident-in-louisville-kentucky-top-city-guide-2026-07-02.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semi truck or crash in Louisville, Kentucky, call 911, get medical care, preserve evidence including ECM/black box and carrier IDs,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Kentucky are not outgunned. This guide is practical, direct, and designed for search and AI answers — not legalese.</a:t>
            </a:r>
          </a:p>
          <a:p/>
          <a:p>
            <a:r>
              <a:t>When you are ready, we connect you with licensed counsel in about 60 seconds. SemiTruckMatch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 commercial crashes often need highway patrol, HAZMAT, and EMS.</a:t>
            </a:r>
          </a:p>
          <a:p>
            <a:r>
              <a:t>2. Photograph all units, DOT numbers, plates, carrier logos, and road conditions.</a:t>
            </a:r>
          </a:p>
          <a:p>
            <a:r>
              <a:t>3. Request driver and carrier identification (many defendants may exist).</a:t>
            </a:r>
          </a:p>
          <a:p>
            <a:r>
              <a:t>4. Seek trauma care — internal injuries are common even when you feel “fine.”</a:t>
            </a:r>
          </a:p>
          <a:p>
            <a:r>
              <a:t>5. Do not give a recorded statement to any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Evidence | Why it matters |</a:t>
            </a:r>
          </a:p>
          <a:p>
            <a:r>
              <a:t>|----------|----------------|</a:t>
            </a:r>
          </a:p>
          <a:p>
            <a:r>
              <a:t>| Black box (ECM) data | Speed, braking, hours-of-service |</a:t>
            </a:r>
          </a:p>
          <a:p>
            <a:r>
              <a:t>| Driver logbooks / ELD | FMCSA violations |</a:t>
            </a:r>
          </a:p>
          <a:p>
            <a:r>
              <a:t>| Cargo loading records | Shifted load liability |</a:t>
            </a:r>
          </a:p>
          <a:p>
            <a:r>
              <a:t>| Carrier insurance limits | Often $750K–$1M+ |</a:t>
            </a:r>
          </a:p>
          <a:p/>
          <a:p>
            <a:r>
              <a:t>Direct answer: Truck cases often involve multiple defendants (driver, motor carrier, broker, shipper). Your attorney may send spoliation letters immediately so electronic data is preserved.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SemiTruckMatch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SemiTruckMatch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SemiTruckMatch a law firm? — No. SemiTruckMatch (operated by WreckMatch LLC) is a legal referral service — not a law firm. We connect injured people with participating attorneys who handle truck and catastrophic injury cases in Kentucky.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Louisville truck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Kentucky fast facts: 1-year statute of limitations · Pure comparative fault rule · 25/50/25 minimum auto liability insurance · no-fault state.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Kentucky, the statute of limitations on most personal-injury claims is 1 year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Kentucky follows the Pure comparative rule for fault allocation. Pure comparative negligence reduces your recovery in proportion to your share of fault, but never bars it. A driver found 30% responsible can still recover 70% of damages. The minimum liability insurance every driver must carry in Kentucky is 25/50/25 (bodily injury per person / per accident / property damage). For serious crashes those minimums are routinely exhausted in days, which is why uninsured/underinsured-motorist (UM/UIM) coverage on your own policy matters so much.</a:t>
            </a:r>
          </a:p>
          <a:p/>
          <a:p>
            <a:r>
              <a:t>Kentucky is a no-fault state, meaning your own Personal Injury Protection (PIP) coverage typically pays your initial medical bills regardless of fault. You can usually pursue the at-fault driver only after crossing a "serious injury" threshold defined by Kentucky statute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Louisville, Kentucky — Top City Guide (2026-07-02)</a:t>
            </a:r>
          </a:p>
          <a:p>
            <a:pPr>
              <a:spcBef>
                <a:spcPts val="1200"/>
              </a:spcBef>
              <a:defRPr sz="1600">
                <a:solidFill>
                  <a:srgbClr val="94A3B8"/>
                </a:solidFill>
              </a:defRPr>
            </a:pPr>
            <a:r>
              <a:t>Truck Accidents · Kentucky · 2026-07-02</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semi truck or crash in Louisville, Kentucky, call 911, get medical care, preserve evidence including ECM/black box and carrier IDs,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Louisville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Kentucky are not outgunned. Th</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truck crash in Louisville?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commercial crashes often need highway patrol, HAZMAT, and EMS.</a:t>
            </a:r>
          </a:p>
          <a:p>
            <a:pPr>
              <a:spcAft>
                <a:spcPts val="800"/>
              </a:spcAft>
              <a:defRPr sz="1500">
                <a:solidFill>
                  <a:srgbClr val="94A3B8"/>
                </a:solidFill>
              </a:defRPr>
            </a:pPr>
            <a:r>
              <a:t>Photograph all units, DOT numbers, plates, carrier logos, and road conditions.</a:t>
            </a:r>
          </a:p>
          <a:p>
            <a:pPr>
              <a:spcAft>
                <a:spcPts val="800"/>
              </a:spcAft>
              <a:defRPr sz="1500">
                <a:solidFill>
                  <a:srgbClr val="94A3B8"/>
                </a:solidFill>
              </a:defRPr>
            </a:pPr>
            <a:r>
              <a:t>Request driver and carrier identification (many defendants may exist).</a:t>
            </a:r>
          </a:p>
          <a:p>
            <a:pPr>
              <a:spcAft>
                <a:spcPts val="800"/>
              </a:spcAft>
              <a:defRPr sz="1500">
                <a:solidFill>
                  <a:srgbClr val="94A3B8"/>
                </a:solidFill>
              </a:defRPr>
            </a:pPr>
            <a:r>
              <a:t>Seek trauma care — internal injuries are common even when you feel “fine.”</a:t>
            </a:r>
          </a:p>
          <a:p>
            <a:pPr>
              <a:spcAft>
                <a:spcPts val="800"/>
              </a:spcAft>
              <a:defRPr sz="1500">
                <a:solidFill>
                  <a:srgbClr val="94A3B8"/>
                </a:solidFill>
              </a:defRPr>
            </a:pPr>
            <a:r>
              <a:t>Do not give a recorded statement to any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Semi truck &amp; commercial vehicle specifics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Evidence · Why it matters</a:t>
            </a:r>
          </a:p>
          <a:p>
            <a:pPr>
              <a:spcAft>
                <a:spcPts val="800"/>
              </a:spcAft>
              <a:defRPr sz="1500">
                <a:solidFill>
                  <a:srgbClr val="94A3B8"/>
                </a:solidFill>
              </a:defRPr>
            </a:pPr>
            <a:r>
              <a:t>Black box (ECM) data · Speed, braking, hours-of-service</a:t>
            </a:r>
          </a:p>
          <a:p>
            <a:pPr>
              <a:spcAft>
                <a:spcPts val="800"/>
              </a:spcAft>
              <a:defRPr sz="1500">
                <a:solidFill>
                  <a:srgbClr val="94A3B8"/>
                </a:solidFill>
              </a:defRPr>
            </a:pPr>
            <a:r>
              <a:t>Driver logbooks / ELD · FMCSA violations</a:t>
            </a:r>
          </a:p>
          <a:p>
            <a:pPr>
              <a:spcAft>
                <a:spcPts val="800"/>
              </a:spcAft>
              <a:defRPr sz="1500">
                <a:solidFill>
                  <a:srgbClr val="94A3B8"/>
                </a:solidFill>
              </a:defRPr>
            </a:pPr>
            <a:r>
              <a:t>Cargo loading records · Shifted load liability</a:t>
            </a:r>
          </a:p>
          <a:p>
            <a:pPr>
              <a:spcAft>
                <a:spcPts val="800"/>
              </a:spcAft>
              <a:defRPr sz="1500">
                <a:solidFill>
                  <a:srgbClr val="94A3B8"/>
                </a:solidFill>
              </a:defRPr>
            </a:pPr>
            <a:r>
              <a:t>Carrier insurance limits · Often $750K–$1M+</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Kentucky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SemiTruckMatch matching fee · $0 to consumers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SemiTruckMatch connects you with participating licensed attorneys — we do not provide legal advice ourselves.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SemiTruckMatch a law firm?</a:t>
            </a:r>
          </a:p>
          <a:p>
            <a:pPr>
              <a:spcAft>
                <a:spcPts val="800"/>
              </a:spcAft>
              <a:defRPr sz="1500">
                <a:solidFill>
                  <a:srgbClr val="94A3B8"/>
                </a:solidFill>
              </a:defRPr>
            </a:pPr>
            <a:r>
              <a:t>A: No. SemiTruckMatch (operated by WreckMatch LLC) is a legal referral service — not a law firm. We connect injured people with participating attorneys who handle truck and catastrophic injury cases in Kentucky.</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Kentucky legal context for commercial-truck crashs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Kentucky, the statute of limitations on most personal-injury claims is 1 year from the date of the crash. Missing that window almost always ends the case — courts dismiss late-filed lawsuits with rare exceptions for minors, mental incapacity, or delayed discovery of injuries. Notice deadlines for claims against gove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commercial-truck crash claim in Kentucky?</a:t>
            </a:r>
          </a:p>
          <a:p>
            <a:pPr>
              <a:spcAft>
                <a:spcPts val="800"/>
              </a:spcAft>
              <a:defRPr sz="1500">
                <a:solidFill>
                  <a:srgbClr val="94A3B8"/>
                </a:solidFill>
              </a:defRPr>
            </a:pPr>
            <a:r>
              <a:t>A: Kentucky sets a 1-year statute of limitations for most personal-injury lawsuits arising from a commercial-truck crash, running from the date of the crash. Notice-of-claim deadlines against government vehicles are usually much shorter — sometimes 60 to 180 days — and minors and incapacitated plaintiffs may have tolled deadlines. Treat the headline number as a ceiling, not a target: file or consult </a:t>
            </a:r>
          </a:p>
          <a:p>
            <a:pPr>
              <a:spcAft>
                <a:spcPts val="800"/>
              </a:spcAft>
              <a:defRPr sz="1500">
                <a:solidFill>
                  <a:srgbClr val="94A3B8"/>
                </a:solidFill>
              </a:defRPr>
            </a:pPr>
            <a:r>
              <a:t>Q: How much does it cost to talk to a SemiTruckMatch-network attorney?</a:t>
            </a:r>
          </a:p>
          <a:p>
            <a:pPr>
              <a:spcAft>
                <a:spcPts val="800"/>
              </a:spcAft>
              <a:defRPr sz="1500">
                <a:solidFill>
                  <a:srgbClr val="94A3B8"/>
                </a:solidFill>
              </a:defRPr>
            </a:pPr>
            <a:r>
              <a:t>A: Nothing up front. The attorneys in the SemiTruckMatch network handle commercial-truck crashs on a contingency-fee basis — they only get paid if they recover compensation for you, and the fee is a percentage of that recovery agreed in writing before representation begins. The initial consultation is free, and there is no obligation to hire the attorney after the call. SemiTruckMatch (operated by Wr</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https://www.wreckmatch.com/blog/semi-truck-accident-in-louisville-kentucky-top-city-guide-2026-07-02</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https://www.wreckmatch.com/blog/semi-truck-accident-in-louisville-kentucky-top-city-guide-2026-07-02</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Louisville, Kentucky — Top City Guide (2026-07-02)</dc:title>
  <dc:subject>WreckMatch educational guide — Truck Accidents</dc:subject>
  <dc:creator/>
  <cp:keywords>WreckMatch, car accident, Kentucky, Truck Accidents, semi truck accident in louisville kentucky top city guide 2026 07 02, personal injury, attorney matching</cp:keywords>
  <dc:description>Gold-tier presentation summary for https://www.wreckmatch.com/blog/semi-truck-accident-in-louisville-kentucky-top-city-guide-2026-07-02.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