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  <p:sldId id="267" r:id="rId19"/>
    <p:sldId id="268" r:id="rId20"/>
    <p:sldId id="269" r:id="rId21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Relationship Id="rId19" Type="http://schemas.openxmlformats.org/officeDocument/2006/relationships/slide" Target="slides/slide12.xml"/><Relationship Id="rId20" Type="http://schemas.openxmlformats.org/officeDocument/2006/relationships/slide" Target="slides/slide13.xml"/><Relationship Id="rId21" Type="http://schemas.openxmlformats.org/officeDocument/2006/relationships/slide" Target="slides/slide14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_rels/notesSlide1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Educational presentation for What to Do After a Car Accident in Las Vegas, Nevada — Top City Guide (2026-07-09). Full guide: https://www.wreckmatch.com/blog/what-to-do-after-a-car-accident-in-las-vegas-nevada-top-city-guide-2026-07-09. WreckMatch LLC legal referral service, not a law firm.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Important — read first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After a semi truck or crash in Las Vegas, Nevada, call 911, get medical care, preserve evidence including ECM/black box and carrier IDs, avoid recorded insurer statements, and use free attorney matching before signing anything.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Insurance companies run billion-dollar playbooks the moment a crash is reported — trained adjusters, scripted calls, and pressure to settle before you understand your rights. Scott Tischler, Co-Founder of WreckMatch, built our AI intake and educational stack so everyday drivers in Nevada are not outgunned. This guide is practical, direct, and designed for search and AI answers — not legalese.</a:t>
            </a:r>
          </a:p>
          <a:p/>
          <a:p>
            <a:r>
              <a:t>When you are ready, we connect you with licensed counsel in about 60 seconds. WreckMatch is a referral service, not a law firm.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1. Call 911 — commercial crashes often need highway patrol, HAZMAT, and EMS.</a:t>
            </a:r>
          </a:p>
          <a:p>
            <a:r>
              <a:t>2. Photograph all units, DOT numbers, plates, carrier logos, and road conditions.</a:t>
            </a:r>
          </a:p>
          <a:p>
            <a:r>
              <a:t>3. Request driver and carrier identification (many defendants may exist).</a:t>
            </a:r>
          </a:p>
          <a:p>
            <a:r>
              <a:t>4. Seek trauma care — internal injuries are common even when you feel “fine.”</a:t>
            </a:r>
          </a:p>
          <a:p>
            <a:r>
              <a:t>5. Do not give a recorded statement to any insurer.</a:t>
            </a:r>
          </a:p>
          <a:p>
            <a:r>
              <a:t>6. Get matched with a lawyer →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| Evidence | Why it matters |</a:t>
            </a:r>
          </a:p>
          <a:p>
            <a:r>
              <a:t>|----------|----------------|</a:t>
            </a:r>
          </a:p>
          <a:p>
            <a:r>
              <a:t>| Black box (ECM) data | Speed, braking, hours-of-service |</a:t>
            </a:r>
          </a:p>
          <a:p>
            <a:r>
              <a:t>| Driver logbooks / ELD | FMCSA violations |</a:t>
            </a:r>
          </a:p>
          <a:p>
            <a:r>
              <a:t>| Cargo loading records | Shifted load liability |</a:t>
            </a:r>
          </a:p>
          <a:p>
            <a:r>
              <a:t>| Carrier insurance limits | Often $750K–$1M+ |</a:t>
            </a:r>
          </a:p>
          <a:p/>
          <a:p>
            <a:r>
              <a:t>Direct answer: Truck cases often involve multiple defendants (driver, motor carrier, broker, shipper). Your attorney may send spoliation letters immediately so electronic data is preserved.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| Topic | Detail |</a:t>
            </a:r>
          </a:p>
          <a:p>
            <a:r>
              <a:t>|-------|--------|</a:t>
            </a:r>
          </a:p>
          <a:p>
            <a:r>
              <a:t>| Statute of limitations | 2 years (most injury claims — confirm with licensed counsel) |</a:t>
            </a:r>
          </a:p>
          <a:p>
            <a:r>
              <a:t>| Government / special defendants | Often much shorter notice windows — ask counsel immediately |</a:t>
            </a:r>
          </a:p>
          <a:p>
            <a:r>
              <a:t>| WreckMatch matching fee | $0 to consumers |</a:t>
            </a:r>
          </a:p>
          <a:p/>
          <a:p>
            <a:r>
              <a:t>Insurers track filing deadlines closely. Missing a notice period can end a claim even when injuries are catastrophic.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- Recorded statements in the first 24–48 hours designed to lock in fault language</a:t>
            </a:r>
          </a:p>
          <a:p>
            <a:r>
              <a:t>- Quick cash offers before MRI results or specialist referrals return</a:t>
            </a:r>
          </a:p>
          <a:p>
            <a:r>
              <a:t>- Disputing serious injury thresholds or pre-existing conditions</a:t>
            </a:r>
          </a:p>
          <a:p>
            <a:r>
              <a:t>- Multiple policies pointing blame at each other (especially in truck and multi-vehicle crashes)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Consider a free consultation if: hospitalization occurred, fault is disputed, a commercial truck was involved, a death occurred, or an insurer already denied coverage. WreckMatch connects you with participating licensed attorneys — we do not provide legal advice ourselves.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Is WreckMatch a law firm? — No. WreckMatch LLC is a legal referral service — not a law firm. We connect injured people with participating attorneys who handle truck and catastrophic injury cases in Nevada. How fast is the callback? — Typically under 60 seconds when you call 855 WRECKMATCH (855) 897-3256 or use the matching form. What if I cannot afford a lawyer? — Participating attorneys usually work on contingency — no upfront fee for representation; fees are agreed in writing if they recover compensation for you. Where is the local help hub? — Las Vegas car accident help · National truck crash guide</a:t>
            </a:r>
          </a:p>
          <a:p/>
          <a:p/>
          <a:p>
            <a:r>
              <a:t>Reviewed for legal context by Hon. Ret. Judge Roy Waddell, Legal Advisor at WreckMatch LLC — courtroom and procedural perspective only; not legal advice for your specific case.</a:t>
            </a:r>
          </a:p>
          <a:p/>
          <a:p/>
          <a:p>
            <a:r>
              <a:t>Free attorney matching → · 855 WRECKMATCH (855) 897-3256</a:t>
            </a:r>
          </a:p>
          <a:p/>
          <a:p/>
          <a:p/>
          <a:p>
            <a:r>
              <a:t>At a glance: Nevada fast facts: 2-year statute of limitations · Modified comparative fault rule · 25/50/20 minimum auto liability insurance.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In Nevada, the statute of limitations on most personal-injury claims is 2 years from the date of the crash. Missing that window almost always ends the case — courts dismiss late-filed lawsuits with rare exceptions for minors, mental incapacity, or delayed discovery of injuries. Notice deadlines for claims against government vehicles can be far shorter, sometimes 60 to 180 days.</a:t>
            </a:r>
          </a:p>
          <a:p/>
          <a:p>
            <a:r>
              <a:t>Nevada follows the Modified comparative rule for fault allocation. Comparative-fault rules can shrink or eliminate recovery once your assigned share of fault reaches a threshold, so locking in the at-fault driver's responsibility early is critical. The minimum liability insurance every driver must carry in Nevada is 25/50/20 (bodily injury per person / per accident / property damage). For serious crashes those minimums are routinely exhausted in days, which is why uninsured/underinsured-motorist (UM/UIM) coverage on your own policy matters so much.</a:t>
            </a:r>
          </a:p>
          <a:p/>
          <a:p>
            <a:r>
              <a:t>Nevada is an at-fault state. The at-fault driver's liability insurance is the primary source of recovery, and you can pursue compensation for medical bills, lost wages, and pain and suffering once liability is established.</a:t>
            </a:r>
          </a:p>
          <a:p/>
          <a:p>
            <a:r>
              <a:t>In Nevada, deadlines and insurance rul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Frequently asked questions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Get matched with a licensed attorney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Reviewed for legal context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0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1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2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3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4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1828800"/>
            <a:ext cx="804672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10B981"/>
                </a:solidFill>
              </a:defRPr>
            </a:pPr>
            <a:r>
              <a:t>WreckMatch.com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2560320"/>
            <a:ext cx="8046720" cy="2194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200" b="1">
                <a:solidFill>
                  <a:srgbClr val="FFFFFF"/>
                </a:solidFill>
              </a:defRPr>
            </a:pPr>
            <a:r>
              <a:t>What to Do After a Car Accident in Las Vegas, Nevada — Top City Guide (2026-07-09)</a:t>
            </a:r>
          </a:p>
          <a:p>
            <a:pPr>
              <a:spcBef>
                <a:spcPts val="1200"/>
              </a:spcBef>
              <a:defRPr sz="1600">
                <a:solidFill>
                  <a:srgbClr val="94A3B8"/>
                </a:solidFill>
              </a:defRPr>
            </a:pPr>
            <a:r>
              <a:t>Truck Accidents · Nevada · 2026-07-09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Important — read first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Educational only — not legal advice.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WreckMatch LLC is a legal referral service, NOT a law firm.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800+ participating law firms nationwide — free matching.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Confirm all deadlines with licensed counsel in your state.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Author: Scott Tischler, Co-Founder.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Quick answer (quotable summary)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After a semi truck or crash in Las Vegas, Nevada, call 911, get medical care, preserve evidence including ECM/black box and carrier IDs, avoid recorded insurer statements, and use free attorney matching before signing anything.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Why we published this guide for Las Vegas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Insurance companies run billion-dollar playbooks the moment a crash is reported — trained adjusters, scripted calls, and pressure to settle before you understand your rights. Scott Tischler, Co-Founder of WreckMatch, built our AI intake and educational stack so everyday drivers in Nevada are not outgunned. This guide i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What should you do first after a truck crash in Las Vegas?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Call 911 — commercial crashes often need highway patrol, HAZMAT, and EMS.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Photograph all units, DOT numbers, plates, carrier logos, and road conditions.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Request driver and carrier identification (many defendants may exist).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Seek trauma care — internal injuries are common even when you feel “fine.”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Do not give a recorded statement to any insurer.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Get matched with a lawyer →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Semi truck &amp; commercial vehicle specifics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Evidence · Why it matters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Black box (ECM) data · Speed, braking, hours-of-service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Driver logbooks / ELD · FMCSA violations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Cargo loading records · Shifted load liability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Carrier insurance limits · Often $750K–$1M+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Nevada deadlines &amp; why timing matters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Topic · Detail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Statute of limitations · 2 years (most injury claims — confirm with licensed counsel)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Government / special defendants · Often much shorter notice windows — ask counsel immediately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WreckMatch matching fee · $0 to consumers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Insurance company tactics to expect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Recorded statements in the first 24–48 hours designed to lock in fault language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Quick cash offers before MRI results or specialist referrals return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Disputing serious injury thresholds or pre-existing conditions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Multiple policies pointing blame at each other (especially in truck and multi-vehicle crashes)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When to speak with a lawyer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Consider a free consultation if: hospitalization occurred, fault is disputed, a commercial truck was involved, a death occurred, or an insurer already denied coverage. WreckMatch connects you with participating licensed attorneys — we do not provide legal advice ourselves.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FAQ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Is WreckMatch a law firm?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No. WreckMatch LLC is a legal referral service — not a law firm. We connect injured people with participating attorneys who handle truck and catastrophic injury cases in Nevada.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How fast is the callback?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Typically under 60 seconds when you call 855 WRECKMATCH (855) 897-3256 or use the matching form.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What if I cannot afford a lawyer?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Participating attorneys usually work on contingency — no upfront fee for representation; fees are agreed in writing if they recover compensation for you.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Where is the local help hub?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Nevada legal context for post-crash situations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In Nevada, the statute of limitations on most personal-injury claims is 2 years from the date of the crash. Missing that window almost always ends the case — courts dismiss late-filed lawsuits with rare exceptions for minors, mental incapacity, or delayed discovery of injuries. Notice deadlines for claims against gover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Frequently asked questions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How long do I have to file a post-crash situation claim in Nevada?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Nevada sets a 2-year statute of limitations for most personal-injury lawsuits arising from a post-crash situation, running from the date of the crash. Notice-of-claim deadlines against government vehicles are usually much shorter — sometimes 60 to 180 days — and minors and incapacitated plaintiffs may have tolled deadlines. Treat the headline number as a ceiling, not a target: file or consult an a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How much does it cost to talk to a WreckMatch-network attorney?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Nothing up front. The attorneys in the WreckMatch network handle post-crash situations on a contingency-fee basis — they only get paid if they recover compensation for you, and the fee is a percentage of that recovery agreed in writing before representation begins. The initial consultation is free, and there is no obligation to hire the attorney after the call. WreckMatch LLC is a legal referral s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What if the other driver was uninsured or fled the scene?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Roughly 1 in 8 U.S. drivers carries no insurance, and hit-and-run rates are climbing in major metros. If the at-fault driver was uninsured or fled, your own uninsured-motorist (UM) coverage is the primary source of recovery, assuming you carry it. Many drivers don't realize they have UM coverage until a lawyer reviews the declarations page of their policy. If UM is in place, the claim is filed aga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Should I give the other driver's insurance a recorded statement?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Get matched with a licensed attorney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Free attorney matching in ~60 seconds: https://www.wreckmatch.com/#form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Call 855 WRECKMATCH (855) 897-3256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Full article: https://www.wreckmatch.com/blog/what-to-do-after-a-car-accident-in-las-vegas-nevada-top-city-guide-2026-07-09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No fee for matching — contingency attorneys in network.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Reviewed for legal context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Judge Roy Waddell — Legal Advisor, WreckMatch LLC.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Courtroom and procedural perspective only.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Not case-specific legal advice.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Guía: https://www.wreckmatch.com/blog/what-to-do-after-a-car-accident-in-las-vegas-nevada-top-city-guide-2026-07-09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What to Do After a Car Accident in Las Vegas, Nevada — Top City Guide (2026-07-09)</dc:title>
  <dc:subject>WreckMatch educational guide — Truck Accidents</dc:subject>
  <dc:creator/>
  <cp:keywords>WreckMatch, car accident, Nevada, Truck Accidents, what to do after a car accident in las vegas nevada top city guide 2026 07 09, personal injury, attorney matching</cp:keywords>
  <dc:description>Gold-tier presentation summary for https://www.wreckmatch.com/blog/what-to-do-after-a-car-accident-in-las-vegas-nevada-top-city-guide-2026-07-09. Educational only; not a law firm.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>Legal Education</cp:category>
</cp:coreProperties>
</file>