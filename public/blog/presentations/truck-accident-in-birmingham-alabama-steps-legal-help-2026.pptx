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Birmingham, Alabama: Steps &amp; Legal Help (2026). Full guide: https://www.wreckmatch.com/blog/truck-accident-in-birmingham-alabama-steps-legal-help-2026.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Birmingham, Alabama,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Alabama.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Birmingham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Alabama fast facts: 2-year statute of limitations · Contributory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Alabama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Alabama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Alabama is an at-fault state. The at-fault driver's liability insurance is the primary source of recovery, and you can pursue compensation for medical bills, lost wages, and pain and suffering once liabil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Birmingham, Alabama: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Alabama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Birmingham, Alabama,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Birmingham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Birmingham?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Alabama.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Alabama?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Alabama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https://www.wreckmatch.com/blog/truck-accident-in-birmingham-alabama-steps-legal-help-2026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https://www.wreckmatch.com/blog/truck-accident-in-birmingham-alabama-steps-legal-help-2026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Birmingham, Alabama: Steps &amp; Legal Help (2026)</dc:title>
  <dc:subject>WreckMatch educational guide — Truck Accidents</dc:subject>
  <dc:creator/>
  <cp:keywords>WreckMatch, car accident, Alabama, Truck Accidents, truck accident in birmingham alabama steps legal help 2026, personal injury, attorney matching</cp:keywords>
  <dc:description>Gold-tier presentation summary for https://www.wreckmatch.com/blog/truck-accident-in-birmingham-alabama-steps-legal-help-2026.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