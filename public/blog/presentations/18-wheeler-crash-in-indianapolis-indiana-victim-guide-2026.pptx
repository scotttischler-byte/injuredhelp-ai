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18-Wheeler Crash in Indianapolis, Indiana — Victim Guide (2026). Full guide: https://www.wreckmatch.com/blog/18-wheeler-crash-in-indianapolis-indiana-victim-guide-2026.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Indianapolis, Indiana,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Indiana.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Indianapolis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Indiana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Indiana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Indiana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Indiana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Indiana,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18-Wheeler Crash in Indianapolis, Indiana — Victim Guide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Indiana · 2026-06-10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Indianapolis, Indiana,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Indianapolis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Indianapolis?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Indiana.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legal context for commercial-truck crashs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commercial-truck crash claim in Indiana?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Indiana sets a 2-year statute of limitations for most personal-injury lawsuits arising from a commercial-truck crash,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commercial-truck crashs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https://www.wreckmatch.com/blog/18-wheeler-crash-in-indianapolis-indiana-victim-guide-2026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https://www.wreckmatch.com/blog/18-wheeler-crash-in-indianapolis-indiana-victim-guide-2026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18-Wheeler Crash in Indianapolis, Indiana — Victim Guide (2026)</dc:title>
  <dc:subject>WreckMatch educational guide — Truck Accidents</dc:subject>
  <dc:creator/>
  <cp:keywords>WreckMatch, car accident, Indiana, Truck Accidents, 18 wheeler crash in indianapolis indiana victim guide 2026, personal injury, attorney matching</cp:keywords>
  <dc:description>Gold-tier presentation summary for https://www.wreckmatch.com/blog/18-wheeler-crash-in-indianapolis-indiana-victim-guide-2026.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