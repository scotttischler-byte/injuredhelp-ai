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Insurance Denied Your Claim in Houston? (Texas 2026). Full guide: https://www.wreckmatch.com/blog/insurance-denied-your-claim-in-houston-texas-2026.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crash in Houston, call 911, get trauma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Texas. How fast is callback? — Typically under 60 seconds at wreckmatch.com. Full Houston guide — Houston help hub</a:t>
            </a:r>
          </a:p>
          <a:p/>
          <a:p>
            <a:r>
              <a:t>Free attorney matching →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a:t>
            </a:r>
          </a:p>
          <a:p/>
          <a:p>
            <a:r>
              <a:t>Reviewed for legal context by Judge Roy Waddell, Legal Advisor at WreckMatch LLC — courtroom and procedural perspective only; not legal advice for your specific case.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Insurance Denied Your Claim in Houston? (Texas 2026)</a:t>
            </a:r>
          </a:p>
          <a:p>
            <a:pPr>
              <a:spcBef>
                <a:spcPts val="1200"/>
              </a:spcBef>
              <a:defRPr sz="1600">
                <a:solidFill>
                  <a:srgbClr val="94A3B8"/>
                </a:solidFill>
              </a:defRPr>
            </a:pPr>
            <a:r>
              <a:t>Texas · Texas · 2026-05-22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Houston, call 911, get trauma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WreckMatch fee · $0 matching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Texas.</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Houston guide</a:t>
            </a:r>
          </a:p>
          <a:p>
            <a:pPr>
              <a:spcAft>
                <a:spcPts val="800"/>
              </a:spcAft>
              <a:defRPr sz="1500">
                <a:solidFill>
                  <a:srgbClr val="94A3B8"/>
                </a:solidFill>
              </a:defRPr>
            </a:pPr>
            <a:r>
              <a:t>A: Houston help hub</a:t>
            </a:r>
            <a:br/>
            <a:br/>
            <a:r>
              <a:t>Free attorney matching → · (978) 515-6063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br/>
            <a:br/>
            <a:r>
              <a:t>Reviewed for legal context by Judge Roy Waddell, Legal Advisor at WreckMatch LLC — courtroom and procedural perspective only; not legal advice for your specific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Texas?</a:t>
            </a:r>
          </a:p>
          <a:p>
            <a:pPr>
              <a:spcAft>
                <a:spcPts val="800"/>
              </a:spcAft>
              <a:defRPr sz="1500">
                <a:solidFill>
                  <a:srgbClr val="94A3B8"/>
                </a:solidFill>
              </a:defRPr>
            </a:pPr>
            <a:r>
              <a:t>A: Texas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attor</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https://www.wreckmatch.com/blog/insurance-denied-your-claim-in-houston-texas-2026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https://www.wreckmatch.com/blog/insurance-denied-your-claim-in-houston-texas-2026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Insurance Denied Your Claim in Houston? (Texas 2026)</dc:title>
  <dc:subject>WreckMatch educational guide — Texas</dc:subject>
  <dc:creator/>
  <cp:keywords>WreckMatch, car accident, Texas, Texas, insurance denied your claim in houston texas 2026, personal injury, attorney matching</cp:keywords>
  <dc:description>Gold-tier presentation summary for https://www.wreckmatch.com/blog/insurance-denied-your-claim-in-houston-texas-2026.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