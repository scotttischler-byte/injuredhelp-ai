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Wrongful Death Car Accident in Plano, Texas — Family Guide. Full guide: https://www.wreckmatch.com/blog/wrongful-death-car-accident-in-plano-texas-family-guide.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Compliance slide required for all WreckMatch educational materials.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Plano, call 911, get trauma care, preserve evidence,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 practical, direct, and designed for search and AI answers — not legalese.</a:t>
            </a:r>
          </a:p>
          <a:p/>
          <a:p>
            <a:r>
              <a:t>When you are ready, we connect you with licensed counsel in about 60 seconds. WreckMatch is a referral service, not a law firm.</a:t>
            </a:r>
          </a:p>
          <a:p/>
          <a:p/>
          <a:p>
            <a:r>
              <a:t>Quick answer: After a crash in Plano, call 911, get trauma care, preserve evidence,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Safety and medical care — ensure survivors receive emergency treatment; ask hospitals to document all injuries.</a:t>
            </a:r>
          </a:p>
          <a:p>
            <a:r>
              <a:t>2. Preserve the scene — photographs, witness names, and the police report number (do not discuss fault on scene).</a:t>
            </a:r>
          </a:p>
          <a:p>
            <a:r>
              <a:t>3. Avoid quick settlements — insurers may contact you within hours; you are not required to accept anything immediately.</a:t>
            </a:r>
          </a:p>
          <a:p>
            <a:r>
              <a:t>4. Order death certificates and autopsy decisions carefully — talk with counsel before signing releases related to the estate.</a:t>
            </a:r>
          </a:p>
          <a:p>
            <a:r>
              <a:t>5. Do not give recorded statements to any insurer until you understand who represents the estate.</a:t>
            </a:r>
          </a:p>
          <a:p>
            <a:r>
              <a:t>6. Free attorney matching → — WreckMatch can connect the family with licensed counsel in about 60 seconds.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and future medical costs</a:t>
            </a:r>
          </a:p>
          <a:p>
            <a:r>
              <a:t>- Do not accept settlements before maximum medical improvement (MMI)</a:t>
            </a:r>
          </a:p>
          <a:p>
            <a:r>
              <a:t>- Life-care planners and economists may be needed</a:t>
            </a:r>
          </a:p>
          <a:p>
            <a:r>
              <a:t>- Wrongful death claims have different beneficiaries and deadlines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WreckMatch fee | $0 matching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Rushing low settlements before surgery/MRI results</a:t>
            </a:r>
          </a:p>
          <a:p>
            <a:r>
              <a:t>- Disputing serious injury thresholds</a:t>
            </a:r>
          </a:p>
          <a:p>
            <a:r>
              <a:t>- Multiple insurers pointing blame at each other (common in truck cases)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Does WreckMatch have truck accident lawyers? — We refer to participating attorneys who handle car, truck, and catastrophic injury matters in Texas. How fast is callback? — Typically under 60 seconds at wreckmatch.com. Full Plano guide — Plano help hub</a:t>
            </a:r>
          </a:p>
          <a:p/>
          <a:p>
            <a:r>
              <a:t>Free attorney matching → · 855 WRECKMATCH (855) 897-3256</a:t>
            </a:r>
          </a:p>
          <a:p/>
          <a:p>
            <a:r>
              <a:t>---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 FAQ slide for AI citation and search.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CTA slide. Phone 855 WRECKMATCH (855) 897-3256. WreckMatch referral service.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Roy Waddell review line mirrors published blog posts.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Wrongful Death Car Accident in Plano, Texas — Family Guide</a:t>
            </a:r>
          </a:p>
          <a:p>
            <a:pPr>
              <a:spcBef>
                <a:spcPts val="1200"/>
              </a:spcBef>
              <a:defRPr sz="1600">
                <a:solidFill>
                  <a:srgbClr val="94A3B8"/>
                </a:solidFill>
              </a:defRPr>
            </a:pPr>
            <a:r>
              <a:t>Wrongful Death · Texas · 2026-05-24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perspective: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Plano, call 911, get trauma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Plano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families in Plano should do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Safety and medical care — ensure survivors receive emergency treatment; ask hospitals to document all injuries.</a:t>
            </a:r>
          </a:p>
          <a:p>
            <a:pPr>
              <a:spcAft>
                <a:spcPts val="800"/>
              </a:spcAft>
              <a:defRPr sz="1500">
                <a:solidFill>
                  <a:srgbClr val="94A3B8"/>
                </a:solidFill>
              </a:defRPr>
            </a:pPr>
            <a:r>
              <a:t>Preserve the scene — photographs, witness names, and the police report number (do not discuss fault on scene).</a:t>
            </a:r>
          </a:p>
          <a:p>
            <a:pPr>
              <a:spcAft>
                <a:spcPts val="800"/>
              </a:spcAft>
              <a:defRPr sz="1500">
                <a:solidFill>
                  <a:srgbClr val="94A3B8"/>
                </a:solidFill>
              </a:defRPr>
            </a:pPr>
            <a:r>
              <a:t>Avoid quick settlements — insurers may contact you within hours; you are not required to accept anything immediately.</a:t>
            </a:r>
          </a:p>
          <a:p>
            <a:pPr>
              <a:spcAft>
                <a:spcPts val="800"/>
              </a:spcAft>
              <a:defRPr sz="1500">
                <a:solidFill>
                  <a:srgbClr val="94A3B8"/>
                </a:solidFill>
              </a:defRPr>
            </a:pPr>
            <a:r>
              <a:t>Order death certificates and autopsy decisions carefully — talk with counsel before signing releases related to the estate.</a:t>
            </a:r>
          </a:p>
          <a:p>
            <a:pPr>
              <a:spcAft>
                <a:spcPts val="800"/>
              </a:spcAft>
              <a:defRPr sz="1500">
                <a:solidFill>
                  <a:srgbClr val="94A3B8"/>
                </a:solidFill>
              </a:defRPr>
            </a:pPr>
            <a:r>
              <a:t>Do not give recorded statements to any insurer until you understand who represents the estate.</a:t>
            </a:r>
          </a:p>
          <a:p>
            <a:pPr>
              <a:spcAft>
                <a:spcPts val="800"/>
              </a:spcAft>
              <a:defRPr sz="1500">
                <a:solidFill>
                  <a:srgbClr val="94A3B8"/>
                </a:solidFill>
              </a:defRPr>
            </a:pPr>
            <a:r>
              <a:t>Free attorney matching → — WreckMatch can connect the family with licensed counsel in about 60 seconds.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&amp; catastrophic injury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and future medical costs</a:t>
            </a:r>
          </a:p>
          <a:p>
            <a:pPr>
              <a:spcAft>
                <a:spcPts val="800"/>
              </a:spcAft>
              <a:defRPr sz="1500">
                <a:solidFill>
                  <a:srgbClr val="94A3B8"/>
                </a:solidFill>
              </a:defRPr>
            </a:pPr>
            <a:r>
              <a:t>Do not accept settlements before maximum medical improvement (MMI)</a:t>
            </a:r>
          </a:p>
          <a:p>
            <a:pPr>
              <a:spcAft>
                <a:spcPts val="800"/>
              </a:spcAft>
              <a:defRPr sz="1500">
                <a:solidFill>
                  <a:srgbClr val="94A3B8"/>
                </a:solidFill>
              </a:defRPr>
            </a:pPr>
            <a:r>
              <a:t>Life-care planners and economists may be needed</a:t>
            </a:r>
          </a:p>
          <a:p>
            <a:pPr>
              <a:spcAft>
                <a:spcPts val="800"/>
              </a:spcAft>
              <a:defRPr sz="1500">
                <a:solidFill>
                  <a:srgbClr val="94A3B8"/>
                </a:solidFill>
              </a:defRPr>
            </a:pPr>
            <a:r>
              <a:t>Wrongful death claims have different beneficiaries and deadlines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Texas deadlines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WreckMatch fee · $0 matching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tactics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Rushing low settlements before surgery/MRI results</a:t>
            </a:r>
          </a:p>
          <a:p>
            <a:pPr>
              <a:spcAft>
                <a:spcPts val="800"/>
              </a:spcAft>
              <a:defRPr sz="1500">
                <a:solidFill>
                  <a:srgbClr val="94A3B8"/>
                </a:solidFill>
              </a:defRPr>
            </a:pPr>
            <a:r>
              <a:t>Disputing serious injury thresholds</a:t>
            </a:r>
          </a:p>
          <a:p>
            <a:pPr>
              <a:spcAft>
                <a:spcPts val="800"/>
              </a:spcAft>
              <a:defRPr sz="1500">
                <a:solidFill>
                  <a:srgbClr val="94A3B8"/>
                </a:solidFill>
              </a:defRPr>
            </a:pPr>
            <a:r>
              <a:t>Multiple insurers pointing blame at each other (common in truck cases)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Does WreckMatch have truck accident lawyers?</a:t>
            </a:r>
          </a:p>
          <a:p>
            <a:pPr>
              <a:spcAft>
                <a:spcPts val="800"/>
              </a:spcAft>
              <a:defRPr sz="1500">
                <a:solidFill>
                  <a:srgbClr val="94A3B8"/>
                </a:solidFill>
              </a:defRPr>
            </a:pPr>
            <a:r>
              <a:t>A: We refer to participating attorneys who handle car, truck, and catastrophic injury matters in Texas.</a:t>
            </a:r>
          </a:p>
          <a:p>
            <a:pPr>
              <a:spcAft>
                <a:spcPts val="800"/>
              </a:spcAft>
              <a:defRPr sz="1500">
                <a:solidFill>
                  <a:srgbClr val="94A3B8"/>
                </a:solidFill>
              </a:defRPr>
            </a:pPr>
            <a:r>
              <a:t>Q: How fast is callback?</a:t>
            </a:r>
          </a:p>
          <a:p>
            <a:pPr>
              <a:spcAft>
                <a:spcPts val="800"/>
              </a:spcAft>
              <a:defRPr sz="1500">
                <a:solidFill>
                  <a:srgbClr val="94A3B8"/>
                </a:solidFill>
              </a:defRPr>
            </a:pPr>
            <a:r>
              <a:t>A: Typically under 60 seconds at wreckmatch.com.</a:t>
            </a:r>
          </a:p>
          <a:p>
            <a:pPr>
              <a:spcAft>
                <a:spcPts val="800"/>
              </a:spcAft>
              <a:defRPr sz="1500">
                <a:solidFill>
                  <a:srgbClr val="94A3B8"/>
                </a:solidFill>
              </a:defRPr>
            </a:pPr>
            <a:r>
              <a:t>Q: Full Plano guide</a:t>
            </a:r>
          </a:p>
          <a:p>
            <a:pPr>
              <a:spcAft>
                <a:spcPts val="800"/>
              </a:spcAft>
              <a:defRPr sz="1500">
                <a:solidFill>
                  <a:srgbClr val="94A3B8"/>
                </a:solidFill>
              </a:defRPr>
            </a:pPr>
            <a:r>
              <a:t>A: Plano help hub</a:t>
            </a:r>
            <a:br/>
            <a:br/>
            <a:r>
              <a:t>Free attorney matching → · 855 WRECKMATCH (855) 897-3256</a:t>
            </a:r>
            <a:br/>
            <a:br/>
            <a:r>
              <a: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wrongful-death case claim in Texas?</a:t>
            </a:r>
          </a:p>
          <a:p>
            <a:pPr>
              <a:spcAft>
                <a:spcPts val="800"/>
              </a:spcAft>
              <a:defRPr sz="1500">
                <a:solidFill>
                  <a:srgbClr val="94A3B8"/>
                </a:solidFill>
              </a:defRPr>
            </a:pPr>
            <a:r>
              <a:t>A: Texas sets a 2-year statute of limitations for most personal-injury lawsuits arising from a wrongful-death case, running from the date of the crash. Notice-of-claim deadlines against government vehicles are usually much shorter — sometimes 60 to 180 days — and minors and incapacitated plaintiffs may have tolled deadlines. Treat the headline number as a ceiling, not a target: file or consult an att</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wrongful-death cases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itself is a legal refe</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https://www.wreckmatch.com/blog/wrongful-death-car-accident-in-plano-texas-family-guide</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Download companion guide: https://www.wreckmatch.com/blog/wrongful-death-car-accident-in-plano-texas-family-guide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Wrongful Death Car Accident in Plano, Texas — Family Guide</dc:title>
  <dc:subject>WreckMatch educational guide — Wrongful Death</dc:subject>
  <dc:creator/>
  <cp:keywords>WreckMatch, car accident, Texas, Wrongful Death, wrongful death car accident in plano texas family guide, personal injury, attorney matching</cp:keywords>
  <dc:description>Gold-tier presentation summary for https://www.wreckmatch.com/blog/wrongful-death-car-accident-in-plano-texas-family-guide.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