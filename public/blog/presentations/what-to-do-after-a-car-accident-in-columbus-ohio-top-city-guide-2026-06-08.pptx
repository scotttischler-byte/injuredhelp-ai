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Columbus, Ohio — Top City Guide (2026-06-08). Full guide: https://www.wreckmatch.com/blog/what-to-do-after-a-car-accident-in-columbus-ohio-top-city-guide-2026-06-08.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Columbus, Ohio,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Ohio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Ohio.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Columbus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Ohio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Ohio,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Ohio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Ohio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Ohio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Ohio, deadlines and insurance rules can change how claims are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Columbus, Ohio — Top City Guide (2026-06-08)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Ohio · 2026-06-08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Columbus, Ohio,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Columbus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Ohio are not outgunned. This guide 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Columbus?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Ohio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Ohio.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Ohio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Ohio,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Ohio?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Ohio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https://www.wreckmatch.com/blog/what-to-do-after-a-car-accident-in-columbus-ohio-top-city-guide-2026-06-08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https://www.wreckmatch.com/blog/what-to-do-after-a-car-accident-in-columbus-ohio-top-city-guide-2026-06-08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Columbus, Ohio — Top City Guide (2026-06-08)</dc:title>
  <dc:subject>WreckMatch educational guide — Severe Injury</dc:subject>
  <dc:creator/>
  <cp:keywords>WreckMatch, car accident, Ohio, Severe Injury, what to do after a car accident in columbus ohio top city guide 2026 06 08, personal injury, attorney matching</cp:keywords>
  <dc:description>Gold-tier presentation summary for https://www.wreckmatch.com/blog/what-to-do-after-a-car-accident-in-columbus-ohio-top-city-guide-2026-06-08.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