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Educational presentation for Should You Talk to the Insurance Adjuster Before a Lawyer?. Full guide: https://www.wreckmatch.com/blog/car-accident-attorney-vs-insurance-adjuster. WreckMatch LLC legal referral service, not a law firm.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Compliance slide required for all WreckMatch educational materials.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safest move after any serious crash is to get medical care, preserve photos and witness info, avoid recorded insurer statements, and speak with licensed counsel in your state before signing releases.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Insurance adjusters minimize payouts. They may ask for a recorded statement that can be used against you later.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Stick to basic facts: date, location, and that you are seeking medical care. Decline to guess about fault or injuries.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If you have medical bills, missed work, or ongoing pain, a contingency-fee personal injury attorney typically costs nothing upfront.</a:t>
            </a:r>
          </a:p>
          <a:p/>
          <a:p>
            <a:r>
              <a:t>WreckMatch connects you with licensed attorneys in all 50 states in under a minute:</a:t>
            </a:r>
          </a:p>
          <a:p/>
          <a:p>
            <a:r>
              <a:t>Call me back now — free form · (978) 515-6063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Call 855 WRECKMATCH (855) 897-3256 or use free attorney matching. Participating attorneys typically work on contingency.</a:t>
            </a:r>
          </a:p>
          <a:p/>
          <a:p>
            <a:r>
              <a:t>Educational only — not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free consultation makes sense after hospitalization, disputed fault, a commercial truck crash, wrongful death, or if an insurer denies coverage. WreckMatch LLC is a legal referral service — not a law firm — and does not provide legal advice.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 Recorded statements in the first 48 hours</a:t>
            </a:r>
          </a:p>
          <a:p>
            <a:r>
              <a:t>- Quick settlement offers before MRI or specialist results</a:t>
            </a:r>
          </a:p>
          <a:p>
            <a:r>
              <a:t>- Disputes over injury severity or pre-existing conditions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Frequently asked questions — FAQ slide for AI citation and search.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CTA slide. Phone 855 WRECKMATCH (855) 897-3256. WreckMatch referral service.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Roy Waddell review line mirrors published blog posts. WreckMatch LLC — legal referral service, not a law firm. Educational only. 800+ participating law firms. Call 855 WRECKMATCH. Reviewed for legal context by Judge Roy Waddell.</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TextBox 1"/>
          <p:cNvSpPr txBox="1"/>
          <p:nvPr/>
        </p:nvSpPr>
        <p:spPr>
          <a:xfrm>
            <a:off x="548640" y="1828800"/>
            <a:ext cx="8046720" cy="1097280"/>
          </a:xfrm>
          <a:prstGeom prst="rect">
            <a:avLst/>
          </a:prstGeom>
          <a:noFill/>
        </p:spPr>
        <p:txBody>
          <a:bodyPr wrap="square">
            <a:spAutoFit/>
          </a:bodyPr>
          <a:lstStyle/>
          <a:p>
            <a:pPr algn="l">
              <a:defRPr sz="1400" b="1">
                <a:solidFill>
                  <a:srgbClr val="10B981"/>
                </a:solidFill>
              </a:defRPr>
            </a:pPr>
            <a:r>
              <a:t>WreckMatch.com</a:t>
            </a:r>
          </a:p>
        </p:txBody>
      </p:sp>
      <p:sp>
        <p:nvSpPr>
          <p:cNvPr id="3" name="TextBox 2"/>
          <p:cNvSpPr txBox="1"/>
          <p:nvPr/>
        </p:nvSpPr>
        <p:spPr>
          <a:xfrm>
            <a:off x="548640" y="2560320"/>
            <a:ext cx="8046720" cy="2194560"/>
          </a:xfrm>
          <a:prstGeom prst="rect">
            <a:avLst/>
          </a:prstGeom>
          <a:noFill/>
        </p:spPr>
        <p:txBody>
          <a:bodyPr wrap="square">
            <a:spAutoFit/>
          </a:bodyPr>
          <a:lstStyle/>
          <a:p>
            <a:pPr>
              <a:defRPr sz="3200" b="1">
                <a:solidFill>
                  <a:srgbClr val="FFFFFF"/>
                </a:solidFill>
              </a:defRPr>
            </a:pPr>
            <a:r>
              <a:t>Should You Talk to the Insurance Adjuster Before a Lawyer?</a:t>
            </a:r>
          </a:p>
          <a:p>
            <a:pPr>
              <a:spcBef>
                <a:spcPts val="1200"/>
              </a:spcBef>
              <a:defRPr sz="1600">
                <a:solidFill>
                  <a:srgbClr val="94A3B8"/>
                </a:solidFill>
              </a:defRPr>
            </a:pPr>
            <a:r>
              <a:t>Car Accidents · 2026-05-14T00:00:00.000Z</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Important — read first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Educational only — not legal advice.</a:t>
            </a:r>
          </a:p>
          <a:p>
            <a:pPr>
              <a:spcAft>
                <a:spcPts val="800"/>
              </a:spcAft>
              <a:defRPr sz="1500">
                <a:solidFill>
                  <a:srgbClr val="94A3B8"/>
                </a:solidFill>
              </a:defRPr>
            </a:pPr>
            <a:r>
              <a:t>WreckMatch LLC is a legal referral service, NOT a law firm.</a:t>
            </a:r>
          </a:p>
          <a:p>
            <a:pPr>
              <a:spcAft>
                <a:spcPts val="800"/>
              </a:spcAft>
              <a:defRPr sz="1500">
                <a:solidFill>
                  <a:srgbClr val="94A3B8"/>
                </a:solidFill>
              </a:defRPr>
            </a:pPr>
            <a:r>
              <a:t>800+ participating law firms nationwide — free matching.</a:t>
            </a:r>
          </a:p>
          <a:p>
            <a:pPr>
              <a:spcAft>
                <a:spcPts val="800"/>
              </a:spcAft>
              <a:defRPr sz="1500">
                <a:solidFill>
                  <a:srgbClr val="94A3B8"/>
                </a:solidFill>
              </a:defRPr>
            </a:pPr>
            <a:r>
              <a:t>Confirm all deadlines with licensed counsel in your state.</a:t>
            </a:r>
          </a:p>
          <a:p>
            <a:pPr>
              <a:spcAft>
                <a:spcPts val="800"/>
              </a:spcAft>
              <a:defRPr sz="1500">
                <a:solidFill>
                  <a:srgbClr val="94A3B8"/>
                </a:solidFill>
              </a:defRPr>
            </a:pPr>
            <a:r>
              <a:t>Author perspective: Scott Tischler, Co-Founder.</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Quick answer (quotable summary)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The safest move after any serious crash is to get medical care, preserve photos and witness info, avoid recorded insurer statements, and speak with licensed counsel in your state before signing releases.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The adjuster's job</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Insurance adjusters minimize payouts. They may ask for a recorded statement that can be used against you later.</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What you can say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Stick to basic facts: date, location, and that you are seeking medical care. Decline to guess about fault or injuries.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a lawyer helps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If you have medical bills, missed work, or ongoing pain, a contingency-fee personal injury attorney typically costs nothing upfront.</a:t>
            </a:r>
            <a:br/>
            <a:br/>
            <a:r>
              <a:t>WreckMatch connects you with licensed attorneys in all 50 states in under a minute:</a:t>
            </a:r>
            <a:br/>
            <a:br/>
            <a:r>
              <a:t>Call me back now — free form · (978) 515-6063</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Free matching in about 60 seconds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Call 855 WRECKMATCH (855) 897-3256 or use free attorney matching. Participating attorneys typically work on contingency.</a:t>
            </a:r>
            <a:br/>
            <a:br/>
            <a:r>
              <a:t>Educational only — not legal advice.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When to speak with a lawyer</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A free consultation makes sense after hospitalization, disputed fault, a commercial truck crash, wrongful death, or if an insurer denies coverage. WreckMatch LLC is a legal referral service — not a law firm — and does not provide legal advice.</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Insurance tactics to expect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Recorded statements in the first 48 hours</a:t>
            </a:r>
          </a:p>
          <a:p>
            <a:pPr>
              <a:spcAft>
                <a:spcPts val="800"/>
              </a:spcAft>
              <a:defRPr sz="1500">
                <a:solidFill>
                  <a:srgbClr val="94A3B8"/>
                </a:solidFill>
              </a:defRPr>
            </a:pPr>
            <a:r>
              <a:t>Quick settlement offers before MRI or specialist results</a:t>
            </a:r>
          </a:p>
          <a:p>
            <a:pPr>
              <a:spcAft>
                <a:spcPts val="800"/>
              </a:spcAft>
              <a:defRPr sz="1500">
                <a:solidFill>
                  <a:srgbClr val="94A3B8"/>
                </a:solidFill>
              </a:defRPr>
            </a:pPr>
            <a:r>
              <a:t>Disputes over injury severity or pre-existing conditions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Frequently asked questions</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Q: How long do I have to file a insurance dispute claim in your state?</a:t>
            </a:r>
          </a:p>
          <a:p>
            <a:pPr>
              <a:spcAft>
                <a:spcPts val="800"/>
              </a:spcAft>
              <a:defRPr sz="1500">
                <a:solidFill>
                  <a:srgbClr val="94A3B8"/>
                </a:solidFill>
              </a:defRPr>
            </a:pPr>
            <a:r>
              <a:t>A: your state sets a 2-year statute of limitations for most personal-injury lawsuits arising from a insurance dispute, running from the date of the crash. Notice-of-claim deadlines against government vehicles are usually much shorter — sometimes 60 to 180 days — and minors and incapacitated plaintiffs may have tolled deadlines. Treat the headline number as a ceiling, not a target: file or consult an </a:t>
            </a:r>
          </a:p>
          <a:p>
            <a:pPr>
              <a:spcAft>
                <a:spcPts val="800"/>
              </a:spcAft>
              <a:defRPr sz="1500">
                <a:solidFill>
                  <a:srgbClr val="94A3B8"/>
                </a:solidFill>
              </a:defRPr>
            </a:pPr>
            <a:r>
              <a:t>Q: How much does it cost to talk to a WreckMatch-network attorney?</a:t>
            </a:r>
          </a:p>
          <a:p>
            <a:pPr>
              <a:spcAft>
                <a:spcPts val="800"/>
              </a:spcAft>
              <a:defRPr sz="1500">
                <a:solidFill>
                  <a:srgbClr val="94A3B8"/>
                </a:solidFill>
              </a:defRPr>
            </a:pPr>
            <a:r>
              <a:t>A: Nothing up front. The attorneys in the WreckMatch network handle insurance disputes on a contingency-fee basis — they only get paid if they recover compensation for you, and the fee is a percentage of that recovery agreed in writing before representation begins. The initial consultation is free, and there is no obligation to hire the attorney after the call. WreckMatch LLC itself is a legal referr</a:t>
            </a:r>
          </a:p>
          <a:p>
            <a:pPr>
              <a:spcAft>
                <a:spcPts val="800"/>
              </a:spcAft>
              <a:defRPr sz="1500">
                <a:solidFill>
                  <a:srgbClr val="94A3B8"/>
                </a:solidFill>
              </a:defRPr>
            </a:pPr>
            <a:r>
              <a:t>Q: What if the other driver was uninsured or fled the scene?</a:t>
            </a:r>
          </a:p>
          <a:p>
            <a:pPr>
              <a:spcAft>
                <a:spcPts val="800"/>
              </a:spcAft>
              <a:defRPr sz="1500">
                <a:solidFill>
                  <a:srgbClr val="94A3B8"/>
                </a:solidFill>
              </a:defRPr>
            </a:pPr>
            <a:r>
              <a:t>A: Roughly 1 in 8 U.S. drivers carries no insurance, and hit-and-run rates are climbing in major metros. If the at-fault driver was uninsured or fled, your own uninsured-motorist (UM) coverage is the primary source of recovery, assuming you carry it. Many drivers don't realize they have UM coverage until a lawyer reviews the declarations page of their policy. If UM is in place, the claim is filed aga</a:t>
            </a:r>
          </a:p>
          <a:p>
            <a:pPr>
              <a:spcAft>
                <a:spcPts val="800"/>
              </a:spcAft>
              <a:defRPr sz="1500">
                <a:solidFill>
                  <a:srgbClr val="94A3B8"/>
                </a:solidFill>
              </a:defRPr>
            </a:pPr>
            <a:r>
              <a:t>Q: Should I give the other driver's insurance a recorded statement?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Get matched with a licensed attorney</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Free attorney matching in ~60 seconds: https://www.wreckmatch.com/#form</a:t>
            </a:r>
          </a:p>
          <a:p>
            <a:pPr>
              <a:spcAft>
                <a:spcPts val="800"/>
              </a:spcAft>
              <a:defRPr sz="1500">
                <a:solidFill>
                  <a:srgbClr val="94A3B8"/>
                </a:solidFill>
              </a:defRPr>
            </a:pPr>
            <a:r>
              <a:t>Call 855 WRECKMATCH (855) 897-3256</a:t>
            </a:r>
          </a:p>
          <a:p>
            <a:pPr>
              <a:spcAft>
                <a:spcPts val="800"/>
              </a:spcAft>
              <a:defRPr sz="1500">
                <a:solidFill>
                  <a:srgbClr val="94A3B8"/>
                </a:solidFill>
              </a:defRPr>
            </a:pPr>
            <a:r>
              <a:t>Full article: https://www.wreckmatch.com/blog/car-accident-attorney-vs-insurance-adjuster</a:t>
            </a:r>
          </a:p>
          <a:p>
            <a:pPr>
              <a:spcAft>
                <a:spcPts val="800"/>
              </a:spcAft>
              <a:defRPr sz="1500">
                <a:solidFill>
                  <a:srgbClr val="94A3B8"/>
                </a:solidFill>
              </a:defRPr>
            </a:pPr>
            <a:r>
              <a:t>No fee for matching — contingency attorneys in network.</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F172A"/>
        </a:solidFill>
        <a:effectLst/>
      </p:bgPr>
    </p:bg>
    <p:spTree>
      <p:nvGrpSpPr>
        <p:cNvPr id="1" name=""/>
        <p:cNvGrpSpPr/>
        <p:nvPr/>
      </p:nvGrpSpPr>
      <p:grpSpPr/>
      <p:sp>
        <p:nvSpPr>
          <p:cNvPr id="2" name="Rectangle 1"/>
          <p:cNvSpPr/>
          <p:nvPr/>
        </p:nvSpPr>
        <p:spPr>
          <a:xfrm>
            <a:off x="0" y="0"/>
            <a:ext cx="109728" cy="6858000"/>
          </a:xfrm>
          <a:prstGeom prst="rect">
            <a:avLst/>
          </a:prstGeom>
          <a:solidFill>
            <a:srgbClr val="CC00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411480" y="411480"/>
            <a:ext cx="8229600" cy="822960"/>
          </a:xfrm>
          <a:prstGeom prst="rect">
            <a:avLst/>
          </a:prstGeom>
          <a:noFill/>
        </p:spPr>
        <p:txBody>
          <a:bodyPr wrap="none">
            <a:spAutoFit/>
          </a:bodyPr>
          <a:lstStyle/>
          <a:p>
            <a:pPr>
              <a:defRPr sz="2400" b="1">
                <a:solidFill>
                  <a:srgbClr val="FFFFFF"/>
                </a:solidFill>
              </a:defRPr>
            </a:pPr>
            <a:r>
              <a:t>Reviewed for legal context</a:t>
            </a:r>
          </a:p>
        </p:txBody>
      </p:sp>
      <p:sp>
        <p:nvSpPr>
          <p:cNvPr id="4" name="TextBox 3"/>
          <p:cNvSpPr txBox="1"/>
          <p:nvPr/>
        </p:nvSpPr>
        <p:spPr>
          <a:xfrm>
            <a:off x="502920" y="1234440"/>
            <a:ext cx="8138160" cy="5029200"/>
          </a:xfrm>
          <a:prstGeom prst="rect">
            <a:avLst/>
          </a:prstGeom>
          <a:noFill/>
        </p:spPr>
        <p:txBody>
          <a:bodyPr wrap="square">
            <a:spAutoFit/>
          </a:bodyPr>
          <a:lstStyle/>
          <a:p>
            <a:pPr>
              <a:spcAft>
                <a:spcPts val="800"/>
              </a:spcAft>
              <a:defRPr sz="1500">
                <a:solidFill>
                  <a:srgbClr val="94A3B8"/>
                </a:solidFill>
              </a:defRPr>
            </a:pPr>
            <a:r>
              <a:t>Judge Roy Waddell — Legal Advisor, WreckMatch LLC.</a:t>
            </a:r>
          </a:p>
          <a:p>
            <a:pPr>
              <a:spcAft>
                <a:spcPts val="800"/>
              </a:spcAft>
              <a:defRPr sz="1500">
                <a:solidFill>
                  <a:srgbClr val="94A3B8"/>
                </a:solidFill>
              </a:defRPr>
            </a:pPr>
            <a:r>
              <a:t>Courtroom and procedural perspective only.</a:t>
            </a:r>
          </a:p>
          <a:p>
            <a:pPr>
              <a:spcAft>
                <a:spcPts val="800"/>
              </a:spcAft>
              <a:defRPr sz="1500">
                <a:solidFill>
                  <a:srgbClr val="94A3B8"/>
                </a:solidFill>
              </a:defRPr>
            </a:pPr>
            <a:r>
              <a:t>Not case-specific legal advice.</a:t>
            </a:r>
          </a:p>
          <a:p>
            <a:pPr>
              <a:spcAft>
                <a:spcPts val="800"/>
              </a:spcAft>
              <a:defRPr sz="1500">
                <a:solidFill>
                  <a:srgbClr val="94A3B8"/>
                </a:solidFill>
              </a:defRPr>
            </a:pPr>
            <a:r>
              <a:t>Download companion guide: https://www.wreckmatch.com/blog/car-accident-attorney-vs-insurance-adjuster</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Should You Talk to the Insurance Adjuster Before a Lawyer?</dc:title>
  <dc:subject>WreckMatch educational guide — Car Accidents</dc:subject>
  <dc:creator/>
  <cp:keywords>WreckMatch, car accident, Car Accidents, car accident attorney vs insurance adjuster, personal injury, attorney matching</cp:keywords>
  <dc:description>Gold-tier presentation summary for https://www.wreckmatch.com/blog/car-accident-attorney-vs-insurance-adjuster. Educational only; not a law firm.</dc:description>
  <cp:lastModifiedBy>Steve Canny</cp:lastModifiedBy>
  <cp:revision>1</cp:revision>
  <dcterms:created xsi:type="dcterms:W3CDTF">2013-01-27T09:14:16Z</dcterms:created>
  <dcterms:modified xsi:type="dcterms:W3CDTF">2013-01-27T09:15:58Z</dcterms:modified>
  <cp:category>Legal Education</cp:category>
</cp:coreProperties>
</file>