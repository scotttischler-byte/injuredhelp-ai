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Burlington, Vermont: Steps &amp; Legal Help (2026). Full guide: https://www.wreckmatch.com/blog/truck-accident-in-burlington-vermont-steps-legal-help-2026.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Burlington, Vermont,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Vermont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Vermont.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Burlington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Vermont fast facts: 3-year statute of limitations · Modified comparative fault rule · 25/50/10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Vermont,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Vermont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Vermont is 25/50/10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Vermont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Vermont, deadlines and insuranc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Burlington, Vermont: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Vermont · 2026-06-09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Burlington, Vermont,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Burlington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Vermont are not outgunned. This guide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Burlington?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Vermont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Vermont.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Vermont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Vermont,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Vermont?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Vermont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https://www.wreckmatch.com/blog/truck-accident-in-burlington-vermont-steps-legal-help-2026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https://www.wreckmatch.com/blog/truck-accident-in-burlington-vermont-steps-legal-help-2026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Burlington, Vermont: Steps &amp; Legal Help (2026)</dc:title>
  <dc:subject>WreckMatch educational guide — Truck Accidents</dc:subject>
  <dc:creator/>
  <cp:keywords>WreckMatch, car accident, Vermont, Truck Accidents, truck accident in burlington vermont steps legal help 2026, personal injury, attorney matching</cp:keywords>
  <dc:description>Gold-tier presentation summary for https://www.wreckmatch.com/blog/truck-accident-in-burlington-vermont-steps-legal-help-2026.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