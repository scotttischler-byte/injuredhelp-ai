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Philadelphia, Pennsylvania — Top City Guide (2026-06-11). Full guide: https://www.wreckmatch.com/blog/what-to-do-after-a-car-accident-in-philadelphia-pennsylvania-top-city-guide-2026-06-11.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Philadelphia, Pennsylvania,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Pennsylvania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Pennsylvania.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Philadelphia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Pennsylvania fast facts: 2-year statute of limitations · Modified 51% fault rule · 15/30/5 (PIP)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Pennsylvania,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Pennsylvania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Pennsylvania is 15/30/5 (PIP)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Pennsylvania is a no-fault state, meaning your own Personal Injury Protection (PIP) coverage typically pays your initial medical bills regardless of fault. You can usually pursue the at-fault driver only after crossing a "serious injury" threshold defined 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Philadelphia, Pennsylvania — Top City Guide (2026-06-11)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Pennsylvania · 2026-06-11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Philadelphia, Pennsylvania,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Philadelphia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Pennsylvania are not outgunned. This 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Philadelphia?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Pennsylvania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Pennsylvania.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Pennsylvania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Pennsylvania,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Pennsylvania?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Pennsylvania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https://www.wreckmatch.com/blog/what-to-do-after-a-car-accident-in-philadelphia-pennsylvania-top-city-guide-2026-06-11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https://www.wreckmatch.com/blog/what-to-do-after-a-car-accident-in-philadelphia-pennsylvania-top-city-guide-2026-06-11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Philadelphia, Pennsylvania — Top City Guide (2026-06-11)</dc:title>
  <dc:subject>WreckMatch educational guide — Truck Accidents</dc:subject>
  <dc:creator/>
  <cp:keywords>WreckMatch, car accident, Pennsylvania, Truck Accidents, what to do after a car accident in philadelphia pennsylvania top city guide 2026 06 11, personal injury, attorney matching</cp:keywords>
  <dc:description>Gold-tier presentation summary for https://www.wreckmatch.com/blog/what-to-do-after-a-car-accident-in-philadelphia-pennsylvania-top-city-guide-2026-06-11.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