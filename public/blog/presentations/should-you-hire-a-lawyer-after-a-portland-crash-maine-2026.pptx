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Should You Hire a Lawyer After a Portland Crash? (Maine 2026). Full guide: https://www.wreckmatch.com/blog/should-you-hire-a-lawyer-after-a-portland-crash-maine-2026.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Maine,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Maine.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Maine fast facts: 6-year statute of limitations · Modified 50%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Maine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Maine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Maine is an at-fault state. The at-fault driver's liability insurance is the primary source of recovery, and you can pursue compensation for medical bills, lost wages, and pain and suffering once liability is 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Should You Hire a Lawyer After a Portland Crash? (Maine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Maine · Maine · 2026-06-06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Maine,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Maine.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Maine?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Maine sets a 6-year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attor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https://www.wreckmatch.com/blog/should-you-hire-a-lawyer-after-a-portland-crash-maine-2026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https://www.wreckmatch.com/blog/should-you-hire-a-lawyer-after-a-portland-crash-maine-2026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Should You Hire a Lawyer After a Portland Crash? (Maine 2026)</dc:title>
  <dc:subject>WreckMatch educational guide — Maine</dc:subject>
  <dc:creator/>
  <cp:keywords>WreckMatch, car accident, Maine, Maine, should you hire a lawyer after a portland crash maine 2026, personal injury, attorney matching</cp:keywords>
  <dc:description>Gold-tier presentation summary for https://www.wreckmatch.com/blog/should-you-hire-a-lawyer-after-a-portland-crash-maine-2026.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