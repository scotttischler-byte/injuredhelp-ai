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Los Angeles, California — Top City Guide (2026-07-19). Full guide: https://www.wreckmatch.com/blog/what-to-do-after-a-car-accident-in-los-angeles-california-top-city-guide-2026-07-19.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Los Angeles, California,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California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California.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Los Angeles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California fast facts: 2-year statute of limitations · Pure comparative fault rule · 15/30/5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California,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California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California is 15/30/5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California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California, deadlines and insuranc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Los Angeles,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Los Angeles, California — Top City Guide (2026-07-19)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California · California · 2026-07-19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Los Angeles, California,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Los Angeles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California are not outgunned. This gui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Los Angeles?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California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California.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California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California,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California?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California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https://www.wreckmatch.com/blog/what-to-do-after-a-car-accident-in-los-angeles-california-top-city-guide-2026-07-19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https://www.wreckmatch.com/blog/what-to-do-after-a-car-accident-in-los-angeles-california-top-city-guide-2026-07-19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Los Angeles, California — Top City Guide (2026-07-19)</dc:title>
  <dc:subject>WreckMatch educational guide — California</dc:subject>
  <dc:creator/>
  <cp:keywords>WreckMatch, car accident, California, California, what to do after a car accident in los angeles california top city guide 2026 07 19, personal injury, attorney matching</cp:keywords>
  <dc:description>Gold-tier presentation summary for https://www.wreckmatch.com/blog/what-to-do-after-a-car-accident-in-los-angeles-california-top-city-guide-2026-07-19.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