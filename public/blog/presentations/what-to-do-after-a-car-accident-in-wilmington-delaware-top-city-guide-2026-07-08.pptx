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Wilmington, Delaware — Top City Guide (2026-07-08). Full guide: https://www.wreckmatch.com/blog/what-to-do-after-a-car-accident-in-wilmington-delaware-top-city-guide-2026-07-08.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Wilmington, Delaware,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Delaware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Delaware.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Wilmington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Delaware fast facts: 2-year statute of limitations · Modified comparative fault rule · 25/50/10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Delaware,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Delaware follows the Modified comparative rule for fault allocation. Comparative-fault rules can shrink or eliminate recovery once your assigned share of fault reaches a threshold, so locking in the at-fault driver's responsibility early is critical. The minimum liability insurance every driver must carry in Delaware is 25/50/10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Delaware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Delaware, deadlines and ins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Wilmington,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Wilmington, Delaware — Top City Guide (2026-07-08)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Delaware · Delaware · 2026-07-08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Wilmington, Delaware,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Wilmington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Delaware are not outgunned. This guide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Wilmington?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Delaware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Delaware.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Delaware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Delaware,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Delaware?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Delaware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https://www.wreckmatch.com/blog/what-to-do-after-a-car-accident-in-wilmington-delaware-top-city-guide-2026-07-08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https://www.wreckmatch.com/blog/what-to-do-after-a-car-accident-in-wilmington-delaware-top-city-guide-2026-07-08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Wilmington, Delaware — Top City Guide (2026-07-08)</dc:title>
  <dc:subject>WreckMatch educational guide — Delaware</dc:subject>
  <dc:creator/>
  <cp:keywords>WreckMatch, car accident, Delaware, Delaware, what to do after a car accident in wilmington delaware top city guide 2026 07 08, personal injury, attorney matching</cp:keywords>
  <dc:description>Gold-tier presentation summary for https://www.wreckmatch.com/blog/what-to-do-after-a-car-accident-in-wilmington-delaware-top-city-guide-2026-07-08.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