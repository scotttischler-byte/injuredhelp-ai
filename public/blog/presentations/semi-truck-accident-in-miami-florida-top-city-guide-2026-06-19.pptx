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Top City Guide (2026-06-19). Full guide: https://www.wreckmatch.com/blog/semi-truck-accident-in-miami-florida-top-city-guide-2026-06-19.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Miami, Florida,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4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Florida.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Miami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Florida fast facts: 4-year statute of limitations · Pure comparative fault rule · 10/20/10 (PIP required)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Florida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Florida is 10/20/10 (PIP required) (bodily injury per person / per accident / property damage). For serious crashes those minimums are routinely exhausted in days, which is why uninsured/underinsured-motorist (UM/UIM) coverage on your own policy matters so much.</a:t>
            </a:r>
          </a:p>
          <a:p/>
          <a:p>
            <a:r>
              <a:t>Florida is a no-fault state, meaning your own Personal Injury Protection (PIP) coverage typically pays your initial medical bills regardless of fault. You can usually pursue the at-fault driver only after crossing a "serious injury" threshold defined by Flor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Miami,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Top City Guide (2026-06-19)</a:t>
            </a:r>
          </a:p>
          <a:p>
            <a:pPr>
              <a:spcBef>
                <a:spcPts val="1200"/>
              </a:spcBef>
              <a:defRPr sz="1600">
                <a:solidFill>
                  <a:srgbClr val="94A3B8"/>
                </a:solidFill>
              </a:defRPr>
            </a:pPr>
            <a:r>
              <a:t>Florida · Florida · 2026-06-19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Miami, Florida,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4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Florida.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Florida?</a:t>
            </a:r>
          </a:p>
          <a:p>
            <a:pPr>
              <a:spcAft>
                <a:spcPts val="800"/>
              </a:spcAft>
              <a:defRPr sz="1500">
                <a:solidFill>
                  <a:srgbClr val="94A3B8"/>
                </a:solidFill>
              </a:defRPr>
            </a:pPr>
            <a:r>
              <a:t>A: Florida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https://www.wreckmatch.com/blog/semi-truck-accident-in-miami-florida-top-city-guide-2026-06-19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https://www.wreckmatch.com/blog/semi-truck-accident-in-miami-florida-top-city-guide-2026-06-19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Top City Guide (2026-06-19)</dc:title>
  <dc:subject>WreckMatch educational guide — Florida</dc:subject>
  <dc:creator/>
  <cp:keywords>WreckMatch, car accident, Florida, Florida, semi truck accident in miami florida top city guide 2026 06 19, personal injury, attorney matching</cp:keywords>
  <dc:description>Gold-tier presentation summary for https://www.wreckmatch.com/blog/semi-truck-accident-in-miami-florida-top-city-guide-2026-06-19.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