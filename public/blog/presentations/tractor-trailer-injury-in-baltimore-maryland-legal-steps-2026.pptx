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Baltimore, Maryland: Legal Steps (2026). Full guide: https://www.wreckmatch.com/blog/tractor-trailer-injury-in-baltimore-maryland-legal-steps-2026.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Baltimore, Maryland,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Maryland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Maryland.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Baltimore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Maryland fast facts: 3-year statute of limitations · Contributory fault rule · 30/60/15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Maryland,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Maryland follows the Contributory rule for fault allocation. Under traditional contributory negligence, if you are even 1% at fault you can be barred from recovering anything — one of the harshest rules in the country. That makes the on-scene evidence collection in the first 48 hours unusually important. The minimum liability insurance every driver must carry in Maryland is 30/60/15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Maryland is an at-fault state. The at-fault driver's liability insurance is the primary source of recovery, and you can pursue compensation for medical bills, lost wages, and pain and suffering once li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Baltimore, Maryland: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Maryland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Baltimore, Maryland,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Baltimore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Maryland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Baltimore?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Maryland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Maryland.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Maryland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Maryland,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Maryland?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Maryland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https://www.wreckmatch.com/blog/tractor-trailer-injury-in-baltimore-maryland-legal-steps-2026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https://www.wreckmatch.com/blog/tractor-trailer-injury-in-baltimore-maryland-legal-steps-2026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Baltimore, Maryland: Legal Steps (2026)</dc:title>
  <dc:subject>WreckMatch educational guide — Truck Accidents</dc:subject>
  <dc:creator/>
  <cp:keywords>WreckMatch, car accident, Maryland, Truck Accidents, tractor trailer injury in baltimore maryland legal steps 2026, personal injury, attorney matching</cp:keywords>
  <dc:description>Gold-tier presentation summary for https://www.wreckmatch.com/blog/tractor-trailer-injury-in-baltimore-maryland-legal-steps-2026.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