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Minneapolis, Minnesota — Top City Guide (2026-07-06). Full guide: https://www.wreckmatch.com/blog/what-to-do-after-a-car-accident-in-minneapolis-minnesota-top-city-guide-2026-07-06.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Minneapolis, Minnesota,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Minnesota.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Minneapolis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Minnesota fast facts: 2-year statute of limitations · Modified comparative fault rule · 30/60/10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Minnesota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Minnesota is 30/60/10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Minnesota is a no-fault state, meaning your own Personal Injury Protection (PIP) coverage typically pays your initial medical bills regardless of fault. You can usually pursue the at-fault driver only after crossing a "serious injury" threshold defined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Minneapolis,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Minneapolis, Minnesota — Top City Guide (2026-07-06)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Minnesota · Minnesota · 2026-07-06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Minneapolis, Minnesota,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Minneapolis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Minneapolis?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Minnesota.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Minnesota?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Minnesota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https://www.wreckmatch.com/blog/what-to-do-after-a-car-accident-in-minneapolis-minnesota-top-city-guide-2026-07-06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https://www.wreckmatch.com/blog/what-to-do-after-a-car-accident-in-minneapolis-minnesota-top-city-guide-2026-07-06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Minneapolis, Minnesota — Top City Guide (2026-07-06)</dc:title>
  <dc:subject>WreckMatch educational guide — Minnesota</dc:subject>
  <dc:creator/>
  <cp:keywords>WreckMatch, car accident, Minnesota, Minnesota, what to do after a car accident in minneapolis minnesota top city guide 2026 07 06, personal injury, attorney matching</cp:keywords>
  <dc:description>Gold-tier presentation summary for https://www.wreckmatch.com/blog/what-to-do-after-a-car-accident-in-minneapolis-minnesota-top-city-guide-2026-07-06.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