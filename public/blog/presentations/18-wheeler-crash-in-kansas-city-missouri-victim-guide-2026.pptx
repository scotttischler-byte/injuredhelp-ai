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Kansas City, Missouri — Victim Guide (2026). Full guide: https://www.wreckmatch.com/blog/18-wheeler-crash-in-kansas-city-missouri-victim-guide-2026.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Kansas City, Missouri,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Missouri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Missouri.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Kansas City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Missouri fast facts: 5-year statute of limitations · Pure comparative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Missouri, the statute of limitations on most personal-injury claims is 5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Missouri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Missouri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Missouri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Missouri, deadlines and insurance rules 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Kansas City, Missouri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Missouri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Kansas City, Missouri,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Kansas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Missouri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Kansas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Missouri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Missouri.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Missouri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Missouri, the statute of limitations on most personal-injury claims is 5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Missouri?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Missouri sets a 5-year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https://www.wreckmatch.com/blog/18-wheeler-crash-in-kansas-city-missouri-victim-guide-2026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https://www.wreckmatch.com/blog/18-wheeler-crash-in-kansas-city-missouri-victim-guide-2026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Kansas City, Missouri — Victim Guide (2026)</dc:title>
  <dc:subject>WreckMatch educational guide — Truck Accidents</dc:subject>
  <dc:creator/>
  <cp:keywords>WreckMatch, car accident, Missouri, Truck Accidents, 18 wheeler crash in kansas city missouri victim guide 2026, personal injury, attorney matching</cp:keywords>
  <dc:description>Gold-tier presentation summary for https://www.wreckmatch.com/blog/18-wheeler-crash-in-kansas-city-missouri-victim-guide-2026.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