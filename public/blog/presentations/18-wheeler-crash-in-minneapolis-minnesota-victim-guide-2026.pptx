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18-Wheeler Crash in Minneapolis, Minnesota — Victim Guide (2026). Full guide: https://www.wreckmatch.com/blog/18-wheeler-crash-in-minneapolis-minnesota-victim-guide-2026.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Minneapolis, Minnesota,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Minnesota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Minnesota.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Minneapolis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Minnesota fast facts: 2-year statute of limitations · Modified comparative fault rule · 30/60/10 minimum auto liability insurance · no-fault state.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Minnesota,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Minnesota follows the Modified comparative rule for fault allocation. Comparative-fault rules can shrink or eliminate recovery once your assigned share of fault reaches a threshold, so locking in the at-fault driver's responsibility early is critical. The minimum liability insurance every driver must carry in Minnesota is 30/60/10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Minnesota is a no-fault state, meaning your own Personal Injury Protection (PIP) coverage typically pays your initial medical bills regardless of fault. You can usually pursue the at-fault driver only after crossing a "serious injury" threshold defined 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18-Wheeler Crash in Minneapolis, Minnesota — Victim Guide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Minnesota · 2026-06-10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Minneapolis, Minnesota,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Minneapolis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Minnesota are not outgunned. This guid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Minneapolis?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Minnesota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Minnesota.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Minnesota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Minnesota,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Minnesota?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Minnesota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https://www.wreckmatch.com/blog/18-wheeler-crash-in-minneapolis-minnesota-victim-guide-2026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https://www.wreckmatch.com/blog/18-wheeler-crash-in-minneapolis-minnesota-victim-guide-2026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18-Wheeler Crash in Minneapolis, Minnesota — Victim Guide (2026)</dc:title>
  <dc:subject>WreckMatch educational guide — Truck Accidents</dc:subject>
  <dc:creator/>
  <cp:keywords>WreckMatch, car accident, Minnesota, Truck Accidents, 18 wheeler crash in minneapolis minnesota victim guide 2026, personal injury, attorney matching</cp:keywords>
  <dc:description>Gold-tier presentation summary for https://www.wreckmatch.com/blog/18-wheeler-crash-in-minneapolis-minnesota-victim-guide-2026.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