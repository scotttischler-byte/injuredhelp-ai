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Connecticut Car Accident Statute of Limitations — Bridgeport (2026). Full guide: https://www.wreckmatch.com/blog/connecticut-car-accident-statute-of-limitations-bridgeport-2026.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Connecticut Car Accident Statute of Limitations — Bridgeport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https://www.wreckmatch.com/blog/connecticut-car-accident-statute-of-limitations-bridgeport-2026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https://www.wreckmatch.com/blog/connecticut-car-accident-statute-of-limitations-bridgeport-2026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Connecticut Car Accident Statute of Limitations — Bridgeport (2026)</dc:title>
  <dc:subject>WreckMatch educational guide — Connecticut</dc:subject>
  <dc:creator/>
  <cp:keywords>WreckMatch, car accident, Connecticut, Connecticut, connecticut car accident statute of limitations bridgeport 2026, personal injury, attorney matching</cp:keywords>
  <dc:description>Gold-tier presentation summary for https://www.wreckmatch.com/blog/connecticut-car-accident-statute-of-limitations-bridgeport-2026.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