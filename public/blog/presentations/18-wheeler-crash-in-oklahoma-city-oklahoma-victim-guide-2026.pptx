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18-Wheeler Crash in Oklahoma City, Oklahoma — Victim Guide (2026). Full guide: https://www.wreckmatch.com/blog/18-wheeler-crash-in-oklahoma-city-oklahoma-victim-guide-2026.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Oklahoma City, Oklahoma,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Oklahoma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Oklahoma.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Oklahoma City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Oklahoma fast facts: 2-year statute of limitations · Modified 51% fault rule · 25/50/25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Oklahoma,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Oklahoma follows the Modified 51% rule for fault allocation. Modified 51%-bar comparative negligence lets you recover as long as you are 50% or less at fault, with your recovery reduced by your share. Crossing 51% bars you entirely. The minimum liability insurance every driver must carry in Oklahoma is 25/50/25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Oklahoma is an at-fault state. The at-fault driver's liability insurance is the primary source of recovery, and you can pursue compensation for medical bills, lost wages, and pain and suffering once liability is established.</a:t>
            </a:r>
          </a:p>
          <a:p/>
          <a:p>
            <a:r>
              <a:t>In Oklahoma, deadlines and insurance rules can c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18-Wheeler Crash in Oklahoma City, Oklahoma — Victim Guide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Oklahoma · 2026-06-11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Oklahoma City, Oklahoma,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Oklahoma 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Oklahoma are not outgunned. This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Oklahoma City?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Oklahoma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Oklahoma.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Oklahoma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Oklahoma,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Oklahoma?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Oklahoma sets a 2-year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https://www.wreckmatch.com/blog/18-wheeler-crash-in-oklahoma-city-oklahoma-victim-guide-2026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https://www.wreckmatch.com/blog/18-wheeler-crash-in-oklahoma-city-oklahoma-victim-guide-2026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18-Wheeler Crash in Oklahoma City, Oklahoma — Victim Guide (2026)</dc:title>
  <dc:subject>WreckMatch educational guide — Truck Accidents</dc:subject>
  <dc:creator/>
  <cp:keywords>WreckMatch, car accident, Oklahoma, Truck Accidents, 18 wheeler crash in oklahoma city oklahoma victim guide 2026, personal injury, attorney matching</cp:keywords>
  <dc:description>Gold-tier presentation summary for https://www.wreckmatch.com/blog/18-wheeler-crash-in-oklahoma-city-oklahoma-victim-guide-2026.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