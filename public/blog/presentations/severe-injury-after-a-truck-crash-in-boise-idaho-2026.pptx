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Severe Injury After a Truck Crash in Boise, Idaho (2026). Full guide: https://www.wreckmatch.com/blog/severe-injury-after-a-truck-crash-in-boise-idaho-2026.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Boise, Idaho,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semi-truck crash victims in Idaho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SemiTruckMatch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SemiTruckMatch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SemiTruckMatch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SemiTruckMatch a law firm? — No. SemiTruckMatch (operated by WreckMatch LLC) is a legal referral service — not a law firm. We connect injured people with participating attorneys who handle truck and catastrophic injury cases in Idaho.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Boise truck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Idaho fast facts: 2-year statute of limitations · Modified comparative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Idaho,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Idaho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Idaho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Idaho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Idaho, deadlines and insurance rules ca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Severe Injury After a Truck Crash in Boise, Idaho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Idaho · 2026-06-11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Boise, Idaho,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Boise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semi-truck crash victims in Idaho are not outgunned. This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Boise?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Idaho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SemiTruckMatch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SemiTruckMatch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SemiTruckMatch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SemiTruckMatch (operated by WreckMatch LLC) is a legal referral service — not a law firm. We connect injured people with participating attorneys who handle truck and catastrophic injury cases in Idaho.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Idaho legal context for catastrophic-injury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Idaho,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catastrophic-injury case claim in Idaho?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Idaho sets a 2-year statute of limitations for most personal-injury lawsuits arising from a catastrophic-injury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SemiTruckMatch-network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SemiTruckMatch network handle catastrophic-injury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SemiTruckMatch (operated by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https://www.wreckmatch.com/blog/severe-injury-after-a-truck-crash-in-boise-idaho-2026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https://www.wreckmatch.com/blog/severe-injury-after-a-truck-crash-in-boise-idaho-2026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Severe Injury After a Truck Crash in Boise, Idaho (2026)</dc:title>
  <dc:subject>WreckMatch educational guide — Severe Injury</dc:subject>
  <dc:creator/>
  <cp:keywords>WreckMatch, car accident, Idaho, Severe Injury, severe injury after a truck crash in boise idaho 2026, personal injury, attorney matching</cp:keywords>
  <dc:description>Gold-tier presentation summary for https://www.wreckmatch.com/blog/severe-injury-after-a-truck-crash-in-boise-idaho-2026.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