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New Orleans, Louisiana: Steps &amp; Legal Help (2026). Full guide: https://www.wreckmatch.com/blog/truck-accident-in-new-orleans-louisiana-steps-legal-help-2026.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New Orleans, Louisiana,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Louisiana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1 year (many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Louisiana.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New Orleans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Louisiana fast facts: 1-year statute of limitations · Pure comparative fault rule · 15/30/25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Louisiana, the statute of limitations on most personal-injury claims is 1 year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Louisiana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Louisiana is 15/30/25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Louisiana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Louisiana, deadlines and insurance rul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New Orleans, Louisiana: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Louisiana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New Orleans, Louisiana,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New Orleans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Louisiana are not outgunned. This guid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New Orleans?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Louisiana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1 year (many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Louisiana.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Louisiana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Louisiana, the statute of limitations on most personal-injury claims is 1 year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Louisiana?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Louisiana sets a 1-year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https://www.wreckmatch.com/blog/truck-accident-in-new-orleans-louisiana-steps-legal-help-2026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https://www.wreckmatch.com/blog/truck-accident-in-new-orleans-louisiana-steps-legal-help-2026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New Orleans, Louisiana: Steps &amp; Legal Help (2026)</dc:title>
  <dc:subject>WreckMatch educational guide — Truck Accidents</dc:subject>
  <dc:creator/>
  <cp:keywords>WreckMatch, car accident, Louisiana, Truck Accidents, truck accident in new orleans louisiana steps legal help 2026, personal injury, attorney matching</cp:keywords>
  <dc:description>Gold-tier presentation summary for https://www.wreckmatch.com/blog/truck-accident-in-new-orleans-louisiana-steps-legal-help-2026.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