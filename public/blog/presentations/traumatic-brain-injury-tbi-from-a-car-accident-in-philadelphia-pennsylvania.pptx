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Philadelphia, Pennsylvania. Full guide: https://www.wreckmatch.com/blog/traumatic-brain-injury-tbi-from-a-car-accident-in-philadelphia-pennsylvania.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guide is practical, direct, and designed for search and AI answers — not legalese.</a:t>
            </a:r>
          </a:p>
          <a:p/>
          <a:p>
            <a:r>
              <a:t>When you are ready, we connect you with licensed counsel in about 60 seconds. WreckMatch is a referral service, not a law firm.</a:t>
            </a:r>
          </a:p>
          <a:p/>
          <a:p/>
          <a:p>
            <a:r>
              <a:t>Quick answer: After a crash in Philadelphia,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and future medical costs</a:t>
            </a:r>
          </a:p>
          <a:p>
            <a:r>
              <a:t>- Do not accept settlements before maximum medical improvement (MMI)</a:t>
            </a:r>
          </a:p>
          <a:p>
            <a:r>
              <a:t>- Life-care planners and economists may be needed</a:t>
            </a:r>
          </a:p>
          <a:p>
            <a:r>
              <a:t>- Wrongful death claims have different beneficiaries and deadlines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Pennsylvania. How fast is callback? — Typically under 60 seconds at wreckmatch.com. Full Philadelphia guide — Philadelphia help hub</a:t>
            </a:r>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Philadelphia, Pennsylvania</a:t>
            </a:r>
          </a:p>
          <a:p>
            <a:pPr>
              <a:spcBef>
                <a:spcPts val="1200"/>
              </a:spcBef>
              <a:defRPr sz="1600">
                <a:solidFill>
                  <a:srgbClr val="94A3B8"/>
                </a:solidFill>
              </a:defRPr>
            </a:pPr>
            <a:r>
              <a:t>Severe Injury · Pennsylvania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Philadelphia,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Philadelphia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Pennsylvania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&amp; catastrophic injury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and future medical costs</a:t>
            </a:r>
          </a:p>
          <a:p>
            <a:pPr>
              <a:spcAft>
                <a:spcPts val="800"/>
              </a:spcAft>
              <a:defRPr sz="1500">
                <a:solidFill>
                  <a:srgbClr val="94A3B8"/>
                </a:solidFill>
              </a:defRPr>
            </a:pPr>
            <a:r>
              <a:t>Do not accept settlements before maximum medical improvement (MMI)</a:t>
            </a:r>
          </a:p>
          <a:p>
            <a:pPr>
              <a:spcAft>
                <a:spcPts val="800"/>
              </a:spcAft>
              <a:defRPr sz="1500">
                <a:solidFill>
                  <a:srgbClr val="94A3B8"/>
                </a:solidFill>
              </a:defRPr>
            </a:pPr>
            <a:r>
              <a:t>Life-care planners and economists may be needed</a:t>
            </a:r>
          </a:p>
          <a:p>
            <a:pPr>
              <a:spcAft>
                <a:spcPts val="800"/>
              </a:spcAft>
              <a:defRPr sz="1500">
                <a:solidFill>
                  <a:srgbClr val="94A3B8"/>
                </a:solidFill>
              </a:defRPr>
            </a:pPr>
            <a:r>
              <a:t>Wrongful death claims have different beneficiaries and deadlines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Pennsylvania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Pennsylvania.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Philadelphia guide</a:t>
            </a:r>
          </a:p>
          <a:p>
            <a:pPr>
              <a:spcAft>
                <a:spcPts val="800"/>
              </a:spcAft>
              <a:defRPr sz="1500">
                <a:solidFill>
                  <a:srgbClr val="94A3B8"/>
                </a:solidFill>
              </a:defRPr>
            </a:pPr>
            <a:r>
              <a:t>A: Philadelphia help hub</a:t>
            </a:r>
            <a:br/>
            <a:br/>
            <a:r>
              <a:t>Free attorney matching → · 855 WRECKMATCH (855) 897-3256</a:t>
            </a:r>
            <a:br/>
            <a:br/>
            <a:r>
              <a: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Pennsylvania?</a:t>
            </a:r>
          </a:p>
          <a:p>
            <a:pPr>
              <a:spcAft>
                <a:spcPts val="800"/>
              </a:spcAft>
              <a:defRPr sz="1500">
                <a:solidFill>
                  <a:srgbClr val="94A3B8"/>
                </a:solidFill>
              </a:defRPr>
            </a:pPr>
            <a:r>
              <a:t>A: Pennsylvania sets a 2-year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https://www.wreckmatch.com/blog/traumatic-brain-injury-tbi-from-a-car-accident-in-philadelphia-pennsylvania</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https://www.wreckmatch.com/blog/traumatic-brain-injury-tbi-from-a-car-accident-in-philadelphia-pennsylvania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Philadelphia, Pennsylvania</dc:title>
  <dc:subject>WreckMatch educational guide — Severe Injury</dc:subject>
  <dc:creator/>
  <cp:keywords>WreckMatch, car accident, Pennsylvania, Severe Injury, traumatic brain injury tbi from a car accident in philadelphia pennsylvania, personal injury, attorney matching</cp:keywords>
  <dc:description>Gold-tier presentation summary for https://www.wreckmatch.com/blog/traumatic-brain-injury-tbi-from-a-car-accident-in-philadelphia-pennsylvania.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