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Irving, Texas: What to Do (2026). Full guide: https://www.wreckmatch.com/blog/semi-truck-accident-in-irving-texas-what-to-do-2026.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Irving,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Irving,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Irving guide — Irving help hub</a:t>
            </a:r>
          </a:p>
          <a:p/>
          <a:p>
            <a:r>
              <a:t>Free attorney matching → · 855 WRECKMATCH (855) 897-3256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Irving, Texas: What to Do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Irving,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Irving guide</a:t>
            </a:r>
          </a:p>
          <a:p>
            <a:pPr>
              <a:spcAft>
                <a:spcPts val="800"/>
              </a:spcAft>
              <a:defRPr sz="1500">
                <a:solidFill>
                  <a:srgbClr val="94A3B8"/>
                </a:solidFill>
              </a:defRPr>
            </a:pPr>
            <a:r>
              <a:t>A: Irving help hub</a:t>
            </a:r>
            <a:br/>
            <a:br/>
            <a:r>
              <a:t>Free attorney matching → · 855 WRECKMATCH (855) 897-3256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https://www.wreckmatch.com/blog/semi-truck-accident-in-irving-texas-what-to-do-2026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https://www.wreckmatch.com/blog/semi-truck-accident-in-irving-texas-what-to-do-2026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Irving, Texas: What to Do (2026)</dc:title>
  <dc:subject>WreckMatch educational guide — Truck Accidents</dc:subject>
  <dc:creator/>
  <cp:keywords>WreckMatch, car accident, Texas, Truck Accidents, semi truck accident in irving texas what to do 2026, personal injury, attorney matching</cp:keywords>
  <dc:description>Gold-tier presentation summary for https://www.wreckmatch.com/blog/semi-truck-accident-in-irving-texas-what-to-do-2026.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