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Oklahoma City, Oklahoma: What to Do (2026). Full guide: https://www.wreckmatch.com/blog/semi-truck-accident-in-oklahoma-city-oklahoma-what-to-do-2026.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Oklahoma City, Oklahoma,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Oklahoma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Oklahoma.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Oklahoma City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Oklahoma fast facts: 2-year statute of limitations · Modified 51%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Oklahoma,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Oklahoma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Oklahoma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Oklahoma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Oklahoma, deadlines and insurance rules can 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Oklahoma City, Oklahoma: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Oklahoma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Oklahoma City, Oklahoma,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Oklahoma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Oklahoma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Oklahoma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Oklahoma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Oklahoma.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Oklahoma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Oklahoma,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Oklahoma?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Oklahoma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https://www.wreckmatch.com/blog/semi-truck-accident-in-oklahoma-city-oklahoma-what-to-do-2026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https://www.wreckmatch.com/blog/semi-truck-accident-in-oklahoma-city-oklahoma-what-to-do-2026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Oklahoma City, Oklahoma: What to Do (2026)</dc:title>
  <dc:subject>WreckMatch educational guide — Truck Accidents</dc:subject>
  <dc:creator/>
  <cp:keywords>WreckMatch, car accident, Oklahoma, Truck Accidents, semi truck accident in oklahoma city oklahoma what to do 2026, personal injury, attorney matching</cp:keywords>
  <dc:description>Gold-tier presentation summary for https://www.wreckmatch.com/blog/semi-truck-accident-in-oklahoma-city-oklahoma-what-to-do-2026.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