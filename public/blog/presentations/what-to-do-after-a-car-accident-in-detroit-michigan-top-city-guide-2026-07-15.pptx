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Detroit, Michigan — Top City Guide (2026-07-15). Full guide: https://www.wreckmatch.com/blog/what-to-do-after-a-car-accident-in-detroit-michigan-top-city-guide-2026-07-15.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Detroit, Michigan,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3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Michigan.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Detroit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Michigan fast facts: 3-year statute of limitations · Modified 51% fault rule · 50/100/10 (PIP)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Michigan follows the Modified 51% rule for fault allocation. Modified 51%-bar comparative negligence lets you recover as long as you are 50% or less at fault, with your recovery reduced by your share. Crossing 51% bars you entirely. The minimum liability insurance every driver must carry in Michigan is 50/100/10 (PIP)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Michigan is a no-fault state, meaning your own Personal Injury Protection (PIP) coverage typically pays your initial medical bills regardless of fault. You can usually pursue the at-fault driver only after crossing a "serious injury" threshold defined by Michigan sta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Detroit,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Detroit, Michigan — Top City Guide (2026-07-15)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Michigan · Michigan · 2026-07-15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Detroit, Michigan,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Detroit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Michigan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Detroit?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3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Michigan.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Michigan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Michigan, the statute of limitations on most personal-injury claims is 3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Michigan?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Michigan sets a 3-year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https://www.wreckmatch.com/blog/what-to-do-after-a-car-accident-in-detroit-michigan-top-city-guide-2026-07-15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https://www.wreckmatch.com/blog/what-to-do-after-a-car-accident-in-detroit-michigan-top-city-guide-2026-07-15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Detroit, Michigan — Top City Guide (2026-07-15)</dc:title>
  <dc:subject>WreckMatch educational guide — Michigan</dc:subject>
  <dc:creator/>
  <cp:keywords>WreckMatch, car accident, Michigan, Michigan, what to do after a car accident in detroit michigan top city guide 2026 07 15, personal injury, attorney matching</cp:keywords>
  <dc:description>Gold-tier presentation summary for https://www.wreckmatch.com/blog/what-to-do-after-a-car-accident-in-detroit-michigan-top-city-guide-2026-07-15.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