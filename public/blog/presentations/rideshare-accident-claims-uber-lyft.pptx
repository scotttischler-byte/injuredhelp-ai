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Rideshare Accident Claims (Uber/Lyft) — Your Rights. Full guide: https://www.wreckmatch.com/blog/rideshare-accident-claims-uber-lyft.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safest move after any serious crash is to get medical care, preserve photos and witness info, avoid recorded insurer statements, and speak with licensed counsel in your state before signing releases.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states use a framework like:</a:t>
            </a:r>
          </a:p>
          <a:p/>
          <a:p>
            <a:r>
              <a:t>1. App off — driver's personal auto policy  </a:t>
            </a:r>
          </a:p>
          <a:p>
            <a:r>
              <a:t>2. App on, no ride — limited commercial coverage  </a:t>
            </a:r>
          </a:p>
          <a:p>
            <a:r>
              <a:t>3. Ride accepted / passenger inside — higher commercial limits  </a:t>
            </a:r>
          </a:p>
          <a:p/>
          <a:p>
            <a:r>
              <a:t>Exact amounts vary by state and company.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were a passenger, you may have claims against the rideshare policy, the at-fault driver, and your own UM/UIM.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may face gaps between personal and commercial coverage. Document the app status at impact.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Call 911  </a:t>
            </a:r>
          </a:p>
          <a:p>
            <a:r>
              <a:t>- Screenshot the trip in the app  </a:t>
            </a:r>
          </a:p>
          <a:p>
            <a:r>
              <a:t>- Get the driver's plate and rideshare ID  </a:t>
            </a:r>
          </a:p>
          <a:p>
            <a:r>
              <a:t>- Seek medical care even if you feel fine  </a:t>
            </a:r>
          </a:p>
          <a:p/>
          <a:p>
            <a:r>
              <a:t>Questions? Get matched free or call (978) 515-6063. See California rideshare-heavy cities and Los Angeles.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855 WRECKMATCH (855) 897-3256 or use free attorney matching. Participating attorneys typically work on contingency.</a:t>
            </a:r>
          </a:p>
          <a:p/>
          <a:p>
            <a:r>
              <a:t>Educational only — not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Rideshare Accident Claims (Uber/Lyft) — Your Rights</a:t>
            </a:r>
          </a:p>
          <a:p>
            <a:pPr>
              <a:spcBef>
                <a:spcPts val="1200"/>
              </a:spcBef>
              <a:defRPr sz="1600">
                <a:solidFill>
                  <a:srgbClr val="94A3B8"/>
                </a:solidFill>
              </a:defRPr>
            </a:pPr>
            <a:r>
              <a:t>Car Accidents · 2026-05-17T00:00:00.000Z</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The safest move after any serious crash is to get medical care, preserve photos and witness info, avoid recorded insurer statements, and speak with licensed counsel in your state before signing releases.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Three insurance “periods”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App off — driver's personal auto policy</a:t>
            </a:r>
          </a:p>
          <a:p>
            <a:pPr>
              <a:spcAft>
                <a:spcPts val="800"/>
              </a:spcAft>
              <a:defRPr sz="1500">
                <a:solidFill>
                  <a:srgbClr val="94A3B8"/>
                </a:solidFill>
              </a:defRPr>
            </a:pPr>
            <a:r>
              <a:t>App on, no ride — limited commercial coverage</a:t>
            </a:r>
          </a:p>
          <a:p>
            <a:pPr>
              <a:spcAft>
                <a:spcPts val="800"/>
              </a:spcAft>
              <a:defRPr sz="1500">
                <a:solidFill>
                  <a:srgbClr val="94A3B8"/>
                </a:solidFill>
              </a:defRPr>
            </a:pPr>
            <a:r>
              <a:t>Ride accepted / passenger inside — higher commercial limits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Passengers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If you were a passenger, you may have claims against the rideshare policy, the at-fault driver, and your own UM/UIM.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Drivers for Uber/Lyft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You may face gaps between personal and commercial coverage. Document the app status at impact.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to do at the scene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a:t>
            </a:r>
          </a:p>
          <a:p>
            <a:pPr>
              <a:spcAft>
                <a:spcPts val="800"/>
              </a:spcAft>
              <a:defRPr sz="1500">
                <a:solidFill>
                  <a:srgbClr val="94A3B8"/>
                </a:solidFill>
              </a:defRPr>
            </a:pPr>
            <a:r>
              <a:t>Screenshot the trip in the app</a:t>
            </a:r>
          </a:p>
          <a:p>
            <a:pPr>
              <a:spcAft>
                <a:spcPts val="800"/>
              </a:spcAft>
              <a:defRPr sz="1500">
                <a:solidFill>
                  <a:srgbClr val="94A3B8"/>
                </a:solidFill>
              </a:defRPr>
            </a:pPr>
            <a:r>
              <a:t>Get the driver's plate and rideshare ID</a:t>
            </a:r>
          </a:p>
          <a:p>
            <a:pPr>
              <a:spcAft>
                <a:spcPts val="800"/>
              </a:spcAft>
              <a:defRPr sz="1500">
                <a:solidFill>
                  <a:srgbClr val="94A3B8"/>
                </a:solidFill>
              </a:defRPr>
            </a:pPr>
            <a:r>
              <a:t>Seek medical care even if you feel fine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Free matching in about 60 seconds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855 WRECKMATCH (855) 897-3256 or use free attorney matching. Participating attorneys typically work on contingency.</a:t>
            </a:r>
            <a:br/>
            <a:br/>
            <a:r>
              <a:t>Educational only — not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rideshare crash claim in your state?</a:t>
            </a:r>
          </a:p>
          <a:p>
            <a:pPr>
              <a:spcAft>
                <a:spcPts val="800"/>
              </a:spcAft>
              <a:defRPr sz="1500">
                <a:solidFill>
                  <a:srgbClr val="94A3B8"/>
                </a:solidFill>
              </a:defRPr>
            </a:pPr>
            <a:r>
              <a:t>A: your state sets a 2-year statute of limitations for most personal-injury lawsuits arising from a rideshare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rideshare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https://www.wreckmatch.com/blog/rideshare-accident-claims-uber-lyft</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https://www.wreckmatch.com/blog/rideshare-accident-claims-uber-lyft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Rideshare Accident Claims (Uber/Lyft) — Your Rights</dc:title>
  <dc:subject>WreckMatch educational guide — Car Accidents</dc:subject>
  <dc:creator/>
  <cp:keywords>WreckMatch, car accident, Car Accidents, rideshare accident claims uber lyft, personal injury, attorney matching</cp:keywords>
  <dc:description>Gold-tier presentation summary for https://www.wreckmatch.com/blog/rideshare-accident-claims-uber-lyft.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