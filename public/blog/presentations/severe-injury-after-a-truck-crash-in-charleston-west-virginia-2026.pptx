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Charleston, West Virginia (2026). Full guide: https://www.wreckmatch.com/blog/severe-injury-after-a-truck-crash-in-charleston-west-virginia-2026.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Charleston, West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West Virginia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West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Charleston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West Virginia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West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West Virginia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West Virginia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West Virginia is an at-fault state. The at-fault driver's liability insurance is the primary source of recovery, and you can pursue compensation for medical bills, lost wages, and pain and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Charleston, West Virginia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West Virginia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Charleston, West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Charleston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West Virginia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Charleston?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West 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West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West Virginia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West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West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West Virginia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https://www.wreckmatch.com/blog/severe-injury-after-a-truck-crash-in-charleston-west-virginia-2026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https://www.wreckmatch.com/blog/severe-injury-after-a-truck-crash-in-charleston-west-virginia-2026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Charleston, West Virginia (2026)</dc:title>
  <dc:subject>WreckMatch educational guide — Severe Injury</dc:subject>
  <dc:creator/>
  <cp:keywords>WreckMatch, car accident, West Virginia, Severe Injury, severe injury after a truck crash in charleston west virginia 2026, personal injury, attorney matching</cp:keywords>
  <dc:description>Gold-tier presentation summary for https://www.wreckmatch.com/blog/severe-injury-after-a-truck-crash-in-charleston-west-virginia-2026.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