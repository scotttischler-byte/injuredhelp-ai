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Nashville, Tennessee (2026). Full guide: https://www.wreckmatch.com/blog/severe-injury-after-a-truck-crash-in-nashville-tennessee-2026.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Tennessee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Nashville, Tennessee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Tennessee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Tennessee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https://www.wreckmatch.com/blog/severe-injury-after-a-truck-crash-in-nashville-tennessee-2026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https://www.wreckmatch.com/blog/severe-injury-after-a-truck-crash-in-nashville-tennessee-2026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Nashville, Tennessee (2026)</dc:title>
  <dc:subject>WreckMatch educational guide — Severe Injury</dc:subject>
  <dc:creator/>
  <cp:keywords>WreckMatch, car accident, Tennessee, Severe Injury, severe injury after a truck crash in nashville tennessee 2026, personal injury, attorney matching</cp:keywords>
  <dc:description>Gold-tier presentation summary for https://www.wreckmatch.com/blog/severe-injury-after-a-truck-crash-in-nashville-tennessee-2026.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