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Sioux Falls, South Dakota — What to Know (2026). Full guide: https://www.wreckmatch.com/blog/whiplash-after-a-car-accident-in-sioux-falls-south-dakota-what-to-know-2026.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Sioux Falls, South Dakota,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crash in South Dakota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repeating your story five times.</a:t>
            </a:r>
          </a:p>
          <a:p/>
          <a:p>
            <a:r>
              <a:t>This guide is here so you can protect your health and your claim. WreckMatch is a referral service, not a law firm — we connect you with participating licensed attorneys; we do not provide legal advice.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South Dakota.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Sioux Falls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South Dakota fast facts: 3-year statute of limitations · Modified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South Dakota,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South Dakota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South Dakota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South Dakota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South Dakot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Sioux Falls, whiplash and soft-tissue injury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Sioux Falls, South Dakota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South Dakota · South Dakota ·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Kathy Carr, CEO.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Sioux Falls, South Dakota,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 note for families navigating recovery in Sioux 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 crash in South Dakota is more than paperwork — it is disrupted work, medical bills, and fear about what comes next. Kathy Carr, CEO &amp; Co-Founder of WreckMatch, shaped our intake and education around what injured people actually need: clear steps, calm language, and one place to get matched with counsel without repeat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Sioux Falls?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South Dakota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South Dakota.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South Dakota legal context for whiplash and soft-tissue injury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South Dakota,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whiplash and soft-tissue injury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South Dakota?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South Dakota sets a 3-year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https://www.wreckmatch.com/blog/whiplash-after-a-car-accident-in-sioux-falls-south-dakota-what-to-know-2026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https://www.wreckmatch.com/blog/whiplash-after-a-car-accident-in-sioux-falls-south-dakota-what-to-know-2026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Sioux Falls, South Dakota — What to Know (2026)</dc:title>
  <dc:subject>WreckMatch educational guide — South Dakota</dc:subject>
  <dc:creator/>
  <cp:keywords>WreckMatch, car accident, South Dakota, South Dakota, whiplash after a car accident in sioux falls south dakota what to know 2026, personal injury, attorney matching</cp:keywords>
  <dc:description>Gold-tier presentation summary for https://www.wreckmatch.com/blog/whiplash-after-a-car-accident-in-sioux-falls-south-dakota-what-to-know-2026.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