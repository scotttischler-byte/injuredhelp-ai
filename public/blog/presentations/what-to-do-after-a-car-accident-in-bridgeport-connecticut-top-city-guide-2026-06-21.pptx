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Bridgeport, Connecticut — Top City Guide (2026-06-21). Full guide: https://www.wreckmatch.com/blog/what-to-do-after-a-car-accident-in-bridgeport-connecticut-top-city-guide-2026-06-21.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Bridgeport, Connecticut,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Connecticut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Connecticut.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Bridgeport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Connecticut fast facts: 2-year statute of limitations · Modified 50% fault rule · 25/50/25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Connecticut,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Connecticut follows the Modified 50% rule for fault allocation. Modified 50%-bar comparative negligence reduces your recovery by your share of fault, but cuts you off completely once your fault reaches 50% or more. Insurers will often push to inch your share above the threshold during recorded statements. The minimum liability insurance every driver must carry in Connecticut is 25/50/25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Connecticut is an at-fault state. The at-fault driver's liability insurance is the primary source of recovery, and you can pursue compensation for medical bills, lost wages, and pain and sufferi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Bridgeport,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Bridgeport, Connecticut — Top City Guide (2026-06-21)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Connecticut · Connecticut · 2026-06-21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Bridgeport, Connecticut,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Bridgeport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Connecticut are not outgunned. This gu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Bridgeport?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Connecticut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Connecticut.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Connecticut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Connecticut,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Connecticut?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Connecticut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https://www.wreckmatch.com/blog/what-to-do-after-a-car-accident-in-bridgeport-connecticut-top-city-guide-2026-06-21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https://www.wreckmatch.com/blog/what-to-do-after-a-car-accident-in-bridgeport-connecticut-top-city-guide-2026-06-21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Bridgeport, Connecticut — Top City Guide (2026-06-21)</dc:title>
  <dc:subject>WreckMatch educational guide — Connecticut</dc:subject>
  <dc:creator/>
  <cp:keywords>WreckMatch, car accident, Connecticut, Connecticut, what to do after a car accident in bridgeport connecticut top city guide 2026 06 21, personal injury, attorney matching</cp:keywords>
  <dc:description>Gold-tier presentation summary for https://www.wreckmatch.com/blog/what-to-do-after-a-car-accident-in-bridgeport-connecticut-top-city-guide-2026-06-21.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