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Statute of Limitations for Car Accidents by State. Full guide: https://www.wreckmatch.com/blog/statute-of-limitations-car-accidents-by-state.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safest move after any serious crash is to get medical care, preserve photos and witness info, avoid recorded insurer statements, and speak with licensed counsel in your state before signing releases.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is the last date to file a lawsuit. After it passes, courts usually dismiss injury claims.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Personal injury: often 2–3 years from the crash (varies by state)  </a:t>
            </a:r>
          </a:p>
          <a:p>
            <a:r>
              <a:t>- Property damage only: sometimes shorter  </a:t>
            </a:r>
          </a:p>
          <a:p>
            <a:r>
              <a:t>- Claims against cities/states: often months, with notice requirements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Minors — clocks may pause until adulthood  </a:t>
            </a:r>
          </a:p>
          <a:p>
            <a:r>
              <a:t>- Wrongful death — separate rule from injury claims  </a:t>
            </a:r>
          </a:p>
          <a:p>
            <a:r>
              <a:t>- UM/UIM — may follow contract notice rules too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Negotiation does not stop the clock. If you are close to the deadline, speak with an attorney immediately.</a:t>
            </a:r>
          </a:p>
          <a:p/>
          <a:p>
            <a:r>
              <a:t>Find your state: All 50 states · examples: Florida · New York · Free help form · (978) 515-6063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free consultation makes sense after hospitalization, disputed fault, a commercial truck crash, wrongful death, or if an insurer denies coverage. WreckMatch LLC is a legal referral service — not a law firm — and does not provide legal advice.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48 hours</a:t>
            </a:r>
          </a:p>
          <a:p>
            <a:r>
              <a:t>- Quick settlement offers before MRI or specialist results</a:t>
            </a:r>
          </a:p>
          <a:p>
            <a:r>
              <a:t>- Disputes over injury severity or pre-existing conditions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Call 855 WRECKMATCH (855) 897-3256 or use free attorney matching. Participating attorneys typically work on contingency.</a:t>
            </a:r>
          </a:p>
          <a:p/>
          <a:p>
            <a:r>
              <a:t>Educational only — not legal advice.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free consultation makes sense after hospitalization, disputed fault, a commercial truck crash, wrongful death, or if an insurer denies coverage. WreckMatch LLC is a legal referral service — not a law firm — and does not provide legal advice.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Statute of Limitations for Car Accidents by State</a:t>
            </a:r>
          </a:p>
          <a:p>
            <a:pPr>
              <a:spcBef>
                <a:spcPts val="1200"/>
              </a:spcBef>
              <a:defRPr sz="1600">
                <a:solidFill>
                  <a:srgbClr val="94A3B8"/>
                </a:solidFill>
              </a:defRPr>
            </a:pPr>
            <a:r>
              <a:t>Car Accidents · 2026-05-17T00:00:00.000Z</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The safest move after any serious crash is to get medical care, preserve photos and witness info, avoid recorded insurer statements, and speak with licensed counsel in your state before signing releases.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is a statute of limitations?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It is the last date to file a lawsuit. After it passes, courts usually dismiss injury claims.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Typical windows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Personal injury: often 2–3 years from the crash (varies by state)</a:t>
            </a:r>
          </a:p>
          <a:p>
            <a:pPr>
              <a:spcAft>
                <a:spcPts val="800"/>
              </a:spcAft>
              <a:defRPr sz="1500">
                <a:solidFill>
                  <a:srgbClr val="94A3B8"/>
                </a:solidFill>
              </a:defRPr>
            </a:pPr>
            <a:r>
              <a:t>Property damage only: sometimes shorter</a:t>
            </a:r>
          </a:p>
          <a:p>
            <a:pPr>
              <a:spcAft>
                <a:spcPts val="800"/>
              </a:spcAft>
              <a:defRPr sz="1500">
                <a:solidFill>
                  <a:srgbClr val="94A3B8"/>
                </a:solidFill>
              </a:defRPr>
            </a:pPr>
            <a:r>
              <a:t>Claims against cities/states: often months, with notice requirements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Special cases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Minors — clocks may pause until adulthood</a:t>
            </a:r>
          </a:p>
          <a:p>
            <a:pPr>
              <a:spcAft>
                <a:spcPts val="800"/>
              </a:spcAft>
              <a:defRPr sz="1500">
                <a:solidFill>
                  <a:srgbClr val="94A3B8"/>
                </a:solidFill>
              </a:defRPr>
            </a:pPr>
            <a:r>
              <a:t>Wrongful death — separate rule from injury claims</a:t>
            </a:r>
          </a:p>
          <a:p>
            <a:pPr>
              <a:spcAft>
                <a:spcPts val="800"/>
              </a:spcAft>
              <a:defRPr sz="1500">
                <a:solidFill>
                  <a:srgbClr val="94A3B8"/>
                </a:solidFill>
              </a:defRPr>
            </a:pPr>
            <a:r>
              <a:t>UM/UIM — may follow contract notice rules too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Do not wait for the insurer to “finish investigating”</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Negotiation does not stop the clock. If you are close to the deadline, speak with an attorney immediately.</a:t>
            </a:r>
            <a:br/>
            <a:br/>
            <a:r>
              <a:t>Find your state: All 50 states · examples: Florida · New York · Free help form · (978) 515-6063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 free consultation makes sense after hospitalization, disputed fault, a commercial truck crash, wrongful death, or if an insurer denies coverage. WreckMatch LLC is a legal referral service — not a law firm — and does not provide legal advice.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48 hours</a:t>
            </a:r>
          </a:p>
          <a:p>
            <a:pPr>
              <a:spcAft>
                <a:spcPts val="800"/>
              </a:spcAft>
              <a:defRPr sz="1500">
                <a:solidFill>
                  <a:srgbClr val="94A3B8"/>
                </a:solidFill>
              </a:defRPr>
            </a:pPr>
            <a:r>
              <a:t>Quick settlement offers before MRI or specialist results</a:t>
            </a:r>
          </a:p>
          <a:p>
            <a:pPr>
              <a:spcAft>
                <a:spcPts val="800"/>
              </a:spcAft>
              <a:defRPr sz="1500">
                <a:solidFill>
                  <a:srgbClr val="94A3B8"/>
                </a:solidFill>
              </a:defRPr>
            </a:pPr>
            <a:r>
              <a:t>Disputes over injury severity or pre-existing conditions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Free matching in about 60 seconds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855 WRECKMATCH (855) 897-3256 or use free attorney matching. Participating attorneys typically work on contingency.</a:t>
            </a:r>
            <a:br/>
            <a:br/>
            <a:r>
              <a:t>Educational only — not legal advice.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 free consultation makes sense after hospitalization, disputed fault, a commercial truck crash, wrongful death, or if an insurer denies coverage. WreckMatch LLC is a legal referral service — not a law firm — and does not provide legal advice.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filing-deadline situation claim in your state?</a:t>
            </a:r>
          </a:p>
          <a:p>
            <a:pPr>
              <a:spcAft>
                <a:spcPts val="800"/>
              </a:spcAft>
              <a:defRPr sz="1500">
                <a:solidFill>
                  <a:srgbClr val="94A3B8"/>
                </a:solidFill>
              </a:defRPr>
            </a:pPr>
            <a:r>
              <a:t>A: your state sets a 2-year statute of limitations for most personal-injury lawsuits arising from a filing-deadline situation,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filing-deadline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https://www.wreckmatch.com/blog/statute-of-limitations-car-accidents-by-state</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https://www.wreckmatch.com/blog/statute-of-limitations-car-accidents-by-state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Statute of Limitations for Car Accidents by State</dc:title>
  <dc:subject>WreckMatch educational guide — Car Accidents</dc:subject>
  <dc:creator/>
  <cp:keywords>WreckMatch, car accident, Car Accidents, statute of limitations car accidents by state, personal injury, attorney matching</cp:keywords>
  <dc:description>Gold-tier presentation summary for https://www.wreckmatch.com/blog/statute-of-limitations-car-accidents-by-state.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