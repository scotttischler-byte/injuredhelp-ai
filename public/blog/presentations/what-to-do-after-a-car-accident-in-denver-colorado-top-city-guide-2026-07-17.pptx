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Denver, Colorado — Top City Guide (2026-07-17). Full guide: https://www.wreckmatch.com/blog/what-to-do-after-a-car-accident-in-denver-colorado-top-city-guide-2026-07-17.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Denver, Colorado,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Colorado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Document lifetime care needs, lost earnings, and future medical costs — not just today's ER bill.</a:t>
            </a:r>
          </a:p>
          <a:p>
            <a:r>
              <a:t>- Do not accept lump-sum settlements before maximum medical improvement (MMI) without counsel.</a:t>
            </a:r>
          </a:p>
          <a:p>
            <a:r>
              <a:t>- Life-care planners, economists, and medical illustrators may be appropriate in high-value cases.</a:t>
            </a:r>
          </a:p>
          <a:p>
            <a:r>
              <a:t>- Wrongful death claims involve different beneficiaries, estates, and deadlines than personal injury alone.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3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Colorado.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Denver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Colorado fast facts: 2-year statute of limitations · Modified 50% fault rule · 25/50/15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Colorado,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Colorado follows the Modified 50% rule for fault allocation. Modified 50%-bar comparative negligence reduces your recovery by your share of fault, but cuts you off completely once your fault reaches 50% or more. Insurers will often push to inch your share above the threshold during recorded statements. The minimum liability insurance every driver must carry in Colorado is 25/50/15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Colorado is an at-fault state. The at-fault driver's liability insurance is the primary source of recovery, and you can pursue compensation for medical bills, lost wages, and pain and suffering once liab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Denver, Colorado — Top City Guide (2026-07-17)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Severe Injury · Colorado · 2026-07-17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Denver, Colorado,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Denver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Colorado are not outgunned. This guide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Denver?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Severe injury &amp; wrongful death considerations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Document lifetime care needs, lost earnings, and future medical costs — not just today's ER bill.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accept lump-sum settlements before maximum medical improvement (MMI) without counsel.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Life-care planners, economists, and medical illustrators may be appropriate in high-value cases.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Wrongful death claims involve different beneficiaries, estates, and deadlines than personal injury alone.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Colorado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3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Colorado.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Colorado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Colorado,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Colorado?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Colorado sets a 2-year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https://www.wreckmatch.com/blog/what-to-do-after-a-car-accident-in-denver-colorado-top-city-guide-2026-07-17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https://www.wreckmatch.com/blog/what-to-do-after-a-car-accident-in-denver-colorado-top-city-guide-2026-07-17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Denver, Colorado — Top City Guide (2026-07-17)</dc:title>
  <dc:subject>WreckMatch educational guide — Severe Injury</dc:subject>
  <dc:creator/>
  <cp:keywords>WreckMatch, car accident, Colorado, Severe Injury, what to do after a car accident in denver colorado top city guide 2026 07 17, personal injury, attorney matching</cp:keywords>
  <dc:description>Gold-tier presentation summary for https://www.wreckmatch.com/blog/what-to-do-after-a-car-accident-in-denver-colorado-top-city-guide-2026-07-17.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