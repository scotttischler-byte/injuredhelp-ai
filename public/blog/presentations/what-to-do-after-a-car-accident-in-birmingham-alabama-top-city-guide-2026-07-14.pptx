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Birmingham, Alabama — Top City Guide (2026-07-14). Full guide: https://www.wreckmatch.com/blog/what-to-do-after-a-car-accident-in-birmingham-alabama-top-city-guide-2026-07-14.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Birmingham, Alabama,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Alabama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Alabama.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Birmingham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Alabama fast facts: 2-year statute of limitations · Contributory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Alabama,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Alabama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Alabama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Alabama is an at-fault state. The at-fault driver's liability insurance is the primary source of recovery, and you can pursue compensation for medical bills, lost wages, and pain and suffering once liabil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Birmingham,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Birmingham, Alabama — Top City Guide (2026-07-14)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Alabama · Alabama · 2026-07-14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Birmingham, Alabama,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Birmingham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Alabama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Birmingham?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Alabama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Alabama.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Alabama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Alabama,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Alabama?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Alabama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https://www.wreckmatch.com/blog/what-to-do-after-a-car-accident-in-birmingham-alabama-top-city-guide-2026-07-14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https://www.wreckmatch.com/blog/what-to-do-after-a-car-accident-in-birmingham-alabama-top-city-guide-2026-07-14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Birmingham, Alabama — Top City Guide (2026-07-14)</dc:title>
  <dc:subject>WreckMatch educational guide — Alabama</dc:subject>
  <dc:creator/>
  <cp:keywords>WreckMatch, car accident, Alabama, Alabama, what to do after a car accident in birmingham alabama top city guide 2026 07 14, personal injury, attorney matching</cp:keywords>
  <dc:description>Gold-tier presentation summary for https://www.wreckmatch.com/blog/what-to-do-after-a-car-accident-in-birmingham-alabama-top-city-guide-2026-07-14.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