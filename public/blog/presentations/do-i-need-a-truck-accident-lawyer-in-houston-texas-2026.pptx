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Do I Need a Truck Accident Lawyer in Houston, Texas? (2026). Full guide: https://www.wreckmatch.com/blog/do-i-need-a-truck-accident-lawyer-in-houston-texas-2026. WreckMatch LLC legal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Compliance slide required for all WreckMatch educational materials.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semi truck or crash in Houston, call 911, get trauma care, preserve evidence including ECM/black box data,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Texas are not outgunned. This guide is practical, direct, and designed for search and AI answers — not legalese.</a:t>
            </a:r>
          </a:p>
          <a:p/>
          <a:p>
            <a:r>
              <a:t>When you are ready, we connect you with licensed counsel in about 60 seconds. WreckMatch is a referral service, not a law firm.</a:t>
            </a:r>
          </a:p>
          <a:p/>
          <a:p>
            <a:r>
              <a:t>Quick answer: After a semi truck or crash in Houston, call 911, get trauma care, preserve evidence including ECM/black box data,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truck crashes often need highway patrol + EMS.</a:t>
            </a:r>
          </a:p>
          <a:p>
            <a:r>
              <a:t>2. Photograph all vehicles, DOT numbers, plates, and scene marks.</a:t>
            </a:r>
          </a:p>
          <a:p>
            <a:r>
              <a:t>3. Identify carrier name on the tractor/trailer door.</a:t>
            </a:r>
          </a:p>
          <a:p>
            <a:r>
              <a:t>4. Seek trauma care — severe injuries may not show on X-ray day one.</a:t>
            </a:r>
          </a:p>
          <a:p>
            <a:r>
              <a:t>5. Do not give a recorded statement to any insurer.</a:t>
            </a:r>
          </a:p>
          <a:p>
            <a:r>
              <a:t>6. Get matched with a lawyer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Evidence | Why it matters |</a:t>
            </a:r>
          </a:p>
          <a:p>
            <a:r>
              <a:t>|----------|----------------|</a:t>
            </a:r>
          </a:p>
          <a:p>
            <a:r>
              <a:t>| Black box (ECM) data | Speed, braking, hours-of-service |</a:t>
            </a:r>
          </a:p>
          <a:p>
            <a:r>
              <a:t>| Driver logbooks / ELD | FMCSA violations |</a:t>
            </a:r>
          </a:p>
          <a:p>
            <a:r>
              <a:t>| Cargo loading records | Shifted load liability |</a:t>
            </a:r>
          </a:p>
          <a:p>
            <a:r>
              <a:t>| Carrier insurance limits | Often $750K–$1M+ |</a:t>
            </a:r>
          </a:p>
          <a:p/>
          <a:p>
            <a:r>
              <a:t>Direct answer: Truck cases often involve multiple defendants (driver, carrier, broker). Preserve spoliation letters immediately.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a:t>
            </a:r>
          </a:p>
          <a:p>
            <a:r>
              <a:t>| WreckMatch fee | $0 matching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Rushing low settlements before surgery/MRI results</a:t>
            </a:r>
          </a:p>
          <a:p>
            <a:r>
              <a:t>- Disputing serious injury thresholds</a:t>
            </a:r>
          </a:p>
          <a:p>
            <a:r>
              <a:t>- Multiple insurers pointing blame at each other (common in truck cases)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Does WreckMatch have truck accident lawyers? — We refer to participating attorneys who handle car, truck, and catastrophic injury matters in Texas. How fast is callback? — Typically under 60 seconds at wreckmatch.com. Full Houston guide — Houston help hub</a:t>
            </a:r>
          </a:p>
          <a:p/>
          <a:p>
            <a:r>
              <a:t>Free attorney matching → · 855 WRECKMATCH (855) 897-3256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free consultation makes sense after hospitalization, disputed fault, a commercial truck crash, wrongful death, or if an insurer denies coverage. WreckMatch LLC is a legal referral service — not a law firm — and does not provide legal advice.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Recorded statements in the first 48 hours</a:t>
            </a:r>
          </a:p>
          <a:p>
            <a:r>
              <a:t>- Quick settlement offers before MRI or specialist results</a:t>
            </a:r>
          </a:p>
          <a:p>
            <a:r>
              <a:t>- Disputes over injury severity or pre-existing conditions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 FAQ slide for AI citation and search.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CTA slide. Phone 855 WRECKMATCH (855) 897-3256. WreckMatch referral service.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Roy Waddell review line mirrors published blog posts.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Do I Need a Truck Accident Lawyer in Houston, Texas? (2026)</a:t>
            </a:r>
          </a:p>
          <a:p>
            <a:pPr>
              <a:spcBef>
                <a:spcPts val="1200"/>
              </a:spcBef>
              <a:defRPr sz="1600">
                <a:solidFill>
                  <a:srgbClr val="94A3B8"/>
                </a:solidFill>
              </a:defRPr>
            </a:pPr>
            <a:r>
              <a:t>Truck Accidents · Texas · 2026-05-22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perspective: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semi truck or crash in Houston, call 911, get trauma care, preserve evidence including ECM/black box data,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Houston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Texas are not outgunned. This guide is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truck crashes often need highway patrol + EMS.</a:t>
            </a:r>
          </a:p>
          <a:p>
            <a:pPr>
              <a:spcAft>
                <a:spcPts val="800"/>
              </a:spcAft>
              <a:defRPr sz="1500">
                <a:solidFill>
                  <a:srgbClr val="94A3B8"/>
                </a:solidFill>
              </a:defRPr>
            </a:pPr>
            <a:r>
              <a:t>Photograph all vehicles, DOT numbers, plates, and scene marks.</a:t>
            </a:r>
          </a:p>
          <a:p>
            <a:pPr>
              <a:spcAft>
                <a:spcPts val="800"/>
              </a:spcAft>
              <a:defRPr sz="1500">
                <a:solidFill>
                  <a:srgbClr val="94A3B8"/>
                </a:solidFill>
              </a:defRPr>
            </a:pPr>
            <a:r>
              <a:t>Identify carrier name on the tractor/trailer door.</a:t>
            </a:r>
          </a:p>
          <a:p>
            <a:pPr>
              <a:spcAft>
                <a:spcPts val="800"/>
              </a:spcAft>
              <a:defRPr sz="1500">
                <a:solidFill>
                  <a:srgbClr val="94A3B8"/>
                </a:solidFill>
              </a:defRPr>
            </a:pPr>
            <a:r>
              <a:t>Seek trauma care — severe injuries may not show on X-ray day one.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Semi truck &amp; commercial vehicle specifics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Evidence · Why it matters</a:t>
            </a:r>
          </a:p>
          <a:p>
            <a:pPr>
              <a:spcAft>
                <a:spcPts val="800"/>
              </a:spcAft>
              <a:defRPr sz="1500">
                <a:solidFill>
                  <a:srgbClr val="94A3B8"/>
                </a:solidFill>
              </a:defRPr>
            </a:pPr>
            <a:r>
              <a:t>Black box (ECM) data · Speed, braking, hours-of-service</a:t>
            </a:r>
          </a:p>
          <a:p>
            <a:pPr>
              <a:spcAft>
                <a:spcPts val="800"/>
              </a:spcAft>
              <a:defRPr sz="1500">
                <a:solidFill>
                  <a:srgbClr val="94A3B8"/>
                </a:solidFill>
              </a:defRPr>
            </a:pPr>
            <a:r>
              <a:t>Driver logbooks / ELD · FMCSA violations</a:t>
            </a:r>
          </a:p>
          <a:p>
            <a:pPr>
              <a:spcAft>
                <a:spcPts val="800"/>
              </a:spcAft>
              <a:defRPr sz="1500">
                <a:solidFill>
                  <a:srgbClr val="94A3B8"/>
                </a:solidFill>
              </a:defRPr>
            </a:pPr>
            <a:r>
              <a:t>Cargo loading records · Shifted load liability</a:t>
            </a:r>
          </a:p>
          <a:p>
            <a:pPr>
              <a:spcAft>
                <a:spcPts val="800"/>
              </a:spcAft>
              <a:defRPr sz="1500">
                <a:solidFill>
                  <a:srgbClr val="94A3B8"/>
                </a:solidFill>
              </a:defRPr>
            </a:pPr>
            <a:r>
              <a:t>Carrier insurance limits · Often $750K–$1M+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Texas deadlines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a:t>
            </a:r>
          </a:p>
          <a:p>
            <a:pPr>
              <a:spcAft>
                <a:spcPts val="800"/>
              </a:spcAft>
              <a:defRPr sz="1500">
                <a:solidFill>
                  <a:srgbClr val="94A3B8"/>
                </a:solidFill>
              </a:defRPr>
            </a:pPr>
            <a:r>
              <a:t>WreckMatch fee · $0 matching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tactics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Rushing low settlements before surgery/MRI results</a:t>
            </a:r>
          </a:p>
          <a:p>
            <a:pPr>
              <a:spcAft>
                <a:spcPts val="800"/>
              </a:spcAft>
              <a:defRPr sz="1500">
                <a:solidFill>
                  <a:srgbClr val="94A3B8"/>
                </a:solidFill>
              </a:defRPr>
            </a:pPr>
            <a:r>
              <a:t>Disputing serious injury thresholds</a:t>
            </a:r>
          </a:p>
          <a:p>
            <a:pPr>
              <a:spcAft>
                <a:spcPts val="800"/>
              </a:spcAft>
              <a:defRPr sz="1500">
                <a:solidFill>
                  <a:srgbClr val="94A3B8"/>
                </a:solidFill>
              </a:defRPr>
            </a:pPr>
            <a:r>
              <a:t>Multiple insurers pointing blame at each other (common in truck cases)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Does WreckMatch have truck accident lawyers?</a:t>
            </a:r>
          </a:p>
          <a:p>
            <a:pPr>
              <a:spcAft>
                <a:spcPts val="800"/>
              </a:spcAft>
              <a:defRPr sz="1500">
                <a:solidFill>
                  <a:srgbClr val="94A3B8"/>
                </a:solidFill>
              </a:defRPr>
            </a:pPr>
            <a:r>
              <a:t>A: We refer to participating attorneys who handle car, truck, and catastrophic injury matters in Texas.</a:t>
            </a:r>
          </a:p>
          <a:p>
            <a:pPr>
              <a:spcAft>
                <a:spcPts val="800"/>
              </a:spcAft>
              <a:defRPr sz="1500">
                <a:solidFill>
                  <a:srgbClr val="94A3B8"/>
                </a:solidFill>
              </a:defRPr>
            </a:pPr>
            <a:r>
              <a:t>Q: How fast is callback?</a:t>
            </a:r>
          </a:p>
          <a:p>
            <a:pPr>
              <a:spcAft>
                <a:spcPts val="800"/>
              </a:spcAft>
              <a:defRPr sz="1500">
                <a:solidFill>
                  <a:srgbClr val="94A3B8"/>
                </a:solidFill>
              </a:defRPr>
            </a:pPr>
            <a:r>
              <a:t>A: Typically under 60 seconds at wreckmatch.com.</a:t>
            </a:r>
          </a:p>
          <a:p>
            <a:pPr>
              <a:spcAft>
                <a:spcPts val="800"/>
              </a:spcAft>
              <a:defRPr sz="1500">
                <a:solidFill>
                  <a:srgbClr val="94A3B8"/>
                </a:solidFill>
              </a:defRPr>
            </a:pPr>
            <a:r>
              <a:t>Q: Full Houston guide</a:t>
            </a:r>
          </a:p>
          <a:p>
            <a:pPr>
              <a:spcAft>
                <a:spcPts val="800"/>
              </a:spcAft>
              <a:defRPr sz="1500">
                <a:solidFill>
                  <a:srgbClr val="94A3B8"/>
                </a:solidFill>
              </a:defRPr>
            </a:pPr>
            <a:r>
              <a:t>A: Houston help hub</a:t>
            </a:r>
            <a:br/>
            <a:br/>
            <a:r>
              <a:t>Free attorney matching → · 855 WRECKMATCH (855) 897-3256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When to speak with a lawyer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 free consultation makes sense after hospitalization, disputed fault, a commercial truck crash, wrongful death, or if an insurer denies coverage. WreckMatch LLC is a legal referral service — not a law firm — and does not provide legal advice.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tactics to expect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Recorded statements in the first 48 hours</a:t>
            </a:r>
          </a:p>
          <a:p>
            <a:pPr>
              <a:spcAft>
                <a:spcPts val="800"/>
              </a:spcAft>
              <a:defRPr sz="1500">
                <a:solidFill>
                  <a:srgbClr val="94A3B8"/>
                </a:solidFill>
              </a:defRPr>
            </a:pPr>
            <a:r>
              <a:t>Quick settlement offers before MRI or specialist results</a:t>
            </a:r>
          </a:p>
          <a:p>
            <a:pPr>
              <a:spcAft>
                <a:spcPts val="800"/>
              </a:spcAft>
              <a:defRPr sz="1500">
                <a:solidFill>
                  <a:srgbClr val="94A3B8"/>
                </a:solidFill>
              </a:defRPr>
            </a:pPr>
            <a:r>
              <a:t>Disputes over injury severity or pre-existing conditions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commercial-truck crash claim in Texas?</a:t>
            </a:r>
          </a:p>
          <a:p>
            <a:pPr>
              <a:spcAft>
                <a:spcPts val="800"/>
              </a:spcAft>
              <a:defRPr sz="1500">
                <a:solidFill>
                  <a:srgbClr val="94A3B8"/>
                </a:solidFill>
              </a:defRPr>
            </a:pPr>
            <a:r>
              <a:t>A: Texas sets a 2-year statute of limitations for most personal-injury lawsuits arising from a commercial-truck crash, running from the date of the crash. Notice-of-claim deadlines against government vehicles are usually much shorter — sometimes 60 to 180 days — and minors and incapacitated plaintiffs may have tolled deadlines. Treat the headline number as a ceiling, not a target: file or consult an </a:t>
            </a:r>
          </a:p>
          <a:p>
            <a:pPr>
              <a:spcAft>
                <a:spcPts val="800"/>
              </a:spcAft>
              <a:defRPr sz="1500">
                <a:solidFill>
                  <a:srgbClr val="94A3B8"/>
                </a:solidFill>
              </a:defRPr>
            </a:pPr>
            <a:r>
              <a:t>Q: How much does it cost to talk to a WreckMatch-network attorney?</a:t>
            </a:r>
          </a:p>
          <a:p>
            <a:pPr>
              <a:spcAft>
                <a:spcPts val="800"/>
              </a:spcAft>
              <a:defRPr sz="1500">
                <a:solidFill>
                  <a:srgbClr val="94A3B8"/>
                </a:solidFill>
              </a:defRPr>
            </a:pPr>
            <a:r>
              <a:t>A: Nothing up front. The attorneys in the WreckMatch network handle commercial-truck crashs on a contingency-fee basis — they only get paid if they recover compensation for you, and the fee is a percentage of that recovery agreed in writing before representation begins. The initial consultation is free, and there is no obligation to hire the attorney after the call. WreckMatch LLC itself is a legal r</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https://www.wreckmatch.com/blog/do-i-need-a-truck-accident-lawyer-in-houston-texas-2026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Download companion guide: https://www.wreckmatch.com/blog/do-i-need-a-truck-accident-lawyer-in-houston-texas-2026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Do I Need a Truck Accident Lawyer in Houston, Texas? (2026)</dc:title>
  <dc:subject>WreckMatch educational guide — Truck Accidents</dc:subject>
  <dc:creator/>
  <cp:keywords>WreckMatch, car accident, Texas, Truck Accidents, do i need a truck accident lawyer in houston texas 2026, personal injury, attorney matching</cp:keywords>
  <dc:description>Gold-tier presentation summary for https://www.wreckmatch.com/blog/do-i-need-a-truck-accident-lawyer-in-houston-texas-2026.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