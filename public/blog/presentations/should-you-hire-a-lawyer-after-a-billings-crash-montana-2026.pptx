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Billings Crash? (Montana 2026). Full guide: https://www.wreckmatch.com/blog/should-you-hire-a-lawyer-after-a-billings-crash-montana-2026.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Billings Crash? (Montana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https://www.wreckmatch.com/blog/should-you-hire-a-lawyer-after-a-billings-crash-montana-2026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https://www.wreckmatch.com/blog/should-you-hire-a-lawyer-after-a-billings-crash-montana-2026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Billings Crash? (Montana 2026)</dc:title>
  <dc:subject>WreckMatch educational guide — Montana</dc:subject>
  <dc:creator/>
  <cp:keywords>WreckMatch, car accident, Montana, Montana, should you hire a lawyer after a billings crash montana 2026, personal injury, attorney matching</cp:keywords>
  <dc:description>Gold-tier presentation summary for https://www.wreckmatch.com/blog/should-you-hire-a-lawyer-after-a-billings-crash-montana-2026.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