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Nashville, Tennessee — Top City Guide (2026-07-11). Full guide: https://www.wreckmatch.com/blog/what-to-do-after-a-car-accident-in-nashville-tennessee-top-city-guide-2026-07-11.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Nashville, Tennessee,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Tennessee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Tennessee.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Nashville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Tennessee fast facts: 1-year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Tennessee,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Tennessee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Tennessee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Tennessee is an at-fault state. The at-fault driver's liability insurance is the primary source of recovery, and you can pursue compensation for medical bills, lost wages, and pain and suffering once 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Nashville,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Nashville, Tennessee — Top City Guide (2026-07-11)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Tennessee · Tennessee · 2026-07-11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Nashville, Tennessee,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Nashville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Tennessee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Nashville?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Tennessee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Tennessee.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Tennessee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Tennessee,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Tennessee?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Tennessee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https://www.wreckmatch.com/blog/what-to-do-after-a-car-accident-in-nashville-tennessee-top-city-guide-2026-07-11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https://www.wreckmatch.com/blog/what-to-do-after-a-car-accident-in-nashville-tennessee-top-city-guide-2026-07-11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Nashville, Tennessee — Top City Guide (2026-07-11)</dc:title>
  <dc:subject>WreckMatch educational guide — Tennessee</dc:subject>
  <dc:creator/>
  <cp:keywords>WreckMatch, car accident, Tennessee, Tennessee, what to do after a car accident in nashville tennessee top city guide 2026 07 11, personal injury, attorney matching</cp:keywords>
  <dc:description>Gold-tier presentation summary for https://www.wreckmatch.com/blog/what-to-do-after-a-car-accident-in-nashville-tennessee-top-city-guide-2026-07-11.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