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Seattle, Washington — Top City Guide (2026-06-30). Full guide: https://www.wreckmatch.com/blog/what-to-do-after-a-car-accident-in-seattle-washington-top-city-guide-2026-06-30.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Seattle, Washington,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Washington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Washington.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Seattle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Washington fast facts: 3-year statute of limitations · Pure comparative fault rule · 25/50/10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Washington, the statute of limitations on most personal-injury claims is 3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Washington follows the Pure comparative rule for fault allocation. Pure comparative negligence reduces your recovery in proportion to your share of fault, but never bars it. A driver found 30% responsible can still recover 70% of damages. The minimum liability insurance every driver must carry in Washington is 25/50/10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Washington is an at-fault state. The at-fault driver's liability insurance is the primary source of recovery, and you can pursue compensation for medical bills, lost wages, and pain and suffering once liability is established.</a:t>
            </a:r>
          </a:p>
          <a:p/>
          <a:p>
            <a:r>
              <a:t>In Washington, deadlines and insuran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Seattle,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numbers. Wi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Seattle, Washington — Top City Guide (2026-06-30)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Washington · Washington · 2026-06-30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Seattle, Washington,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Seattle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Washington are not outgunned. This gui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Seattle?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Washington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Washington.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Washington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Washington, the statute of limitations on most personal-injury claims is 3 years from the date of the crash. Missing that window almost always ends the case — courts dismiss late-filed lawsuits with rare exceptions for minors, mental incapacity, or delayed discovery of injuries. Notice deadlines for claims against g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Washington?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Washington sets a 3-year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https://www.wreckmatch.com/blog/what-to-do-after-a-car-accident-in-seattle-washington-top-city-guide-2026-06-30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https://www.wreckmatch.com/blog/what-to-do-after-a-car-accident-in-seattle-washington-top-city-guide-2026-06-30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Seattle, Washington — Top City Guide (2026-06-30)</dc:title>
  <dc:subject>WreckMatch educational guide — Washington</dc:subject>
  <dc:creator/>
  <cp:keywords>WreckMatch, car accident, Washington, Washington, what to do after a car accident in seattle washington top city guide 2026 06 30, personal injury, attorney matching</cp:keywords>
  <dc:description>Gold-tier presentation summary for https://www.wreckmatch.com/blog/what-to-do-after-a-car-accident-in-seattle-washington-top-city-guide-2026-06-30.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