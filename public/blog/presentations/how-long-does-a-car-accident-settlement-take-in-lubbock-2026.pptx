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How Long Does a Car Accident Settlement Take in Lubbock? (2026). Full guide: https://www.wreckmatch.com/blog/how-long-does-a-car-accident-settlement-take-in-lubbock-2026.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Lubbock, Texas, call 911, get medical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if anyone is hurt or traffic is blocked.</a:t>
            </a:r>
          </a:p>
          <a:p>
            <a:r>
              <a:t>2. Photograph vehicles, injuries visible from outside the car, and the full scene.</a:t>
            </a:r>
          </a:p>
          <a:p>
            <a:r>
              <a:t>3. Exchange insurance and contact information; collect witness phone numbers.</a:t>
            </a:r>
          </a:p>
          <a:p>
            <a:r>
              <a:t>4. Seek medical care within 24 hours — delays hurt both health and claims.</a:t>
            </a:r>
          </a:p>
          <a:p>
            <a:r>
              <a:t>5. Do not give a recorded statement to the other driver's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WreckMatch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WreckMatch connects you with participating licensed attorneys — we do not provide legal advice ourselves.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WreckMatch a law firm? — No. WreckMatch LLC is a legal referral service — not a law firm. We connect injured people with participating attorneys who handle car, truck, and catastrophic injury cases in Texas.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Lubbock car accident help · National what-to-do guide</a:t>
            </a:r>
          </a:p>
          <a:p/>
          <a:p/>
          <a:p>
            <a:r>
              <a:t>Reviewed for legal context by Judge Roy Waddell, Legal Advisor at WreckMatch LLC — courtroom and procedural perspective only; not legal advice for your specific case.</a:t>
            </a:r>
          </a:p>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How Long Does a Car Accident Settlement Take in Lubbock? (2026)</a:t>
            </a:r>
          </a:p>
          <a:p>
            <a:pPr>
              <a:spcBef>
                <a:spcPts val="1200"/>
              </a:spcBef>
              <a:defRPr sz="1600">
                <a:solidFill>
                  <a:srgbClr val="94A3B8"/>
                </a:solidFill>
              </a:defRPr>
            </a:pPr>
            <a:r>
              <a:t>Texas · Texas · 2026-05-26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Lubbock, Texas, call 911, get medical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Lubbock</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crash in Lubbock?</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if anyone is hurt or traffic is blocked.</a:t>
            </a:r>
          </a:p>
          <a:p>
            <a:pPr>
              <a:spcAft>
                <a:spcPts val="800"/>
              </a:spcAft>
              <a:defRPr sz="1500">
                <a:solidFill>
                  <a:srgbClr val="94A3B8"/>
                </a:solidFill>
              </a:defRPr>
            </a:pPr>
            <a:r>
              <a:t>Photograph vehicles, injuries visible from outside the car, and the full scene.</a:t>
            </a:r>
          </a:p>
          <a:p>
            <a:pPr>
              <a:spcAft>
                <a:spcPts val="800"/>
              </a:spcAft>
              <a:defRPr sz="1500">
                <a:solidFill>
                  <a:srgbClr val="94A3B8"/>
                </a:solidFill>
              </a:defRPr>
            </a:pPr>
            <a:r>
              <a:t>Exchange insurance and contact information; collect witness phone numbers.</a:t>
            </a:r>
          </a:p>
          <a:p>
            <a:pPr>
              <a:spcAft>
                <a:spcPts val="800"/>
              </a:spcAft>
              <a:defRPr sz="1500">
                <a:solidFill>
                  <a:srgbClr val="94A3B8"/>
                </a:solidFill>
              </a:defRPr>
            </a:pPr>
            <a:r>
              <a:t>Seek medical care within 24 hours — delays hurt both health and claims.</a:t>
            </a:r>
          </a:p>
          <a:p>
            <a:pPr>
              <a:spcAft>
                <a:spcPts val="800"/>
              </a:spcAft>
              <a:defRPr sz="1500">
                <a:solidFill>
                  <a:srgbClr val="94A3B8"/>
                </a:solidFill>
              </a:defRPr>
            </a:pPr>
            <a:r>
              <a:t>Do not give a recorded statement to the other driver's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WreckMatch matching fee · $0 to consumers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WreckMatch connects you with participating licensed attorneys — we do not provide legal advice ourselves.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WreckMatch a law firm?</a:t>
            </a:r>
          </a:p>
          <a:p>
            <a:pPr>
              <a:spcAft>
                <a:spcPts val="800"/>
              </a:spcAft>
              <a:defRPr sz="1500">
                <a:solidFill>
                  <a:srgbClr val="94A3B8"/>
                </a:solidFill>
              </a:defRPr>
            </a:pPr>
            <a:r>
              <a:t>A: No. WreckMatch LLC is a legal referral service — not a law firm. We connect injured people with participating attorneys who handle car, truck, and catastrophic injury cases in Texas.</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filing-deadline situation claim in Texas?</a:t>
            </a:r>
          </a:p>
          <a:p>
            <a:pPr>
              <a:spcAft>
                <a:spcPts val="800"/>
              </a:spcAft>
              <a:defRPr sz="1500">
                <a:solidFill>
                  <a:srgbClr val="94A3B8"/>
                </a:solidFill>
              </a:defRPr>
            </a:pPr>
            <a:r>
              <a:t>A: Texas sets a 2-year statute of limitations for most personal-injury lawsuits arising from a filing-deadline situation, running from the date of the crash. Notice-of-claim deadlines against government vehicles are usually much shorter — sometimes 60 to 180 days — and minors and incapacitated plaintiffs may have tolled deadlines. Treat the headline number as a ceiling, not a target: file or consult </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filing-deadline situations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https://www.wreckmatch.com/blog/how-long-does-a-car-accident-settlement-take-in-lubbock-2026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https://www.wreckmatch.com/blog/how-long-does-a-car-accident-settlement-take-in-lubbock-2026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Long Does a Car Accident Settlement Take in Lubbock? (2026)</dc:title>
  <dc:subject>WreckMatch educational guide — Texas</dc:subject>
  <dc:creator/>
  <cp:keywords>WreckMatch, car accident, Texas, Texas, how long does a car accident settlement take in lubbock 2026, personal injury, attorney matching</cp:keywords>
  <dc:description>Gold-tier presentation summary for https://www.wreckmatch.com/blog/how-long-does-a-car-accident-settlement-take-in-lubbock-2026.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