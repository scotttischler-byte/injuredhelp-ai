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Virginia Beach, Virginia? (2026). Full guide: https://www.wreckmatch.com/blog/do-i-need-a-truck-accident-lawyer-in-virginia-beach-virginia-2026.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Virginia Beach,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Virginia Beach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Virginia fast facts: 2-year statute of limitations · Contributory fault rule · 30/60/20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Virginia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Virginia is 30/60/20 (bodily injury per person / per accident / property damage). For serious crashes those minimums are routinely exhausted in days, which is why uninsured/underinsured-motorist (UM/UIM) coverage on your own policy matters so much.</a:t>
            </a:r>
          </a:p>
          <a:p/>
          <a:p>
            <a:r>
              <a:t>Virginia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Virginia Beach, Virginia? (2026)</a:t>
            </a:r>
          </a:p>
          <a:p>
            <a:pPr>
              <a:spcBef>
                <a:spcPts val="1200"/>
              </a:spcBef>
              <a:defRPr sz="1600">
                <a:solidFill>
                  <a:srgbClr val="94A3B8"/>
                </a:solidFill>
              </a:defRPr>
            </a:pPr>
            <a:r>
              <a:t>Truck Accidents · Virginia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Virginia Beach,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Virginia?</a:t>
            </a:r>
          </a:p>
          <a:p>
            <a:pPr>
              <a:spcAft>
                <a:spcPts val="800"/>
              </a:spcAft>
              <a:defRPr sz="1500">
                <a:solidFill>
                  <a:srgbClr val="94A3B8"/>
                </a:solidFill>
              </a:defRPr>
            </a:pPr>
            <a:r>
              <a:t>A: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https://www.wreckmatch.com/blog/do-i-need-a-truck-accident-lawyer-in-virginia-beach-virginia-2026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https://www.wreckmatch.com/blog/do-i-need-a-truck-accident-lawyer-in-virginia-beach-virginia-2026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Virginia Beach, Virginia? (2026)</dc:title>
  <dc:subject>WreckMatch educational guide — Truck Accidents</dc:subject>
  <dc:creator/>
  <cp:keywords>WreckMatch, car accident, Virginia, Truck Accidents, do i need a truck accident lawyer in virginia beach virginia 2026, personal injury, attorney matching</cp:keywords>
  <dc:description>Gold-tier presentation summary for https://www.wreckmatch.com/blog/do-i-need-a-truck-accident-lawyer-in-virginia-beach-virginia-2026.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