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Denver, Colorado: Steps &amp; Legal Help (2026). Full guide: https://www.wreckmatch.com/blog/truck-accident-in-denver-colorado-steps-legal-help-2026.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Denver, Colorado,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Colorado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3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Colorado.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Denver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Colorado fast facts: 2-year statute of limitations · Modified 50% fault rule · 25/50/15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Colorado,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Colorado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Colorado is 25/50/15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Colorado is an at-fault state. The at-fault driver's liability insurance is the primary source of recovery, and you can pursue compensation for medical bills, lost wages, and pain and suffering once liab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Denver, Colorado: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Colorado · 2026-06-06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Denver, Colorado,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Denver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Colorado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Denver?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Colorado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3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Colorado.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Colorado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Colorado,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Colorado?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Colorado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https://www.wreckmatch.com/blog/truck-accident-in-denver-colorado-steps-legal-help-2026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https://www.wreckmatch.com/blog/truck-accident-in-denver-colorado-steps-legal-help-2026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Denver, Colorado: Steps &amp; Legal Help (2026)</dc:title>
  <dc:subject>WreckMatch educational guide — Truck Accidents</dc:subject>
  <dc:creator/>
  <cp:keywords>WreckMatch, car accident, Colorado, Truck Accidents, truck accident in denver colorado steps legal help 2026, personal injury, attorney matching</cp:keywords>
  <dc:description>Gold-tier presentation summary for https://www.wreckmatch.com/blog/truck-accident-in-denver-colorado-steps-legal-help-2026.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