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Portland, Maine: Steps &amp; Legal Help (2026). Full guide: https://www.wreckmatch.com/blog/truck-accident-in-portland-maine-steps-legal-help-2026.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Portland, Maine,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Maine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Maine.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Portland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Maine fast facts: 6-year statute of limitations · Modified 50% fault rule · 50/100/25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Maine, the statute of limitations on most personal-injury claims is 6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Maine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Maine is 50/100/25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Maine is an at-fault state. The at-fault driver's liability insurance is the primary source of recovery, and you can pursue compensation for medical bills, lost wages, and pain and suffering once liability is es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Portland, Maine: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Maine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Portland, Maine,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Portland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Maine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Portland?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Maine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Maine.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Maine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Maine, the statute of limitations on most personal-injury claims is 6 years from the date of the crash. Missing that window almost always ends the case — courts dismiss late-filed lawsuits with rare exceptions for minors, mental incapacity, or delayed discovery of injuries. Notice deadlines for claims against govern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Maine?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Maine sets a 6-year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https://www.wreckmatch.com/blog/truck-accident-in-portland-maine-steps-legal-help-2026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https://www.wreckmatch.com/blog/truck-accident-in-portland-maine-steps-legal-help-2026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Portland, Maine: Steps &amp; Legal Help (2026)</dc:title>
  <dc:subject>WreckMatch educational guide — Truck Accidents</dc:subject>
  <dc:creator/>
  <cp:keywords>WreckMatch, car accident, Maine, Truck Accidents, truck accident in portland maine steps legal help 2026, personal injury, attorney matching</cp:keywords>
  <dc:description>Gold-tier presentation summary for https://www.wreckmatch.com/blog/truck-accident-in-portland-maine-steps-legal-help-2026.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