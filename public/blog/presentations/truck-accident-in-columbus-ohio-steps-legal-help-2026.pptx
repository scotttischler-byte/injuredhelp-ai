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Truck Accident in Columbus, Ohio: Steps &amp; Legal Help (2026). Full guide: https://www.wreckmatch.com/blog/truck-accident-in-columbus-ohio-steps-legal-help-2026.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Columbus, Ohio,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Truck Accident in Columbus, Ohio: Steps &amp; Legal Help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Ohio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Columbus, Ohio,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https://www.wreckmatch.com/blog/truck-accident-in-columbus-ohio-steps-legal-help-2026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https://www.wreckmatch.com/blog/truck-accident-in-columbus-ohio-steps-legal-help-2026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Truck Accident in Columbus, Ohio: Steps &amp; Legal Help (2026)</dc:title>
  <dc:subject>WreckMatch educational guide — Truck Accidents</dc:subject>
  <dc:creator/>
  <cp:keywords>WreckMatch, car accident, Ohio, Truck Accidents, truck accident in columbus ohio steps legal help 2026, personal injury, attorney matching</cp:keywords>
  <dc:description>Gold-tier presentation summary for https://www.wreckmatch.com/blog/truck-accident-in-columbus-ohio-steps-legal-help-2026.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