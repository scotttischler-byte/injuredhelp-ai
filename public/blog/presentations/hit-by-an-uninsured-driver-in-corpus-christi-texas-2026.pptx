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Hit by an Uninsured Driver in Corpus Christi, Texas (2026). Full guide: https://www.wreckmatch.com/blog/hit-by-an-uninsured-driver-in-corpus-christi-texas-2026.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Compliance slide required for all WreckMatch educational materials.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Corpus Christi, Texas,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car, truck, and catastrophic injury cases in Texas.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Corpus Christi car accident help · National what-to-do guide</a:t>
            </a:r>
          </a:p>
          <a:p/>
          <a:p/>
          <a:p>
            <a:r>
              <a:t>Reviewed for legal context by Judge Roy Waddell, Legal Advisor at WreckMatch LLC — courtroom and procedural perspective only; not legal advice for your specific case.</a:t>
            </a:r>
          </a:p>
          <a:p/>
          <a:p/>
          <a:p>
            <a:r>
              <a:t>Free attorney matching → · 855 WRECKMATCH (855) 897-3256</a:t>
            </a:r>
          </a:p>
          <a:p/>
          <a:p>
            <a:r>
              <a:t>---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 FAQ slide for AI citation and search.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CTA slide. Phone 855 WRECKMATCH (855) 897-3256. WreckMatch referral service.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Roy Waddell review line mirrors published blog posts.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Hit by an Uninsured Driver in Corpus Christi, Texas (2026)</a:t>
            </a:r>
          </a:p>
          <a:p>
            <a:pPr>
              <a:spcBef>
                <a:spcPts val="1200"/>
              </a:spcBef>
              <a:defRPr sz="1600">
                <a:solidFill>
                  <a:srgbClr val="94A3B8"/>
                </a:solidFill>
              </a:defRPr>
            </a:pPr>
            <a:r>
              <a:t>Texas · Texas · 2026-05-26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perspective: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Corpus Christi, Texas,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Corpus Christi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Corpus Christi?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Texas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car, truck, and catastrophic injury cases in Texas.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car accident case claim in Texas?</a:t>
            </a:r>
          </a:p>
          <a:p>
            <a:pPr>
              <a:spcAft>
                <a:spcPts val="800"/>
              </a:spcAft>
              <a:defRPr sz="1500">
                <a:solidFill>
                  <a:srgbClr val="94A3B8"/>
                </a:solidFill>
              </a:defRPr>
            </a:pPr>
            <a:r>
              <a:t>A: Texas sets a 2-year statute of limitations for most personal-injury lawsuits arising from a car accident case, running from the date of the crash. Notice-of-claim deadlines against government vehicles are usually much shorter — sometimes 60 to 180 days — and minors and incapacitated plaintiffs may have tolled deadlines. Treat the headline number as a ceiling, not a target: file or consult an attor</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car accident cases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itself is a legal referr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https://www.wreckmatch.com/blog/hit-by-an-uninsured-driver-in-corpus-christi-texas-2026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Download companion guide: https://www.wreckmatch.com/blog/hit-by-an-uninsured-driver-in-corpus-christi-texas-2026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Hit by an Uninsured Driver in Corpus Christi, Texas (2026)</dc:title>
  <dc:subject>WreckMatch educational guide — Texas</dc:subject>
  <dc:creator/>
  <cp:keywords>WreckMatch, car accident, Texas, Texas, hit by an uninsured driver in corpus christi texas 2026, personal injury, attorney matching</cp:keywords>
  <dc:description>Gold-tier presentation summary for https://www.wreckmatch.com/blog/hit-by-an-uninsured-driver-in-corpus-christi-texas-2026.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