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Fort Worth, Texas: What to Do (2026). Full guide: https://www.wreckmatch.com/blog/semi-truck-accident-in-fort-worth-texas-what-to-do-2026.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Fort Worth,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Fort Worth,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Fort Worth guide — Fort Worth help hub</a:t>
            </a:r>
          </a:p>
          <a:p/>
          <a:p>
            <a:r>
              <a:t>Free attorney matching → · 855 WRECKMATCH (855) 897-3256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Fort Worth, Texas: What to Do (2026)</a:t>
            </a:r>
          </a:p>
          <a:p>
            <a:pPr>
              <a:spcBef>
                <a:spcPts val="1200"/>
              </a:spcBef>
              <a:defRPr sz="1600">
                <a:solidFill>
                  <a:srgbClr val="94A3B8"/>
                </a:solidFill>
              </a:defRPr>
            </a:pPr>
            <a:r>
              <a:t>Truck Accidents · Texas · 2026-05-22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Fort Worth,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Fort Worth</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Fort Worth guide</a:t>
            </a:r>
          </a:p>
          <a:p>
            <a:pPr>
              <a:spcAft>
                <a:spcPts val="800"/>
              </a:spcAft>
              <a:defRPr sz="1500">
                <a:solidFill>
                  <a:srgbClr val="94A3B8"/>
                </a:solidFill>
              </a:defRPr>
            </a:pPr>
            <a:r>
              <a:t>A: Fort Worth help hub</a:t>
            </a:r>
            <a:br/>
            <a:br/>
            <a:r>
              <a:t>Free attorney matching → · 855 WRECKMATCH (855) 897-3256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Texas?</a:t>
            </a:r>
          </a:p>
          <a:p>
            <a:pPr>
              <a:spcAft>
                <a:spcPts val="800"/>
              </a:spcAft>
              <a:defRPr sz="1500">
                <a:solidFill>
                  <a:srgbClr val="94A3B8"/>
                </a:solidFill>
              </a:defRPr>
            </a:pPr>
            <a:r>
              <a:t>A: Texas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https://www.wreckmatch.com/blog/semi-truck-accident-in-fort-worth-texas-what-to-do-2026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https://www.wreckmatch.com/blog/semi-truck-accident-in-fort-worth-texas-what-to-do-2026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Fort Worth, Texas: What to Do (2026)</dc:title>
  <dc:subject>WreckMatch educational guide — Truck Accidents</dc:subject>
  <dc:creator/>
  <cp:keywords>WreckMatch, car accident, Texas, Truck Accidents, semi truck accident in fort worth texas what to do 2026, personal injury, attorney matching</cp:keywords>
  <dc:description>Gold-tier presentation summary for https://www.wreckmatch.com/blog/semi-truck-accident-in-fort-worth-texas-what-to-do-2026.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