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Oklahoma Truck Accident Statute of Limitations — Oklahoma City (2026). Full guide: https://www.wreckmatch.com/blog/oklahoma-truck-accident-statute-of-limitations-oklahoma-city-2026.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Oklahoma City, Oklahoma,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Oklahoma City,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Oklahoma Truck Accident Statute of Limitations — Oklahoma City (2026)</a:t>
            </a:r>
          </a:p>
          <a:p>
            <a:pPr>
              <a:spcBef>
                <a:spcPts val="1200"/>
              </a:spcBef>
              <a:defRPr sz="1600">
                <a:solidFill>
                  <a:srgbClr val="94A3B8"/>
                </a:solidFill>
              </a:defRPr>
            </a:pPr>
            <a:r>
              <a:t>Oklahoma · Oklahoma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Oklahoma City, Oklahoma,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https://www.wreckmatch.com/blog/oklahoma-truck-accident-statute-of-limitations-oklahoma-city-2026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https://www.wreckmatch.com/blog/oklahoma-truck-accident-statute-of-limitations-oklahoma-city-2026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Oklahoma Truck Accident Statute of Limitations — Oklahoma City (2026)</dc:title>
  <dc:subject>WreckMatch educational guide — Oklahoma</dc:subject>
  <dc:creator/>
  <cp:keywords>WreckMatch, car accident, Oklahoma, Oklahoma, oklahoma truck accident statute of limitations oklahoma city 2026, personal injury, attorney matching</cp:keywords>
  <dc:description>Gold-tier presentation summary for https://www.wreckmatch.com/blog/oklahoma-truck-accident-statute-of-limitations-oklahoma-city-2026.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