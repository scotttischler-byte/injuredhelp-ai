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Whiplash After a Car Accident in Omaha, Nebraska — What to Know (2026). Full guide: https://www.wreckmatch.com/blog/whiplash-after-a-car-accident-in-omaha-nebraska-what-to-know-2026.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Omaha, Nebraska,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Nebraska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Nebraska.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Omaha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Nebraska fast facts: 4-year statute of limitations · Modified comparative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Nebraska,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Nebraska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Nebraska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Nebraska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Nebraska, deadlines and ins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Omaha, whiplash and soft-tissue injury cases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Whiplash After a Car Accident in Omaha, Nebraska — What to Know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Nebraska · Nebraska · 2026-06-07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Omaha, Nebraska,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Omaha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Nebraska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Omaha?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Nebraska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Nebraska.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Nebraska legal context for whiplash and soft-tissue injury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Nebraska,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whiplash and soft-tissue injury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whiplash and soft-tissue injury case claim in Nebraska?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Nebraska sets a 4-year statute of limitations for most personal-injury lawsuits arising from a whiplash and soft-tissue injury case, running from the date of the crash. Notice-of-claim deadlines against government vehicles are usually much shorter — sometimes 60 to 180 days — and minors and incapacitated plaintiffs may have tolled deadlines. Treat the headline number as a ceiling, not a target: fi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whiplash and soft-tissue injury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https://www.wreckmatch.com/blog/whiplash-after-a-car-accident-in-omaha-nebraska-what-to-know-2026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https://www.wreckmatch.com/blog/whiplash-after-a-car-accident-in-omaha-nebraska-what-to-know-2026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Whiplash After a Car Accident in Omaha, Nebraska — What to Know (2026)</dc:title>
  <dc:subject>WreckMatch educational guide — Nebraska</dc:subject>
  <dc:creator/>
  <cp:keywords>WreckMatch, car accident, Nebraska, Nebraska, whiplash after a car accident in omaha nebraska what to know 2026, personal injury, attorney matching</cp:keywords>
  <dc:description>Gold-tier presentation summary for https://www.wreckmatch.com/blog/whiplash-after-a-car-accident-in-omaha-nebraska-what-to-know-2026.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