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Las Vegas, Nevada (2026). Full guide: https://www.wreckmatch.com/blog/7-costly-car-accident-mistakes-in-las-vegas-nevada-2026.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Las Vegas, Nevada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https://www.wreckmatch.com/blog/7-costly-car-accident-mistakes-in-las-vegas-nevada-2026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https://www.wreckmatch.com/blog/7-costly-car-accident-mistakes-in-las-vegas-nevada-2026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Las Vegas, Nevada (2026)</dc:title>
  <dc:subject>WreckMatch educational guide — Nevada</dc:subject>
  <dc:creator/>
  <cp:keywords>WreckMatch, car accident, Nevada, Nevada, 7 costly car accident mistakes in las vegas nevada 2026, personal injury, attorney matching</cp:keywords>
  <dc:description>Gold-tier presentation summary for https://www.wreckmatch.com/blog/7-costly-car-accident-mistakes-in-las-vegas-nevada-2026.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