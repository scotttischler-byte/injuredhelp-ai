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Severe Injury After a Car Accident in Charlotte, North Carolina (2026). Full guide: https://www.wreckmatch.com/blog/severe-injury-after-a-car-accident-in-charlotte-north-carolina-2026.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Charlotte, North Carolina, call 911, get medical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North Carolina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if anyone is hurt or traffic is blocked.</a:t>
            </a:r>
          </a:p>
          <a:p>
            <a:r>
              <a:t>2. Photograph vehicles, injuries visible from outside the car, and the full scene.</a:t>
            </a:r>
          </a:p>
          <a:p>
            <a:r>
              <a:t>3. Exchange insurance and contact information; collect witness phone numbers.</a:t>
            </a:r>
          </a:p>
          <a:p>
            <a:r>
              <a:t>4. Seek medical care within 24 hours — delays hurt both health and claims.</a:t>
            </a:r>
          </a:p>
          <a:p>
            <a:r>
              <a:t>5. Do not give a recorded statement to the other driver's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lost earnings, and future medical costs — not just today's ER bill.</a:t>
            </a:r>
          </a:p>
          <a:p>
            <a:r>
              <a:t>- Do not accept lump-sum settlements before maximum medical improvement (MMI) without counsel.</a:t>
            </a:r>
          </a:p>
          <a:p>
            <a:r>
              <a:t>- Life-care planners, economists, and medical illustrators may be appropriate in high-value cases.</a:t>
            </a:r>
          </a:p>
          <a:p>
            <a:r>
              <a:t>- Wrongful death claims involve different beneficiaries, estates, and deadlines than personal injury alone.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3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North Carolina.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Charlotte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Severe Injury After a Car Accident in Charlotte, North Carolina (2026)</a:t>
            </a:r>
          </a:p>
          <a:p>
            <a:pPr>
              <a:spcBef>
                <a:spcPts val="1200"/>
              </a:spcBef>
              <a:defRPr sz="1600">
                <a:solidFill>
                  <a:srgbClr val="94A3B8"/>
                </a:solidFill>
              </a:defRPr>
            </a:pPr>
            <a:r>
              <a:t>Severe Injury · North Carolina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Charlotte, North Carolina, call 911, get medical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Charlotte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North Carolina are not outgunned. This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crash in Charlotte?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if anyone is hurt or traffic is blocked.</a:t>
            </a:r>
          </a:p>
          <a:p>
            <a:pPr>
              <a:spcAft>
                <a:spcPts val="800"/>
              </a:spcAft>
              <a:defRPr sz="1500">
                <a:solidFill>
                  <a:srgbClr val="94A3B8"/>
                </a:solidFill>
              </a:defRPr>
            </a:pPr>
            <a:r>
              <a:t>Photograph vehicles, injuries visible from outside the car, and the full scene.</a:t>
            </a:r>
          </a:p>
          <a:p>
            <a:pPr>
              <a:spcAft>
                <a:spcPts val="800"/>
              </a:spcAft>
              <a:defRPr sz="1500">
                <a:solidFill>
                  <a:srgbClr val="94A3B8"/>
                </a:solidFill>
              </a:defRPr>
            </a:pPr>
            <a:r>
              <a:t>Exchange insurance and contact information; collect witness phone numbers.</a:t>
            </a:r>
          </a:p>
          <a:p>
            <a:pPr>
              <a:spcAft>
                <a:spcPts val="800"/>
              </a:spcAft>
              <a:defRPr sz="1500">
                <a:solidFill>
                  <a:srgbClr val="94A3B8"/>
                </a:solidFill>
              </a:defRPr>
            </a:pPr>
            <a:r>
              <a:t>Seek medical care within 24 hours — delays hurt both health and claims.</a:t>
            </a:r>
          </a:p>
          <a:p>
            <a:pPr>
              <a:spcAft>
                <a:spcPts val="800"/>
              </a:spcAft>
              <a:defRPr sz="1500">
                <a:solidFill>
                  <a:srgbClr val="94A3B8"/>
                </a:solidFill>
              </a:defRPr>
            </a:pPr>
            <a:r>
              <a:t>Do not give a recorded statement to the other driver's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injury &amp; wrongful death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lost earnings, and future medical costs — not just today's ER bill.</a:t>
            </a:r>
          </a:p>
          <a:p>
            <a:pPr>
              <a:spcAft>
                <a:spcPts val="800"/>
              </a:spcAft>
              <a:defRPr sz="1500">
                <a:solidFill>
                  <a:srgbClr val="94A3B8"/>
                </a:solidFill>
              </a:defRPr>
            </a:pPr>
            <a:r>
              <a:t>Do not accept lump-sum settlements before maximum medical improvement (MMI) without counsel.</a:t>
            </a:r>
          </a:p>
          <a:p>
            <a:pPr>
              <a:spcAft>
                <a:spcPts val="800"/>
              </a:spcAft>
              <a:defRPr sz="1500">
                <a:solidFill>
                  <a:srgbClr val="94A3B8"/>
                </a:solidFill>
              </a:defRPr>
            </a:pPr>
            <a:r>
              <a:t>Life-care planners, economists, and medical illustrators may be appropriate in high-value cases.</a:t>
            </a:r>
          </a:p>
          <a:p>
            <a:pPr>
              <a:spcAft>
                <a:spcPts val="800"/>
              </a:spcAft>
              <a:defRPr sz="1500">
                <a:solidFill>
                  <a:srgbClr val="94A3B8"/>
                </a:solidFill>
              </a:defRPr>
            </a:pPr>
            <a:r>
              <a:t>Wrongful death claims involve different beneficiaries, estates, and deadlines than personal injury alone.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North Carolina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3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North Carolina.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catastrophic-injury case claim in North Carolina?</a:t>
            </a:r>
          </a:p>
          <a:p>
            <a:pPr>
              <a:spcAft>
                <a:spcPts val="800"/>
              </a:spcAft>
              <a:defRPr sz="1500">
                <a:solidFill>
                  <a:srgbClr val="94A3B8"/>
                </a:solidFill>
              </a:defRPr>
            </a:pPr>
            <a:r>
              <a:t>A: North Carolina sets a 3-year statute of limitations for most personal-injury lawsuits arising from a catastrophic-injury case, running from the date of the crash. Notice-of-claim deadlines against government vehicles are usually much shorter — sometimes 60 to 180 days — and minors and incapacitated plaintiffs may have tolled deadlines. Treat the headline number as a ceiling, not a target: file or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catastrophic-injury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https://www.wreckmatch.com/blog/severe-injury-after-a-car-accident-in-charlotte-north-carolina-2026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https://www.wreckmatch.com/blog/severe-injury-after-a-car-accident-in-charlotte-north-carolina-2026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Severe Injury After a Car Accident in Charlotte, North Carolina (2026)</dc:title>
  <dc:subject>WreckMatch educational guide — Severe Injury</dc:subject>
  <dc:creator/>
  <cp:keywords>WreckMatch, car accident, North Carolina, Severe Injury, severe injury after a car accident in charlotte north carolina 2026, personal injury, attorney matching</cp:keywords>
  <dc:description>Gold-tier presentation summary for https://www.wreckmatch.com/blog/severe-injury-after-a-car-accident-in-charlotte-north-carolina-2026.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