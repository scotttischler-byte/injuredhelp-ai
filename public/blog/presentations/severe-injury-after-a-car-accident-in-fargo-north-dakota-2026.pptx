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Fargo, North Dakota (2026). Full guide: https://www.wreckmatch.com/blog/severe-injury-after-a-car-accident-in-fargo-north-dakota-2026.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Fargo, North Dakota,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North Dakota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North Dakota.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Fargo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North Dakota fast facts: 6-year statute of limitations · Modified 50%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North Dakota,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North Dakota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North Dakota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North Dakota is a no-fault state, meaning your own Personal Injury Protection (PIP) coverage typically pays your initial medical bills regardless of fault. You can usually pursue the at-fault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Fargo, North Dakota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North Dakota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Fargo, North Dakota,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Fargo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North Dakota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Fargo?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North Dakota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North Dakota.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North Dakota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North Dakota,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North Dakota?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North Dakota sets a 6-year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https://www.wreckmatch.com/blog/severe-injury-after-a-car-accident-in-fargo-north-dakota-2026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https://www.wreckmatch.com/blog/severe-injury-after-a-car-accident-in-fargo-north-dakota-2026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Fargo, North Dakota (2026)</dc:title>
  <dc:subject>WreckMatch educational guide — Severe Injury</dc:subject>
  <dc:creator/>
  <cp:keywords>WreckMatch, car accident, North Dakota, Severe Injury, severe injury after a car accident in fargo north dakota 2026, personal injury, attorney matching</cp:keywords>
  <dc:description>Gold-tier presentation summary for https://www.wreckmatch.com/blog/severe-injury-after-a-car-accident-in-fargo-north-dakota-2026.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