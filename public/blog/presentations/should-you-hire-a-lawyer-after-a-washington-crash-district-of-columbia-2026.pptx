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Washington Crash? (District of Columbia 2026). Full guide: https://www.wreckmatch.com/blog/should-you-hire-a-lawyer-after-a-washington-crash-district-of-columbia-2026.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Washington,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Washington Crash? (District of Columbia 2026)</a:t>
            </a:r>
          </a:p>
          <a:p>
            <a:pPr>
              <a:spcBef>
                <a:spcPts val="1200"/>
              </a:spcBef>
              <a:defRPr sz="1600">
                <a:solidFill>
                  <a:srgbClr val="94A3B8"/>
                </a:solidFill>
              </a:defRPr>
            </a:pPr>
            <a:r>
              <a:t>District of Columbia · District of Columbia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District of Columbia?</a:t>
            </a:r>
          </a:p>
          <a:p>
            <a:pPr>
              <a:spcAft>
                <a:spcPts val="800"/>
              </a:spcAft>
              <a:defRPr sz="1500">
                <a:solidFill>
                  <a:srgbClr val="94A3B8"/>
                </a:solidFill>
              </a:defRPr>
            </a:pPr>
            <a:r>
              <a:t>A: District of Columbia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https://www.wreckmatch.com/blog/should-you-hire-a-lawyer-after-a-washington-crash-district-of-columbia-2026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https://www.wreckmatch.com/blog/should-you-hire-a-lawyer-after-a-washington-crash-district-of-columbia-2026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Washington Crash? (District of Columbia 2026)</dc:title>
  <dc:subject>WreckMatch educational guide — District of Columbia</dc:subject>
  <dc:creator/>
  <cp:keywords>WreckMatch, car accident, District of Columbia, District of Columbia, should you hire a lawyer after a washington crash district of columbia 2026, personal injury, attorney matching</cp:keywords>
  <dc:description>Gold-tier presentation summary for https://www.wreckmatch.com/blog/should-you-hire-a-lawyer-after-a-washington-crash-district-of-columbia-2026.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