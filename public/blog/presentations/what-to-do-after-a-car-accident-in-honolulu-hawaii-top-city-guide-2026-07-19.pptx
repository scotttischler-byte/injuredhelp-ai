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Honolulu, Hawaii — Top City Guide (2026-07-19). Full guide: https://www.wreckmatch.com/blog/what-to-do-after-a-car-accident-in-honolulu-hawaii-top-city-guide-2026-07-19.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Honolulu, Hawaii,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Hawaii.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Honolulu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Hawaii fast facts: 2-year statute of limitations · Modified 51% fault rule · 20/40/10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Hawaii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Hawaii is 20/40/10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Hawaii is a no-fault state, meaning your own Personal Injury Protection (PIP) coverage typically pays your initial medical bills regardless of fault. You can usually pursue the at-fault driver only after crossing a "serious injury" threshold defined by Hawaii statute.</a:t>
            </a:r>
          </a:p>
          <a:p/>
          <a:p>
            <a:r>
              <a:t>In Hawaii,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Honolulu, Hawaii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Hawaii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Honolulu, Hawaii,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Honolulu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Hawaii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Honolulu?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Hawaii.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Hawaii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Hawaii,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Hawaii?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Hawaii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https://www.wreckmatch.com/blog/what-to-do-after-a-car-accident-in-honolulu-hawaii-top-city-guide-2026-07-19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https://www.wreckmatch.com/blog/what-to-do-after-a-car-accident-in-honolulu-hawaii-top-city-guide-2026-07-19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Honolulu, Hawaii — Top City Guide (2026-07-19)</dc:title>
  <dc:subject>WreckMatch educational guide — Truck Accidents</dc:subject>
  <dc:creator/>
  <cp:keywords>WreckMatch, car accident, Hawaii, Truck Accidents, what to do after a car accident in honolulu hawaii top city guide 2026 07 19, personal injury, attorney matching</cp:keywords>
  <dc:description>Gold-tier presentation summary for https://www.wreckmatch.com/blog/what-to-do-after-a-car-accident-in-honolulu-hawaii-top-city-guide-2026-07-19.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