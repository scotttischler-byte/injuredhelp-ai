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Irving, Texas (2026). Full guide: https://www.wreckmatch.com/blog/severe-injury-after-a-car-accident-in-irving-texas-2026.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Irving,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p>
            <a:r>
              <a:t>Quick answer: After a crash in Irving,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and future medical costs</a:t>
            </a:r>
          </a:p>
          <a:p>
            <a:r>
              <a:t>- Do not accept settlements before maximum medical improvement (MMI)</a:t>
            </a:r>
          </a:p>
          <a:p>
            <a:r>
              <a:t>- Life-care planners and economists may be needed</a:t>
            </a:r>
          </a:p>
          <a:p>
            <a:r>
              <a:t>- Wrongful death claims have different beneficiaries and deadlines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Irving guide — Irving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Irving, Texas (2026)</a:t>
            </a:r>
          </a:p>
          <a:p>
            <a:pPr>
              <a:spcBef>
                <a:spcPts val="1200"/>
              </a:spcBef>
              <a:defRPr sz="1600">
                <a:solidFill>
                  <a:srgbClr val="94A3B8"/>
                </a:solidFill>
              </a:defRPr>
            </a:pPr>
            <a:r>
              <a:t>Severe Injury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Irving, call 911, get trauma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Irving</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&amp; catastrophic injury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and future medical costs</a:t>
            </a:r>
          </a:p>
          <a:p>
            <a:pPr>
              <a:spcAft>
                <a:spcPts val="800"/>
              </a:spcAft>
              <a:defRPr sz="1500">
                <a:solidFill>
                  <a:srgbClr val="94A3B8"/>
                </a:solidFill>
              </a:defRPr>
            </a:pPr>
            <a:r>
              <a:t>Do not accept settlements before maximum medical improvement (MMI)</a:t>
            </a:r>
          </a:p>
          <a:p>
            <a:pPr>
              <a:spcAft>
                <a:spcPts val="800"/>
              </a:spcAft>
              <a:defRPr sz="1500">
                <a:solidFill>
                  <a:srgbClr val="94A3B8"/>
                </a:solidFill>
              </a:defRPr>
            </a:pPr>
            <a:r>
              <a:t>Life-care planners and economists may be needed</a:t>
            </a:r>
          </a:p>
          <a:p>
            <a:pPr>
              <a:spcAft>
                <a:spcPts val="800"/>
              </a:spcAft>
              <a:defRPr sz="1500">
                <a:solidFill>
                  <a:srgbClr val="94A3B8"/>
                </a:solidFill>
              </a:defRPr>
            </a:pPr>
            <a:r>
              <a:t>Wrongful death claims have different beneficiaries and deadlines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Irving guide</a:t>
            </a:r>
          </a:p>
          <a:p>
            <a:pPr>
              <a:spcAft>
                <a:spcPts val="800"/>
              </a:spcAft>
              <a:defRPr sz="1500">
                <a:solidFill>
                  <a:srgbClr val="94A3B8"/>
                </a:solidFill>
              </a:defRPr>
            </a:pPr>
            <a:r>
              <a:t>A: Irving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catastrophic-injury case claim in Texas?</a:t>
            </a:r>
          </a:p>
          <a:p>
            <a:pPr>
              <a:spcAft>
                <a:spcPts val="800"/>
              </a:spcAft>
              <a:defRPr sz="1500">
                <a:solidFill>
                  <a:srgbClr val="94A3B8"/>
                </a:solidFill>
              </a:defRPr>
            </a:pPr>
            <a:r>
              <a:t>A: Texas sets a 2-year statute of limitations for most personal-injury lawsuits arising from a catastrophic-injury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catastrophic-injury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https://www.wreckmatch.com/blog/severe-injury-after-a-car-accident-in-irving-texas-2026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https://www.wreckmatch.com/blog/severe-injury-after-a-car-accident-in-irving-texas-2026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Irving, Texas (2026)</dc:title>
  <dc:subject>WreckMatch educational guide — Severe Injury</dc:subject>
  <dc:creator/>
  <cp:keywords>WreckMatch, car accident, Texas, Severe Injury, severe injury after a car accident in irving texas 2026, personal injury, attorney matching</cp:keywords>
  <dc:description>Gold-tier presentation summary for https://www.wreckmatch.com/blog/severe-injury-after-a-car-accident-in-irving-texas-2026.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