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Top City Guide (2026-06-17). Full guide: https://www.wreckmatch.com/blog/semi-truck-accident-in-new-orleans-louisiana-top-city-guide-2026-06-17.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Orleans, Louisiana,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1 year (many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Louisiana.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Orleans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Louisiana fast facts: 1-year statute of limitations · Pure comparative fault rule · 15/30/25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Louisiana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Louisiana is 15/30/25 (bodily injury per person / per accident / property damage). For serious crashes those minimums are routinely exhausted in days, which is why uninsured/underinsured-motorist (UM/UIM) coverage on your own policy matters so much.</a:t>
            </a:r>
          </a:p>
          <a:p/>
          <a:p>
            <a:r>
              <a:t>Louisiana is an at-fault state. The at-fault driver's liability insurance is the primary source of recovery, and you can pursue compensation for medical bills, lost wages, and pain and suffering once liability is established.</a:t>
            </a:r>
          </a:p>
          <a:p/>
          <a:p>
            <a:r>
              <a:t>In Louisiana,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Top City Guide (2026-06-17)</a:t>
            </a:r>
          </a:p>
          <a:p>
            <a:pPr>
              <a:spcBef>
                <a:spcPts val="1200"/>
              </a:spcBef>
              <a:defRPr sz="1600">
                <a:solidFill>
                  <a:srgbClr val="94A3B8"/>
                </a:solidFill>
              </a:defRPr>
            </a:pPr>
            <a:r>
              <a:t>Severe Injury · Louisiana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Orleans, Louisiana,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1 year (many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Louisiana.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Louisiana?</a:t>
            </a:r>
          </a:p>
          <a:p>
            <a:pPr>
              <a:spcAft>
                <a:spcPts val="800"/>
              </a:spcAft>
              <a:defRPr sz="1500">
                <a:solidFill>
                  <a:srgbClr val="94A3B8"/>
                </a:solidFill>
              </a:defRPr>
            </a:pPr>
            <a:r>
              <a:t>A: Louisiana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https://www.wreckmatch.com/blog/semi-truck-accident-in-new-orleans-louisiana-top-city-guide-2026-06-17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https://www.wreckmatch.com/blog/semi-truck-accident-in-new-orleans-louisiana-top-city-guide-2026-06-17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Top City Guide (2026-06-17)</dc:title>
  <dc:subject>WreckMatch educational guide — Severe Injury</dc:subject>
  <dc:creator/>
  <cp:keywords>WreckMatch, car accident, Louisiana, Severe Injury, semi truck accident in new orleans louisiana top city guide 2026 06 17, personal injury, attorney matching</cp:keywords>
  <dc:description>Gold-tier presentation summary for https://www.wreckmatch.com/blog/semi-truck-accident-in-new-orleans-louisiana-top-city-guide-2026-06-17.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