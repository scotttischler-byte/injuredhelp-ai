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Truck Accident in Wichita, Kansas: Steps &amp; Legal Help (2026). Full guide: https://www.wreckmatch.com/blog/truck-accident-in-wichita-kansas-steps-legal-help-2026.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Wichita, Kansas,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Kansas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Kansas.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Wichita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Kansas fast facts: 2-year statute of limitations · Modified 50% fault rule · 25/50/25 minimum auto liability insurance.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Kansas,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Kansas follows the Modified 50% rule for fault allocation. Modified 50%-bar comparative negligence reduces your recovery by your share of fault, but cuts you off completely once your fault reaches 50% or more. Insurers will often push to inch your share above the threshold during recorded statements. The minimum liability insurance every driver must carry in Kansas is 25/50/25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Kansas is an at-fault state. The at-fault driver's liability insurance is the primary source of recovery, and you can pursue compensation for medical bills, lost wages, and pain and suffering once liability is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Truck Accident in Wichita, Kansas: Steps &amp; Legal Help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Kansas · 2026-06-08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Wichita, Kansas,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Wichita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Kansas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Wichita?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Kansas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Kansas.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Kansas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Kansas,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Kansas?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Kansas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https://www.wreckmatch.com/blog/truck-accident-in-wichita-kansas-steps-legal-help-2026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https://www.wreckmatch.com/blog/truck-accident-in-wichita-kansas-steps-legal-help-2026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Truck Accident in Wichita, Kansas: Steps &amp; Legal Help (2026)</dc:title>
  <dc:subject>WreckMatch educational guide — Truck Accidents</dc:subject>
  <dc:creator/>
  <cp:keywords>WreckMatch, car accident, Kansas, Truck Accidents, truck accident in wichita kansas steps legal help 2026, personal injury, attorney matching</cp:keywords>
  <dc:description>Gold-tier presentation summary for https://www.wreckmatch.com/blog/truck-accident-in-wichita-kansas-steps-legal-help-2026.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