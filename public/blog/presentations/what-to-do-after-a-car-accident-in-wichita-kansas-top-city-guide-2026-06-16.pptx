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Wichita, Kansas — Top City Guide (2026-06-16). Full guide: https://www.wreckmatch.com/blog/what-to-do-after-a-car-accident-in-wichita-kansas-top-city-guide-2026-06-16.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Wichita, Kansas,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Kansas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Kansas.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Wichita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Kansas fast facts: 2-year statute of limitations · Modified 50% fault rule · 25/50/25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Kansas,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Kansas follows the Modified 50% rule for fault allocation. Modified 50%-bar comparative negligence reduces your recovery by your share of fault, but cuts you off completely once your fault reaches 50% or more. Insurers will often push to inch your share above the threshold during recorded statements. The minimum liability insurance every driver must carry in Kansas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Kansas is an at-fault state. The at-fault driver's liability insurance is the primary source of recovery, and you can pursue compensation for medical bills, lost wages, and pain and suffering once liability is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Wichita,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Wi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Wichita, Kansas — Top City Guide (2026-06-16)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Kansas · Kansas · 2026-06-16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Wichita, Kansas,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Wichita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Kansas are not outgunned. This guide 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Wichita?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Kansas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Kansas.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Kansas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Kansas,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Kansas?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Kansas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https://www.wreckmatch.com/blog/what-to-do-after-a-car-accident-in-wichita-kansas-top-city-guide-2026-06-16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https://www.wreckmatch.com/blog/what-to-do-after-a-car-accident-in-wichita-kansas-top-city-guide-2026-06-16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Wichita, Kansas — Top City Guide (2026-06-16)</dc:title>
  <dc:subject>WreckMatch educational guide — Kansas</dc:subject>
  <dc:creator/>
  <cp:keywords>WreckMatch, car accident, Kansas, Kansas, what to do after a car accident in wichita kansas top city guide 2026 06 16, personal injury, attorney matching</cp:keywords>
  <dc:description>Gold-tier presentation summary for https://www.wreckmatch.com/blog/what-to-do-after-a-car-accident-in-wichita-kansas-top-city-guide-2026-06-16.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