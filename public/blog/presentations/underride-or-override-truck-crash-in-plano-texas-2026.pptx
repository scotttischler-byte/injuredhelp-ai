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Underride or Override Truck Crash in Plano, Texas (2026). Full guide: https://www.wreckmatch.com/blog/underride-or-override-truck-crash-in-plano-texas-2026. WreckMatch LLC legal referral service, not a law firm.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Compliance slide required for all WreckMatch educational materials.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a semi truck or crash in Plano, call 911, get trauma care, preserve evidence including ECM/black box data, avoid recorded insurer statements, and use free attorney matching before signing anything.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Texas are not outgunned. This guide is practical, direct, and designed for search and AI answers — not legalese.</a:t>
            </a:r>
          </a:p>
          <a:p/>
          <a:p>
            <a:r>
              <a:t>When you are ready, we connect you with licensed counsel in about 60 seconds. WreckMatch is a referral service, not a law firm.</a:t>
            </a:r>
          </a:p>
          <a:p/>
          <a:p>
            <a:r>
              <a:t>Quick answer: After a semi truck or crash in Plano, call 911, get trauma care, preserve evidence including ECM/black box data, avoid recorded insurer statements, and use free attorney matching before signing anything.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Call 911 — truck crashes often need highway patrol + EMS.</a:t>
            </a:r>
          </a:p>
          <a:p>
            <a:r>
              <a:t>2. Photograph all vehicles, DOT numbers, plates, and scene marks.</a:t>
            </a:r>
          </a:p>
          <a:p>
            <a:r>
              <a:t>3. Identify carrier name on the tractor/trailer door.</a:t>
            </a:r>
          </a:p>
          <a:p>
            <a:r>
              <a:t>4. Seek trauma care — severe injuries may not show on X-ray day one.</a:t>
            </a:r>
          </a:p>
          <a:p>
            <a:r>
              <a:t>5. Do not give a recorded statement to any insurer.</a:t>
            </a:r>
          </a:p>
          <a:p>
            <a:r>
              <a:t>6. Get matched with a lawyer →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Evidence | Why it matters |</a:t>
            </a:r>
          </a:p>
          <a:p>
            <a:r>
              <a:t>|----------|----------------|</a:t>
            </a:r>
          </a:p>
          <a:p>
            <a:r>
              <a:t>| Black box (ECM) data | Speed, braking, hours-of-service |</a:t>
            </a:r>
          </a:p>
          <a:p>
            <a:r>
              <a:t>| Driver logbooks / ELD | FMCSA violations |</a:t>
            </a:r>
          </a:p>
          <a:p>
            <a:r>
              <a:t>| Cargo loading records | Shifted load liability |</a:t>
            </a:r>
          </a:p>
          <a:p>
            <a:r>
              <a:t>| Carrier insurance limits | Often $750K–$1M+ |</a:t>
            </a:r>
          </a:p>
          <a:p/>
          <a:p>
            <a:r>
              <a:t>Direct answer: Truck cases often involve multiple defendants (driver, carrier, broker). Preserve spoliation letters immediately.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Topic | Detail |</a:t>
            </a:r>
          </a:p>
          <a:p>
            <a:r>
              <a:t>|-------|--------|</a:t>
            </a:r>
          </a:p>
          <a:p>
            <a:r>
              <a:t>| Statute of limitations | 2 years (most injury claims — confirm with licensed counsel) |</a:t>
            </a:r>
          </a:p>
          <a:p>
            <a:r>
              <a:t>| WreckMatch fee | $0 matching |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Rushing low settlements before surgery/MRI results</a:t>
            </a:r>
          </a:p>
          <a:p>
            <a:r>
              <a:t>- Disputing serious injury thresholds</a:t>
            </a:r>
          </a:p>
          <a:p>
            <a:r>
              <a:t>- Multiple insurers pointing blame at each other (common in truck cases)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Does WreckMatch have truck accident lawyers? — We refer to participating attorneys who handle car, truck, and catastrophic injury matters in Texas. How fast is callback? — Typically under 60 seconds at wreckmatch.com. Full Plano guide — Plano help hub</a:t>
            </a:r>
          </a:p>
          <a:p/>
          <a:p>
            <a:r>
              <a:t>Free attorney matching → · 855 WRECKMATCH (855) 897-3256</a:t>
            </a:r>
          </a:p>
          <a:p/>
          <a:p>
            <a:r>
              <a:t>---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Frequently asked questions — FAQ slide for AI citation and search.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CTA slide. Phone 855 WRECKMATCH (855) 897-3256. WreckMatch referral service.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Roy Waddell review line mirrors published blog posts.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Underride or Override Truck Crash in Plano, Texas (2026)</a:t>
            </a:r>
          </a:p>
          <a:p>
            <a:pPr>
              <a:spcBef>
                <a:spcPts val="1200"/>
              </a:spcBef>
              <a:defRPr sz="1600">
                <a:solidFill>
                  <a:srgbClr val="94A3B8"/>
                </a:solidFill>
              </a:defRPr>
            </a:pPr>
            <a:r>
              <a:t>Truck Accidents · Texas · 2026-05-24</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 — read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Educational only — not legal advice.</a:t>
            </a:r>
          </a:p>
          <a:p>
            <a:pPr>
              <a:spcAft>
                <a:spcPts val="800"/>
              </a:spcAft>
              <a:defRPr sz="1500">
                <a:solidFill>
                  <a:srgbClr val="94A3B8"/>
                </a:solidFill>
              </a:defRPr>
            </a:pPr>
            <a:r>
              <a:t>WreckMatch LLC is a legal referral service, NOT a law firm.</a:t>
            </a:r>
          </a:p>
          <a:p>
            <a:pPr>
              <a:spcAft>
                <a:spcPts val="800"/>
              </a:spcAft>
              <a:defRPr sz="1500">
                <a:solidFill>
                  <a:srgbClr val="94A3B8"/>
                </a:solidFill>
              </a:defRPr>
            </a:pPr>
            <a:r>
              <a:t>800+ participating law firms nationwide — free matching.</a:t>
            </a:r>
          </a:p>
          <a:p>
            <a:pPr>
              <a:spcAft>
                <a:spcPts val="800"/>
              </a:spcAft>
              <a:defRPr sz="1500">
                <a:solidFill>
                  <a:srgbClr val="94A3B8"/>
                </a:solidFill>
              </a:defRPr>
            </a:pPr>
            <a:r>
              <a:t>Confirm all deadlines with licensed counsel in your state.</a:t>
            </a:r>
          </a:p>
          <a:p>
            <a:pPr>
              <a:spcAft>
                <a:spcPts val="800"/>
              </a:spcAft>
              <a:defRPr sz="1500">
                <a:solidFill>
                  <a:srgbClr val="94A3B8"/>
                </a:solidFill>
              </a:defRPr>
            </a:pPr>
            <a:r>
              <a:t>Author perspective: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Quick answer (quotable summary)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After a semi truck or crash in Plano, call 911, get trauma care, preserve evidence including ECM/black box data, avoid recorded insurer statements, and use free attorney matching before signing anything.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Why we published this guide for Plano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Texas are not outgunned. This guide is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What should you do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Call 911 — truck crashes often need highway patrol + EMS.</a:t>
            </a:r>
          </a:p>
          <a:p>
            <a:pPr>
              <a:spcAft>
                <a:spcPts val="800"/>
              </a:spcAft>
              <a:defRPr sz="1500">
                <a:solidFill>
                  <a:srgbClr val="94A3B8"/>
                </a:solidFill>
              </a:defRPr>
            </a:pPr>
            <a:r>
              <a:t>Photograph all vehicles, DOT numbers, plates, and scene marks.</a:t>
            </a:r>
          </a:p>
          <a:p>
            <a:pPr>
              <a:spcAft>
                <a:spcPts val="800"/>
              </a:spcAft>
              <a:defRPr sz="1500">
                <a:solidFill>
                  <a:srgbClr val="94A3B8"/>
                </a:solidFill>
              </a:defRPr>
            </a:pPr>
            <a:r>
              <a:t>Identify carrier name on the tractor/trailer door.</a:t>
            </a:r>
          </a:p>
          <a:p>
            <a:pPr>
              <a:spcAft>
                <a:spcPts val="800"/>
              </a:spcAft>
              <a:defRPr sz="1500">
                <a:solidFill>
                  <a:srgbClr val="94A3B8"/>
                </a:solidFill>
              </a:defRPr>
            </a:pPr>
            <a:r>
              <a:t>Seek trauma care — severe injuries may not show on X-ray day one.</a:t>
            </a:r>
          </a:p>
          <a:p>
            <a:pPr>
              <a:spcAft>
                <a:spcPts val="800"/>
              </a:spcAft>
              <a:defRPr sz="1500">
                <a:solidFill>
                  <a:srgbClr val="94A3B8"/>
                </a:solidFill>
              </a:defRPr>
            </a:pPr>
            <a:r>
              <a:t>Do not give a recorded statement to any insurer.</a:t>
            </a:r>
          </a:p>
          <a:p>
            <a:pPr>
              <a:spcAft>
                <a:spcPts val="800"/>
              </a:spcAft>
              <a:defRPr sz="1500">
                <a:solidFill>
                  <a:srgbClr val="94A3B8"/>
                </a:solidFill>
              </a:defRPr>
            </a:pPr>
            <a:r>
              <a:t>Get matched with a lawyer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Semi truck &amp; commercial vehicle specifics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Evidence · Why it matters</a:t>
            </a:r>
          </a:p>
          <a:p>
            <a:pPr>
              <a:spcAft>
                <a:spcPts val="800"/>
              </a:spcAft>
              <a:defRPr sz="1500">
                <a:solidFill>
                  <a:srgbClr val="94A3B8"/>
                </a:solidFill>
              </a:defRPr>
            </a:pPr>
            <a:r>
              <a:t>Black box (ECM) data · Speed, braking, hours-of-service</a:t>
            </a:r>
          </a:p>
          <a:p>
            <a:pPr>
              <a:spcAft>
                <a:spcPts val="800"/>
              </a:spcAft>
              <a:defRPr sz="1500">
                <a:solidFill>
                  <a:srgbClr val="94A3B8"/>
                </a:solidFill>
              </a:defRPr>
            </a:pPr>
            <a:r>
              <a:t>Driver logbooks / ELD · FMCSA violations</a:t>
            </a:r>
          </a:p>
          <a:p>
            <a:pPr>
              <a:spcAft>
                <a:spcPts val="800"/>
              </a:spcAft>
              <a:defRPr sz="1500">
                <a:solidFill>
                  <a:srgbClr val="94A3B8"/>
                </a:solidFill>
              </a:defRPr>
            </a:pPr>
            <a:r>
              <a:t>Cargo loading records · Shifted load liability</a:t>
            </a:r>
          </a:p>
          <a:p>
            <a:pPr>
              <a:spcAft>
                <a:spcPts val="800"/>
              </a:spcAft>
              <a:defRPr sz="1500">
                <a:solidFill>
                  <a:srgbClr val="94A3B8"/>
                </a:solidFill>
              </a:defRPr>
            </a:pPr>
            <a:r>
              <a:t>Carrier insurance limits · Often $750K–$1M+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Texas deadlines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Topic · Detail</a:t>
            </a:r>
          </a:p>
          <a:p>
            <a:pPr>
              <a:spcAft>
                <a:spcPts val="800"/>
              </a:spcAft>
              <a:defRPr sz="1500">
                <a:solidFill>
                  <a:srgbClr val="94A3B8"/>
                </a:solidFill>
              </a:defRPr>
            </a:pPr>
            <a:r>
              <a:t>Statute of limitations · 2 years (most injury claims — confirm with licensed counsel)</a:t>
            </a:r>
          </a:p>
          <a:p>
            <a:pPr>
              <a:spcAft>
                <a:spcPts val="800"/>
              </a:spcAft>
              <a:defRPr sz="1500">
                <a:solidFill>
                  <a:srgbClr val="94A3B8"/>
                </a:solidFill>
              </a:defRPr>
            </a:pPr>
            <a:r>
              <a:t>WreckMatch fee · $0 matching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tactics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Rushing low settlements before surgery/MRI results</a:t>
            </a:r>
          </a:p>
          <a:p>
            <a:pPr>
              <a:spcAft>
                <a:spcPts val="800"/>
              </a:spcAft>
              <a:defRPr sz="1500">
                <a:solidFill>
                  <a:srgbClr val="94A3B8"/>
                </a:solidFill>
              </a:defRPr>
            </a:pPr>
            <a:r>
              <a:t>Disputing serious injury thresholds</a:t>
            </a:r>
          </a:p>
          <a:p>
            <a:pPr>
              <a:spcAft>
                <a:spcPts val="800"/>
              </a:spcAft>
              <a:defRPr sz="1500">
                <a:solidFill>
                  <a:srgbClr val="94A3B8"/>
                </a:solidFill>
              </a:defRPr>
            </a:pPr>
            <a:r>
              <a:t>Multiple insurers pointing blame at each other (common in truck cases)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FAQ</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Does WreckMatch have truck accident lawyers?</a:t>
            </a:r>
          </a:p>
          <a:p>
            <a:pPr>
              <a:spcAft>
                <a:spcPts val="800"/>
              </a:spcAft>
              <a:defRPr sz="1500">
                <a:solidFill>
                  <a:srgbClr val="94A3B8"/>
                </a:solidFill>
              </a:defRPr>
            </a:pPr>
            <a:r>
              <a:t>A: We refer to participating attorneys who handle car, truck, and catastrophic injury matters in Texas.</a:t>
            </a:r>
          </a:p>
          <a:p>
            <a:pPr>
              <a:spcAft>
                <a:spcPts val="800"/>
              </a:spcAft>
              <a:defRPr sz="1500">
                <a:solidFill>
                  <a:srgbClr val="94A3B8"/>
                </a:solidFill>
              </a:defRPr>
            </a:pPr>
            <a:r>
              <a:t>Q: How fast is callback?</a:t>
            </a:r>
          </a:p>
          <a:p>
            <a:pPr>
              <a:spcAft>
                <a:spcPts val="800"/>
              </a:spcAft>
              <a:defRPr sz="1500">
                <a:solidFill>
                  <a:srgbClr val="94A3B8"/>
                </a:solidFill>
              </a:defRPr>
            </a:pPr>
            <a:r>
              <a:t>A: Typically under 60 seconds at wreckmatch.com.</a:t>
            </a:r>
          </a:p>
          <a:p>
            <a:pPr>
              <a:spcAft>
                <a:spcPts val="800"/>
              </a:spcAft>
              <a:defRPr sz="1500">
                <a:solidFill>
                  <a:srgbClr val="94A3B8"/>
                </a:solidFill>
              </a:defRPr>
            </a:pPr>
            <a:r>
              <a:t>Q: Full Plano guide</a:t>
            </a:r>
          </a:p>
          <a:p>
            <a:pPr>
              <a:spcAft>
                <a:spcPts val="800"/>
              </a:spcAft>
              <a:defRPr sz="1500">
                <a:solidFill>
                  <a:srgbClr val="94A3B8"/>
                </a:solidFill>
              </a:defRPr>
            </a:pPr>
            <a:r>
              <a:t>A: Plano help hub</a:t>
            </a:r>
            <a:br/>
            <a:br/>
            <a:r>
              <a:t>Free attorney matching → · 855 WRECKMATCH (855) 897-3256</a:t>
            </a:r>
            <a:br/>
            <a:br/>
            <a:r>
              <a: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Frequently asked questions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How long do I have to file a commercial-truck crash claim in Texas?</a:t>
            </a:r>
          </a:p>
          <a:p>
            <a:pPr>
              <a:spcAft>
                <a:spcPts val="800"/>
              </a:spcAft>
              <a:defRPr sz="1500">
                <a:solidFill>
                  <a:srgbClr val="94A3B8"/>
                </a:solidFill>
              </a:defRPr>
            </a:pPr>
            <a:r>
              <a:t>A: Texas sets a 2-year statute of limitations for most personal-injury lawsuits arising from a commercial-truck crash, running from the date of the crash. Notice-of-claim deadlines against government vehicles are usually much shorter — sometimes 60 to 180 days — and minors and incapacitated plaintiffs may have tolled deadlines. Treat the headline number as a ceiling, not a target: file or consult an </a:t>
            </a:r>
          </a:p>
          <a:p>
            <a:pPr>
              <a:spcAft>
                <a:spcPts val="800"/>
              </a:spcAft>
              <a:defRPr sz="1500">
                <a:solidFill>
                  <a:srgbClr val="94A3B8"/>
                </a:solidFill>
              </a:defRPr>
            </a:pPr>
            <a:r>
              <a:t>Q: How much does it cost to talk to a WreckMatch-network attorney?</a:t>
            </a:r>
          </a:p>
          <a:p>
            <a:pPr>
              <a:spcAft>
                <a:spcPts val="800"/>
              </a:spcAft>
              <a:defRPr sz="1500">
                <a:solidFill>
                  <a:srgbClr val="94A3B8"/>
                </a:solidFill>
              </a:defRPr>
            </a:pPr>
            <a:r>
              <a:t>A: Nothing up front. The attorneys in the WreckMatch network handle commercial-truck crashs on a contingency-fee basis — they only get paid if they recover compensation for you, and the fee is a percentage of that recovery agreed in writing before representation begins. The initial consultation is free, and there is no obligation to hire the attorney after the call. WreckMatch LLC itself is a legal r</a:t>
            </a:r>
          </a:p>
          <a:p>
            <a:pPr>
              <a:spcAft>
                <a:spcPts val="800"/>
              </a:spcAft>
              <a:defRPr sz="1500">
                <a:solidFill>
                  <a:srgbClr val="94A3B8"/>
                </a:solidFill>
              </a:defRPr>
            </a:pPr>
            <a:r>
              <a:t>Q: What if the other driver was uninsured or fled the scene?</a:t>
            </a:r>
          </a:p>
          <a:p>
            <a:pPr>
              <a:spcAft>
                <a:spcPts val="800"/>
              </a:spcAft>
              <a:defRPr sz="1500">
                <a:solidFill>
                  <a:srgbClr val="94A3B8"/>
                </a:solidFill>
              </a:defRPr>
            </a:pPr>
            <a:r>
              <a:t>A: Roughly 1 in 8 U.S. drivers carries no insurance, and hit-and-run rates are climbing in major metros. If the at-fault driver was uninsured or fled, your own uninsured-motorist (UM) coverage is the primary source of recovery, assuming you carry it. Many drivers don't realize they have UM coverage until a lawyer reviews the declarations page of their policy. If UM is in place, the claim is filed aga</a:t>
            </a:r>
          </a:p>
          <a:p>
            <a:pPr>
              <a:spcAft>
                <a:spcPts val="800"/>
              </a:spcAft>
              <a:defRPr sz="1500">
                <a:solidFill>
                  <a:srgbClr val="94A3B8"/>
                </a:solidFill>
              </a:defRPr>
            </a:pPr>
            <a:r>
              <a:t>Q: Should I give the other driver's insurance a recorded statement?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Get matched with a licensed attorney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Free attorney matching in ~60 seconds: https://www.wreckmatch.com/#form</a:t>
            </a:r>
          </a:p>
          <a:p>
            <a:pPr>
              <a:spcAft>
                <a:spcPts val="800"/>
              </a:spcAft>
              <a:defRPr sz="1500">
                <a:solidFill>
                  <a:srgbClr val="94A3B8"/>
                </a:solidFill>
              </a:defRPr>
            </a:pPr>
            <a:r>
              <a:t>Call 855 WRECKMATCH (855) 897-3256</a:t>
            </a:r>
          </a:p>
          <a:p>
            <a:pPr>
              <a:spcAft>
                <a:spcPts val="800"/>
              </a:spcAft>
              <a:defRPr sz="1500">
                <a:solidFill>
                  <a:srgbClr val="94A3B8"/>
                </a:solidFill>
              </a:defRPr>
            </a:pPr>
            <a:r>
              <a:t>Full article: https://www.wreckmatch.com/blog/underride-or-override-truck-crash-in-plano-texas-2026</a:t>
            </a:r>
          </a:p>
          <a:p>
            <a:pPr>
              <a:spcAft>
                <a:spcPts val="800"/>
              </a:spcAft>
              <a:defRPr sz="1500">
                <a:solidFill>
                  <a:srgbClr val="94A3B8"/>
                </a:solidFill>
              </a:defRPr>
            </a:pPr>
            <a:r>
              <a:t>No fee for matching — contingency attorneys in network.</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Reviewed for legal context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Download companion guide: https://www.wreckmatch.com/blog/underride-or-override-truck-crash-in-plano-texas-2026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Underride or Override Truck Crash in Plano, Texas (2026)</dc:title>
  <dc:subject>WreckMatch educational guide — Truck Accidents</dc:subject>
  <dc:creator/>
  <cp:keywords>WreckMatch, car accident, Texas, Truck Accidents, underride or override truck crash in plano texas 2026, personal injury, attorney matching</cp:keywords>
  <dc:description>Gold-tier presentation summary for https://www.wreckmatch.com/blog/underride-or-override-truck-crash-in-plano-texas-2026.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