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Arlington, Texas. Full guide: https://www.wreckmatch.com/blog/fmcsa-violations-after-a-truck-crash-in-arlington-texas.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Arlington,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Arlington,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https://www.wreckmatch.com/blog/fmcsa-violations-after-a-truck-crash-in-arlington-texas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Arlington, Texas</dc:title>
  <dc:subject>WreckMatch educational guide — Truck Accidents</dc:subject>
  <dc:creator/>
  <cp:keywords>WreckMatch, car accident, Texas, Truck Accidents, fmcsa violations after a truck crash in arlington texas, personal injury, attorney matching</cp:keywords>
  <dc:description>Gold-tier presentation summary for https://www.wreckmatch.com/blog/fmcsa-violations-after-a-truck-crash-in-arlington-texas.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