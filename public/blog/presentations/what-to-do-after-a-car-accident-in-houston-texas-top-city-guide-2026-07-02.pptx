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Houston, Texas — Top City Guide (2026-07-02). Full guide: https://www.wreckmatch.com/blog/what-to-do-after-a-car-accident-in-houston-texas-top-city-guide-2026-07-02.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Houston, Texas,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Texas.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Houston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Texas fast facts: 2-year statute of limitations · Modified 51% fault rule · 30/60/25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Texas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Texas is 30/60/25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Texas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Texas, deadlines and insurance rules can change how claim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Houston, post-crash situations often happen on or near I-45 (Gulf Freeway) and I-10, and the nearest trauma-capable centers include Memorial Hermann and Houston Methodist.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Witnesses move and disappear within weeks.</a:t>
            </a:r>
          </a:p>
          <a:p>
            <a:r>
              <a:t>5. Decline to g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Houston, Texas — Top City Guide (2026-07-02)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Texas · Texas · 2026-07-02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Houston, Texas,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Houston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Houston?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Texas.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Texas?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Texas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https://www.wreckmatch.com/blog/what-to-do-after-a-car-accident-in-houston-texas-top-city-guide-2026-07-02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https://www.wreckmatch.com/blog/what-to-do-after-a-car-accident-in-houston-texas-top-city-guide-2026-07-02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Houston, Texas — Top City Guide (2026-07-02)</dc:title>
  <dc:subject>WreckMatch educational guide — Texas</dc:subject>
  <dc:creator/>
  <cp:keywords>WreckMatch, car accident, Texas, Texas, what to do after a car accident in houston texas top city guide 2026 07 02, personal injury, attorney matching</cp:keywords>
  <dc:description>Gold-tier presentation summary for https://www.wreckmatch.com/blog/what-to-do-after-a-car-accident-in-houston-texas-top-city-guide-2026-07-02.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