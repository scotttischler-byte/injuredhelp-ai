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Des Moines, Iowa: Legal Steps (2026). Full guide: https://www.wreckmatch.com/blog/tractor-trailer-injury-in-des-moines-iowa-legal-steps-2026.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Des Moines, Iowa,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Iowa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Iowa.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Des Moines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Iowa fast facts: 2-year statute of limitations · Modified comparative fault rule · 20/40/15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Iowa,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Iowa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Iowa is 20/40/15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Iowa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Iowa, deadlines and insurance rules can cha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Des Moines, Iowa: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Iowa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Des Moines, Iowa,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Des Moines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Iowa are not outgunned. This guide 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Des Moines?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Iowa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Iowa.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Iowa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Iowa,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Iowa?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Iowa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https://www.wreckmatch.com/blog/tractor-trailer-injury-in-des-moines-iowa-legal-steps-2026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https://www.wreckmatch.com/blog/tractor-trailer-injury-in-des-moines-iowa-legal-steps-2026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Des Moines, Iowa: Legal Steps (2026)</dc:title>
  <dc:subject>WreckMatch educational guide — Truck Accidents</dc:subject>
  <dc:creator/>
  <cp:keywords>WreckMatch, car accident, Iowa, Truck Accidents, tractor trailer injury in des moines iowa legal steps 2026, personal injury, attorney matching</cp:keywords>
  <dc:description>Gold-tier presentation summary for https://www.wreckmatch.com/blog/tractor-trailer-injury-in-des-moines-iowa-legal-steps-2026.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