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Billings, Montana — Victim Guide (2026). Full guide: https://www.wreckmatch.com/blog/18-wheeler-crash-in-billings-montana-victim-guide-2026.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Billings, Montana,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Montana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Montana.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Billings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Montana fast facts: 3-year statute of limitations · Modified comparative fault rule · 25/50/20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Montana,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Montana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Montana is 25/50/20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Montana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Montana, deadlines and insuranc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Billings, Montana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Montana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Billings, Montana,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Billings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Montana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Billings?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Montana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Montana.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Montana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Montana,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Montana?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Montana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https://www.wreckmatch.com/blog/18-wheeler-crash-in-billings-montana-victim-guide-2026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https://www.wreckmatch.com/blog/18-wheeler-crash-in-billings-montana-victim-guide-2026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Billings, Montana — Victim Guide (2026)</dc:title>
  <dc:subject>WreckMatch educational guide — Truck Accidents</dc:subject>
  <dc:creator/>
  <cp:keywords>WreckMatch, car accident, Montana, Truck Accidents, 18 wheeler crash in billings montana victim guide 2026, personal injury, attorney matching</cp:keywords>
  <dc:description>Gold-tier presentation summary for https://www.wreckmatch.com/blog/18-wheeler-crash-in-billings-montana-victim-guide-2026.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