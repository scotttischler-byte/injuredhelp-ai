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18-Wheeler Crash in Boise, Idaho — Victim Guide (2026). Full guide: https://www.wreckmatch.com/blog/18-wheeler-crash-in-boise-idaho-victim-guide-2026.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Boise, Idaho,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18-Wheeler Crash in Boise, Idaho — Victim Guide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Idaho ·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Boise, Idaho,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https://www.wreckmatch.com/blog/18-wheeler-crash-in-boise-idaho-victim-guide-2026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https://www.wreckmatch.com/blog/18-wheeler-crash-in-boise-idaho-victim-guide-2026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18-Wheeler Crash in Boise, Idaho — Victim Guide (2026)</dc:title>
  <dc:subject>WreckMatch educational guide — Truck Accidents</dc:subject>
  <dc:creator/>
  <cp:keywords>WreckMatch, car accident, Idaho, Truck Accidents, 18 wheeler crash in boise idaho victim guide 2026, personal injury, attorney matching</cp:keywords>
  <dc:description>Gold-tier presentation summary for https://www.wreckmatch.com/blog/18-wheeler-crash-in-boise-idaho-victim-guide-2026.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