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Semi Truck Accident in Jackson, Mississippi: What to Do (2026). Full guide: https://www.wreckmatch.com/blog/semi-truck-accident-in-jackson-mississippi-what-to-do-2026.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Jackson, Mississippi,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Mississippi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Mississippi.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Jackson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Mississippi fast facts: 3-year statute of limitations · Pure comparative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Mississippi,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Mississippi follows the Pure comparative rule for fault allocation. Pure comparative negligence reduces your recovery in proportion to your share of fault, but never bars it. A driver found 30% responsible can still recover 70% of damages. The minimum liability insurance every driver must carry in Mississippi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Mississippi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Mississippi, deadlines and in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Semi Truck Accident in Jackson, Mississippi: What to Do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Mississippi · 2026-06-02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Jackson, Mississippi,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Jackson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Mississippi are not outgunned. This gu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Jackson?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Mississippi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Mississippi.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Mississippi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Mississippi,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Mississippi?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Mississippi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https://www.wreckmatch.com/blog/semi-truck-accident-in-jackson-mississippi-what-to-do-2026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https://www.wreckmatch.com/blog/semi-truck-accident-in-jackson-mississippi-what-to-do-2026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 Truck Accident in Jackson, Mississippi: What to Do (2026)</dc:title>
  <dc:subject>WreckMatch educational guide — Truck Accidents</dc:subject>
  <dc:creator/>
  <cp:keywords>WreckMatch, car accident, Mississippi, Truck Accidents, semi truck accident in jackson mississippi what to do 2026, personal injury, attorney matching</cp:keywords>
  <dc:description>Gold-tier presentation summary for https://www.wreckmatch.com/blog/semi-truck-accident-in-jackson-mississippi-what-to-do-2026.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