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Hit by an Uninsured Driver in Little Rock, Arkansas (2026). Full guide: https://www.wreckmatch.com/blog/hit-by-an-uninsured-driver-in-little-rock-arkansas-2026.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Hit by an Uninsured Driver in Little Rock, Arkansas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https://www.wreckmatch.com/blog/hit-by-an-uninsured-driver-in-little-rock-arkansas-2026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https://www.wreckmatch.com/blog/hit-by-an-uninsured-driver-in-little-rock-arkansas-2026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 by an Uninsured Driver in Little Rock, Arkansas (2026)</dc:title>
  <dc:subject>WreckMatch educational guide — Arkansas</dc:subject>
  <dc:creator/>
  <cp:keywords>WreckMatch, car accident, Arkansas, Arkansas, hit by an uninsured driver in little rock arkansas 2026, personal injury, attorney matching</cp:keywords>
  <dc:description>Gold-tier presentation summary for https://www.wreckmatch.com/blog/hit-by-an-uninsured-driver-in-little-rock-arkansas-2026.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