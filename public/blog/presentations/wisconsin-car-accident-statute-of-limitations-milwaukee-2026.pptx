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Wisconsin Car Accident Statute of Limitations — Milwaukee (2026). Full guide: https://www.wreckmatch.com/blog/wisconsin-car-accident-statute-of-limitations-milwaukee-2026.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Wisconsin Car Accident Statute of Limitations — Milwaukee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https://www.wreckmatch.com/blog/wisconsin-car-accident-statute-of-limitations-milwaukee-2026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https://www.wreckmatch.com/blog/wisconsin-car-accident-statute-of-limitations-milwaukee-2026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Wisconsin Car Accident Statute of Limitations — Milwaukee (2026)</dc:title>
  <dc:subject>WreckMatch educational guide — Wisconsin</dc:subject>
  <dc:creator/>
  <cp:keywords>WreckMatch, car accident, Wisconsin, Wisconsin, wisconsin car accident statute of limitations milwaukee 2026, personal injury, attorney matching</cp:keywords>
  <dc:description>Gold-tier presentation summary for https://www.wreckmatch.com/blog/wisconsin-car-accident-statute-of-limitations-milwaukee-2026.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