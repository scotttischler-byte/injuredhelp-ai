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Louisville, Kentucky: Steps &amp; Legal Help (2026). Full guide: https://www.wreckmatch.com/blog/truck-accident-in-louisville-kentucky-steps-legal-help-2026.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Louisville, Kentucky,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Kentucky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Kentucky.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Louisville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Kentucky fast facts: 1-year statute of limitations · Pure comparative fault rule · 25/50/25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Kentucky, the statute of limitations on most personal-injury claims is 1 year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Kentucky follows the Pure comparative rule for fault allocation. Pure comparative negligence reduces your recovery in proportion to your share of fault, but never bars it. A driver found 30% responsible can still recover 70% of damages. The minimum liability insurance every driver must carry in Kentucky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Kentucky is a no-fault state, meaning your own Personal Injury Protection (PIP) coverage typically pays your initial medical bills regardless of fault. You can usually pursue the at-fault driver only after crossing a "serious injury" threshold defined by Kentucky statute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Louisville, Kentucky: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Kentucky ·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Louisville, Kentucky,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Kentucky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Louisville?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Kentucky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Kentucky.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Kentucky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Kentucky, the statute of limitations on most personal-injury claims is 1 year from the date of the crash. Missing that window almost always ends the case — courts dismiss late-filed lawsuits with rare exceptions for minors, mental incapacity, or delayed discovery of injuries. Notice deadlines for claims against gove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Kentucky?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Kentucky sets a 1-year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https://www.wreckmatch.com/blog/truck-accident-in-louisville-kentucky-steps-legal-help-2026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https://www.wreckmatch.com/blog/truck-accident-in-louisville-kentucky-steps-legal-help-2026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Louisville, Kentucky: Steps &amp; Legal Help (2026)</dc:title>
  <dc:subject>WreckMatch educational guide — Truck Accidents</dc:subject>
  <dc:creator/>
  <cp:keywords>WreckMatch, car accident, Kentucky, Truck Accidents, truck accident in louisville kentucky steps legal help 2026, personal injury, attorney matching</cp:keywords>
  <dc:description>Gold-tier presentation summary for https://www.wreckmatch.com/blog/truck-accident-in-louisville-kentucky-steps-legal-help-2026.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