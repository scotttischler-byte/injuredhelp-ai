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18-Wheeler Crash in Little Rock, Arkansas — Victim Guide (2026). Full guide: https://www.wreckmatch.com/blog/18-wheeler-crash-in-little-rock-arkansas-victim-guide-2026.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Little Rock, Arkansas,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Arkansas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Arkansas.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Little Rock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Arkansas fast facts: 3-year statute of limitations · Modified 50%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Arkansas,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Arkansas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Arkansas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Arkansas is an at-fault state. The at-fault driver's liability insurance is the primary source of recovery, and you can pursue compensation for medical bills, lost wages, and pain and suffering once liab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18-Wheeler Crash in Little Rock, Arkansas — Victim Guide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Arkansas · 2026-06-09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Little Rock, Arkansas,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Little Rock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Arkansas are not outgunned. This guide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Little Rock?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Arkansas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Arkansas.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Arkansas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Arkansas, the statute of limitations on most personal-injury claims is 3 years from the date of the crash. Missing that window almost always ends the case — courts dismiss late-filed lawsuits with rare exceptions for minors, mental incapacity, or delayed discovery of injuries. Notice deadlines for claims against gov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Arkansas?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Arkansas sets a 3-year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https://www.wreckmatch.com/blog/18-wheeler-crash-in-little-rock-arkansas-victim-guide-2026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https://www.wreckmatch.com/blog/18-wheeler-crash-in-little-rock-arkansas-victim-guide-2026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18-Wheeler Crash in Little Rock, Arkansas — Victim Guide (2026)</dc:title>
  <dc:subject>WreckMatch educational guide — Truck Accidents</dc:subject>
  <dc:creator/>
  <cp:keywords>WreckMatch, car accident, Arkansas, Truck Accidents, 18 wheeler crash in little rock arkansas victim guide 2026, personal injury, attorney matching</cp:keywords>
  <dc:description>Gold-tier presentation summary for https://www.wreckmatch.com/blog/18-wheeler-crash-in-little-rock-arkansas-victim-guide-2026.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