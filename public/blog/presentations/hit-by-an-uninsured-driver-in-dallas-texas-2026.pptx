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Dallas, Texas (2026). Full guide: https://www.wreckmatch.com/blog/hit-by-an-uninsured-driver-in-dallas-texas-2026.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Dallas, Texas,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car,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Dallas car accident help · National what-to-do guide</a:t>
            </a:r>
          </a:p>
          <a:p/>
          <a:p/>
          <a:p>
            <a:r>
              <a:t>Reviewed for legal context by Judge Roy Waddell, Legal Advisor at WreckMatch LLC — courtroom and procedural perspective only; not legal advice for your specific case.</a:t>
            </a:r>
          </a:p>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Dallas, Texas (2026)</a:t>
            </a:r>
          </a:p>
          <a:p>
            <a:pPr>
              <a:spcBef>
                <a:spcPts val="1200"/>
              </a:spcBef>
              <a:defRPr sz="1600">
                <a:solidFill>
                  <a:srgbClr val="94A3B8"/>
                </a:solidFill>
              </a:defRPr>
            </a:pPr>
            <a:r>
              <a:t>Texas · Texas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Dallas, Texas,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Dallas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Dallas?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car,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car accident case claim in Texas?</a:t>
            </a:r>
          </a:p>
          <a:p>
            <a:pPr>
              <a:spcAft>
                <a:spcPts val="800"/>
              </a:spcAft>
              <a:defRPr sz="1500">
                <a:solidFill>
                  <a:srgbClr val="94A3B8"/>
                </a:solidFill>
              </a:defRPr>
            </a:pPr>
            <a:r>
              <a:t>A: Texas sets a 2-year statute of limitations for most personal-injury lawsuits arising from a car accident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an attor</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car accident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referr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https://www.wreckmatch.com/blog/hit-by-an-uninsured-driver-in-dallas-texas-2026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https://www.wreckmatch.com/blog/hit-by-an-uninsured-driver-in-dallas-texas-2026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Dallas, Texas (2026)</dc:title>
  <dc:subject>WreckMatch educational guide — Texas</dc:subject>
  <dc:creator/>
  <cp:keywords>WreckMatch, car accident, Texas, Texas, hit by an uninsured driver in dallas texas 2026, personal injury, attorney matching</cp:keywords>
  <dc:description>Gold-tier presentation summary for https://www.wreckmatch.com/blog/hit-by-an-uninsured-driver-in-dallas-texas-2026.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