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Massachusetts Car Accident Statute of Limitations — Boston (2026). Full guide: https://www.wreckmatch.com/blog/massachusetts-car-accident-statute-of-limitations-boston-2026.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Boston, Massachusetts,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Massachusetts.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Massachusetts fast facts: 3-year statute of limitations · Modified 51% fault rule · 20/40/5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Massachusetts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Massachusetts is 20/40/5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Massachusetts is a no-fault state, meaning your own Personal Injury Protection (PIP) coverage typically pays your initial medical bills regardless of fault. You can usually pursue the at-fault driver only after crossing a "serious injury" threshold defin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Boston, filing-deadline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Massachusetts Car Accident Statute of Limitations — Boston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Massachusetts · Massachusetts ·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Boston, Massachusetts,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Massachusetts.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legal context for filing-deadline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filing-deadline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filing-deadline situation claim in Massachusetts?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Massachusetts sets a 3-year statute of limitations for most personal-injury lawsuits arising from a filing-deadline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filing-deadline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https://www.wreckmatch.com/blog/massachusetts-car-accident-statute-of-limitations-boston-2026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https://www.wreckmatch.com/blog/massachusetts-car-accident-statute-of-limitations-boston-2026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Massachusetts Car Accident Statute of Limitations — Boston (2026)</dc:title>
  <dc:subject>WreckMatch educational guide — Massachusetts</dc:subject>
  <dc:creator/>
  <cp:keywords>WreckMatch, car accident, Massachusetts, Massachusetts, massachusetts car accident statute of limitations boston 2026, personal injury, attorney matching</cp:keywords>
  <dc:description>Gold-tier presentation summary for https://www.wreckmatch.com/blog/massachusetts-car-accident-statute-of-limitations-boston-2026.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