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Milwaukee, Wisconsin — Top City Guide (2026-07-14). Full guide: https://www.wreckmatch.com/blog/semi-truck-accident-in-milwaukee-wisconsin-top-city-guide-2026-07-14.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crash in Milwaukee, Wisconsin, call 911, get medical care, preserve evidence,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Wisconsin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if anyone is hurt or traffic is blocked.</a:t>
            </a:r>
          </a:p>
          <a:p>
            <a:r>
              <a:t>2. Photograph vehicles, injuries visible from outside the car, and the full scene.</a:t>
            </a:r>
          </a:p>
          <a:p>
            <a:r>
              <a:t>3. Exchange insurance and contact information; collect witness phone numbers.</a:t>
            </a:r>
          </a:p>
          <a:p>
            <a:r>
              <a:t>4. Seek medical care within 24 hours — delays hurt both health and claims.</a:t>
            </a:r>
          </a:p>
          <a:p>
            <a:r>
              <a:t>5. Do not give a recorded statement to the other driver's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Wisconsin.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Milwaukee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Wisconsin fast facts: 3-year statute of limitations · Modified comparative fault rule · 25/50/10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Wisconsin,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Wisconsin follows the Modified comparative rule for fault allocation. Comparative-fault rules can shrink or eliminate recovery once your assigned share of fault reaches a threshold, so locking in the at-fault driver's responsibility early is critical. The minimum liability insurance every driver must carry in Wisconsin is 25/50/10 (bodily injury per person / per accident / property damage). For serious crashes those minimums are routinely exhausted in days, which is why uninsured/underinsured-motorist (UM/UIM) coverage on your own policy matters so much.</a:t>
            </a:r>
          </a:p>
          <a:p/>
          <a:p>
            <a:r>
              <a:t>Wisconsin is an at-fault state. The at-fault driver's liability insurance is the primary source of recovery, and you can pursue compensation for medical bills, lost wages, and pain and suffering once liability is established.</a:t>
            </a:r>
          </a:p>
          <a:p/>
          <a:p>
            <a:r>
              <a:t>In Wisconsin, deadlines an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first two days after a crash quietly decide most cases. Insurers train adjusters to call within 24 hours, ask leading questions, and lock in statements that compress case value before victims have seen a doctor or talked to a lawyer. Following a disciplined sequence in the first 48 hours protects you from the most common traps.</a:t>
            </a:r>
          </a:p>
          <a:p/>
          <a:p>
            <a:r>
              <a:t>In Milwaukee, commercial-truck crashs often happen on or near Interstate corridors and State routes near metro area, and the nearest trauma-capable centers include Regional Medical Center and Level I/II trauma center (verify locally). Going to one of those facilities, even if you "feel fine," is the single most important step in the first 24 hours.</a:t>
            </a:r>
          </a:p>
          <a:p/>
          <a:p>
            <a:r>
              <a:t>1. Call 911 — even for a “minor” crash. The police report is the single most cited document in your case.</a:t>
            </a:r>
          </a:p>
          <a:p>
            <a:r>
              <a:t>2. Take wide-angle and close-up photos of all vehicles, the surrounding intersection, traffic signs, skid marks, debris, and your visible injuries.</a:t>
            </a:r>
          </a:p>
          <a:p>
            <a:r>
              <a:t>3. Get the other driver's name, license, insurance, plate, and a photo of their insurance card. Photograph any commercial markings (DOT number, USDOT, trailer numbers) if a truck is involved.</a:t>
            </a:r>
          </a:p>
          <a:p>
            <a:r>
              <a:t>4. Collect at least two independent witness names and phone numbers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Milwaukee, Wisconsin — Top City Guide (2026-07-14)</a:t>
            </a:r>
          </a:p>
          <a:p>
            <a:pPr>
              <a:spcBef>
                <a:spcPts val="1200"/>
              </a:spcBef>
              <a:defRPr sz="1600">
                <a:solidFill>
                  <a:srgbClr val="94A3B8"/>
                </a:solidFill>
              </a:defRPr>
            </a:pPr>
            <a:r>
              <a:t>Wisconsin · Wisconsin · 2026-07-14</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crash in Milwaukee, Wisconsin, call 911, get medical care, preserve evidence,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Milwaukee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Wisconsin are not outgunned. T</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crash in Milwaukee?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if anyone is hurt or traffic is blocked.</a:t>
            </a:r>
          </a:p>
          <a:p>
            <a:pPr>
              <a:spcAft>
                <a:spcPts val="800"/>
              </a:spcAft>
              <a:defRPr sz="1500">
                <a:solidFill>
                  <a:srgbClr val="94A3B8"/>
                </a:solidFill>
              </a:defRPr>
            </a:pPr>
            <a:r>
              <a:t>Photograph vehicles, injuries visible from outside the car, and the full scene.</a:t>
            </a:r>
          </a:p>
          <a:p>
            <a:pPr>
              <a:spcAft>
                <a:spcPts val="800"/>
              </a:spcAft>
              <a:defRPr sz="1500">
                <a:solidFill>
                  <a:srgbClr val="94A3B8"/>
                </a:solidFill>
              </a:defRPr>
            </a:pPr>
            <a:r>
              <a:t>Exchange insurance and contact information; collect witness phone numbers.</a:t>
            </a:r>
          </a:p>
          <a:p>
            <a:pPr>
              <a:spcAft>
                <a:spcPts val="800"/>
              </a:spcAft>
              <a:defRPr sz="1500">
                <a:solidFill>
                  <a:srgbClr val="94A3B8"/>
                </a:solidFill>
              </a:defRPr>
            </a:pPr>
            <a:r>
              <a:t>Seek medical care within 24 hours — delays hurt both health and claims.</a:t>
            </a:r>
          </a:p>
          <a:p>
            <a:pPr>
              <a:spcAft>
                <a:spcPts val="800"/>
              </a:spcAft>
              <a:defRPr sz="1500">
                <a:solidFill>
                  <a:srgbClr val="94A3B8"/>
                </a:solidFill>
              </a:defRPr>
            </a:pPr>
            <a:r>
              <a:t>Do not give a recorded statement to the other driver's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Wisconsin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Wisconsin.</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Wisconsin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Wisconsin,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to do in the first 48 hours after a commercial-truck crash</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even for a “minor” crash. The police report is the single most cited document in your case.</a:t>
            </a:r>
          </a:p>
          <a:p>
            <a:pPr>
              <a:spcAft>
                <a:spcPts val="800"/>
              </a:spcAft>
              <a:defRPr sz="1500">
                <a:solidFill>
                  <a:srgbClr val="94A3B8"/>
                </a:solidFill>
              </a:defRPr>
            </a:pPr>
            <a:r>
              <a:t>Take wide-angle and close-up photos of all vehicles, the surrounding intersection, traffic signs, skid marks, debris, and your visible injuries.</a:t>
            </a:r>
          </a:p>
          <a:p>
            <a:pPr>
              <a:spcAft>
                <a:spcPts val="800"/>
              </a:spcAft>
              <a:defRPr sz="1500">
                <a:solidFill>
                  <a:srgbClr val="94A3B8"/>
                </a:solidFill>
              </a:defRPr>
            </a:pPr>
            <a:r>
              <a:t>Get the other driver's name, license, insurance, plate, and a photo of their insurance card. Photograph any commercial markings (DOT number, USDOT, trailer numbers) if a truck is involved.</a:t>
            </a:r>
          </a:p>
          <a:p>
            <a:pPr>
              <a:spcAft>
                <a:spcPts val="800"/>
              </a:spcAft>
              <a:defRPr sz="1500">
                <a:solidFill>
                  <a:srgbClr val="94A3B8"/>
                </a:solidFill>
              </a:defRPr>
            </a:pPr>
            <a:r>
              <a:t>Collect at least two independent witness names and phone numbers. Witnesses move and disappear within weeks.</a:t>
            </a:r>
          </a:p>
          <a:p>
            <a:pPr>
              <a:spcAft>
                <a:spcPts val="800"/>
              </a:spcAft>
              <a:defRPr sz="1500">
                <a:solidFill>
                  <a:srgbClr val="94A3B8"/>
                </a:solidFill>
              </a:defRPr>
            </a:pPr>
            <a:r>
              <a:t>Decline to give a recorded statement to any insurance company — yours or theirs — until you have spoken with a lawyer.</a:t>
            </a:r>
          </a:p>
          <a:p>
            <a:pPr>
              <a:spcAft>
                <a:spcPts val="800"/>
              </a:spcAft>
              <a:defRPr sz="1500">
                <a:solidFill>
                  <a:srgbClr val="94A3B8"/>
                </a:solidFill>
              </a:defRPr>
            </a:pPr>
            <a:r>
              <a:t>Seek medical care the same day or the next. Gaps in treatment are the #1 line item adjusters use to reduce settlement offers.</a:t>
            </a:r>
          </a:p>
          <a:p>
            <a:pPr>
              <a:spcAft>
                <a:spcPts val="800"/>
              </a:spcAft>
              <a:defRPr sz="1500">
                <a:solidFill>
                  <a:srgbClr val="94A3B8"/>
                </a:solidFill>
              </a:defRPr>
            </a:pPr>
            <a:r>
              <a:t>Preserve everything: the damaged vehicle, clothing worn during the crash, GPS device, dashcam SD card, and your phone's location history.</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Wisconsin?</a:t>
            </a:r>
          </a:p>
          <a:p>
            <a:pPr>
              <a:spcAft>
                <a:spcPts val="800"/>
              </a:spcAft>
              <a:defRPr sz="1500">
                <a:solidFill>
                  <a:srgbClr val="94A3B8"/>
                </a:solidFill>
              </a:defRPr>
            </a:pPr>
            <a:r>
              <a:t>A: Wisconsin sets a 3-year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https://www.wreckmatch.com/blog/semi-truck-accident-in-milwaukee-wisconsin-top-city-guide-2026-07-14</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https://www.wreckmatch.com/blog/semi-truck-accident-in-milwaukee-wisconsin-top-city-guide-2026-07-14</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Milwaukee, Wisconsin — Top City Guide (2026-07-14)</dc:title>
  <dc:subject>WreckMatch educational guide — Wisconsin</dc:subject>
  <dc:creator/>
  <cp:keywords>WreckMatch, car accident, Wisconsin, Wisconsin, semi truck accident in milwaukee wisconsin top city guide 2026 07 14, personal injury, attorney matching</cp:keywords>
  <dc:description>Gold-tier presentation summary for https://www.wreckmatch.com/blog/semi-truck-accident-in-milwaukee-wisconsin-top-city-guide-2026-07-14.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