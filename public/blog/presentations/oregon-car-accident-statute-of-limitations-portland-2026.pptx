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Oregon Car Accident Statute of Limitations — Portland (2026). Full guide: https://www.wreckmatch.com/blog/oregon-car-accident-statute-of-limitations-portland-2026.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Oregon Car Accident Statute of Limitations — Portland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https://www.wreckmatch.com/blog/oregon-car-accident-statute-of-limitations-portland-2026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https://www.wreckmatch.com/blog/oregon-car-accident-statute-of-limitations-portland-2026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Oregon Car Accident Statute of Limitations — Portland (2026)</dc:title>
  <dc:subject>WreckMatch educational guide — Oregon</dc:subject>
  <dc:creator/>
  <cp:keywords>WreckMatch, car accident, Oregon, Oregon, oregon car accident statute of limitations portland 2026, personal injury, attorney matching</cp:keywords>
  <dc:description>Gold-tier presentation summary for https://www.wreckmatch.com/blog/oregon-car-accident-statute-of-limitations-portland-2026.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