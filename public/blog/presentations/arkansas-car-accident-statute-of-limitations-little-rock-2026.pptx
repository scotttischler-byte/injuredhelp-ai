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Arkansas Car Accident Statute of Limitations — Little Rock (2026). Full guide: https://www.wreckmatch.com/blog/arkansas-car-accident-statute-of-limitations-little-rock-2026.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filing-deadline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Arkansas Car Accident Statute of Limitations — Little Rock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filing-deadline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filing-deadline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filing-deadline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filing-deadline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filing-deadline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https://www.wreckmatch.com/blog/arkansas-car-accident-statute-of-limitations-little-rock-2026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https://www.wreckmatch.com/blog/arkansas-car-accident-statute-of-limitations-little-rock-2026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Arkansas Car Accident Statute of Limitations — Little Rock (2026)</dc:title>
  <dc:subject>WreckMatch educational guide — Arkansas</dc:subject>
  <dc:creator/>
  <cp:keywords>WreckMatch, car accident, Arkansas, Arkansas, arkansas car accident statute of limitations little rock 2026, personal injury, attorney matching</cp:keywords>
  <dc:description>Gold-tier presentation summary for https://www.wreckmatch.com/blog/arkansas-car-accident-statute-of-limitations-little-rock-2026.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